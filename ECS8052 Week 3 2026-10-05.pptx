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28"/>
  </p:notesMasterIdLst>
  <p:handoutMasterIdLst>
    <p:handoutMasterId r:id="rId29"/>
  </p:handoutMasterIdLst>
  <p:sldIdLst>
    <p:sldId id="291" r:id="rId2"/>
    <p:sldId id="412" r:id="rId3"/>
    <p:sldId id="380" r:id="rId4"/>
    <p:sldId id="413" r:id="rId5"/>
    <p:sldId id="414" r:id="rId6"/>
    <p:sldId id="415" r:id="rId7"/>
    <p:sldId id="416" r:id="rId8"/>
    <p:sldId id="417" r:id="rId9"/>
    <p:sldId id="418" r:id="rId10"/>
    <p:sldId id="316" r:id="rId11"/>
    <p:sldId id="313" r:id="rId12"/>
    <p:sldId id="314" r:id="rId13"/>
    <p:sldId id="420" r:id="rId14"/>
    <p:sldId id="320" r:id="rId15"/>
    <p:sldId id="406" r:id="rId16"/>
    <p:sldId id="421" r:id="rId17"/>
    <p:sldId id="319" r:id="rId18"/>
    <p:sldId id="315" r:id="rId19"/>
    <p:sldId id="422" r:id="rId20"/>
    <p:sldId id="323" r:id="rId21"/>
    <p:sldId id="424" r:id="rId22"/>
    <p:sldId id="407" r:id="rId23"/>
    <p:sldId id="411" r:id="rId24"/>
    <p:sldId id="419" r:id="rId25"/>
    <p:sldId id="423" r:id="rId26"/>
    <p:sldId id="425" r:id="rId27"/>
  </p:sldIdLst>
  <p:sldSz cx="12192000" cy="6858000"/>
  <p:notesSz cx="6858000" cy="9144000"/>
  <p:defaultTextStyle>
    <a:defPPr>
      <a:defRPr lang="en-US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50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000D"/>
    <a:srgbClr val="494949"/>
    <a:srgbClr val="672E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628ADF-F4FF-8C4C-A504-83793C1A2C32}" v="411" dt="2026-09-27T19:58:14.7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87" autoAdjust="0"/>
    <p:restoredTop sz="82375" autoAdjust="0"/>
  </p:normalViewPr>
  <p:slideViewPr>
    <p:cSldViewPr snapToGrid="0" snapToObjects="1" showGuides="1">
      <p:cViewPr varScale="1">
        <p:scale>
          <a:sx n="84" d="100"/>
          <a:sy n="84" d="100"/>
        </p:scale>
        <p:origin x="216" y="376"/>
      </p:cViewPr>
      <p:guideLst>
        <p:guide orient="horz" pos="2160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 snapToObjects="1" showGuides="1">
      <p:cViewPr varScale="1">
        <p:scale>
          <a:sx n="144" d="100"/>
          <a:sy n="144" d="100"/>
        </p:scale>
        <p:origin x="4792" y="1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microsoft.com/office/2015/10/relationships/revisionInfo" Target="revisionInfo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ain Styles" userId="befbdaae-53f8-4d26-a8dc-3366b09f768a" providerId="ADAL" clId="{5E0D2633-D8F6-500D-A7FC-C9CB56BC4BFB}"/>
    <pc:docChg chg="undo custSel addSld delSld modSld sldOrd delSection modSection">
      <pc:chgData name="Iain Styles" userId="befbdaae-53f8-4d26-a8dc-3366b09f768a" providerId="ADAL" clId="{5E0D2633-D8F6-500D-A7FC-C9CB56BC4BFB}" dt="2026-09-27T19:58:57.540" v="4781" actId="2696"/>
      <pc:docMkLst>
        <pc:docMk/>
      </pc:docMkLst>
      <pc:sldChg chg="modSp add del mod">
        <pc:chgData name="Iain Styles" userId="befbdaae-53f8-4d26-a8dc-3366b09f768a" providerId="ADAL" clId="{5E0D2633-D8F6-500D-A7FC-C9CB56BC4BFB}" dt="2026-09-27T15:52:22.916" v="2558" actId="20577"/>
        <pc:sldMkLst>
          <pc:docMk/>
          <pc:sldMk cId="4150415409" sldId="291"/>
        </pc:sldMkLst>
        <pc:spChg chg="mod">
          <ac:chgData name="Iain Styles" userId="befbdaae-53f8-4d26-a8dc-3366b09f768a" providerId="ADAL" clId="{5E0D2633-D8F6-500D-A7FC-C9CB56BC4BFB}" dt="2026-09-27T15:52:22.916" v="2558" actId="20577"/>
          <ac:spMkLst>
            <pc:docMk/>
            <pc:sldMk cId="4150415409" sldId="291"/>
            <ac:spMk id="4" creationId="{9B1C70EF-FA7C-484D-A5D6-A4D325679B17}"/>
          </ac:spMkLst>
        </pc:spChg>
      </pc:sldChg>
      <pc:sldChg chg="modSp mod modAnim">
        <pc:chgData name="Iain Styles" userId="befbdaae-53f8-4d26-a8dc-3366b09f768a" providerId="ADAL" clId="{5E0D2633-D8F6-500D-A7FC-C9CB56BC4BFB}" dt="2026-09-27T18:48:39.441" v="3667" actId="20577"/>
        <pc:sldMkLst>
          <pc:docMk/>
          <pc:sldMk cId="480562127" sldId="314"/>
        </pc:sldMkLst>
        <pc:spChg chg="mod">
          <ac:chgData name="Iain Styles" userId="befbdaae-53f8-4d26-a8dc-3366b09f768a" providerId="ADAL" clId="{5E0D2633-D8F6-500D-A7FC-C9CB56BC4BFB}" dt="2026-09-27T18:48:39.441" v="3667" actId="20577"/>
          <ac:spMkLst>
            <pc:docMk/>
            <pc:sldMk cId="480562127" sldId="314"/>
            <ac:spMk id="3" creationId="{1F5EB77B-C900-46AF-8BFB-BFF98DA1A5B3}"/>
          </ac:spMkLst>
        </pc:spChg>
      </pc:sldChg>
      <pc:sldChg chg="addSp delSp modSp mod">
        <pc:chgData name="Iain Styles" userId="befbdaae-53f8-4d26-a8dc-3366b09f768a" providerId="ADAL" clId="{5E0D2633-D8F6-500D-A7FC-C9CB56BC4BFB}" dt="2026-09-27T19:13:19.032" v="4268" actId="14100"/>
        <pc:sldMkLst>
          <pc:docMk/>
          <pc:sldMk cId="307969886" sldId="315"/>
        </pc:sldMkLst>
        <pc:spChg chg="mod">
          <ac:chgData name="Iain Styles" userId="befbdaae-53f8-4d26-a8dc-3366b09f768a" providerId="ADAL" clId="{5E0D2633-D8F6-500D-A7FC-C9CB56BC4BFB}" dt="2026-09-27T19:13:07.116" v="4265" actId="1076"/>
          <ac:spMkLst>
            <pc:docMk/>
            <pc:sldMk cId="307969886" sldId="315"/>
            <ac:spMk id="8" creationId="{414C05E2-D14A-0D16-65A5-33BFBF05F516}"/>
          </ac:spMkLst>
        </pc:spChg>
        <pc:grpChg chg="del">
          <ac:chgData name="Iain Styles" userId="befbdaae-53f8-4d26-a8dc-3366b09f768a" providerId="ADAL" clId="{5E0D2633-D8F6-500D-A7FC-C9CB56BC4BFB}" dt="2026-09-27T19:12:08.419" v="4249" actId="478"/>
          <ac:grpSpMkLst>
            <pc:docMk/>
            <pc:sldMk cId="307969886" sldId="315"/>
            <ac:grpSpMk id="6" creationId="{A687F5D2-2718-F4D9-CB24-4E8CDFDC36E4}"/>
          </ac:grpSpMkLst>
        </pc:grpChg>
        <pc:picChg chg="add mod">
          <ac:chgData name="Iain Styles" userId="befbdaae-53f8-4d26-a8dc-3366b09f768a" providerId="ADAL" clId="{5E0D2633-D8F6-500D-A7FC-C9CB56BC4BFB}" dt="2026-09-27T19:13:19.032" v="4268" actId="14100"/>
          <ac:picMkLst>
            <pc:docMk/>
            <pc:sldMk cId="307969886" sldId="315"/>
            <ac:picMk id="3" creationId="{1B52C6F2-C688-F6C4-906A-EFD19E13C0CF}"/>
          </ac:picMkLst>
        </pc:picChg>
      </pc:sldChg>
      <pc:sldChg chg="add">
        <pc:chgData name="Iain Styles" userId="befbdaae-53f8-4d26-a8dc-3366b09f768a" providerId="ADAL" clId="{5E0D2633-D8F6-500D-A7FC-C9CB56BC4BFB}" dt="2026-09-27T17:54:01.330" v="3506"/>
        <pc:sldMkLst>
          <pc:docMk/>
          <pc:sldMk cId="3294032720" sldId="316"/>
        </pc:sldMkLst>
      </pc:sldChg>
      <pc:sldChg chg="del">
        <pc:chgData name="Iain Styles" userId="befbdaae-53f8-4d26-a8dc-3366b09f768a" providerId="ADAL" clId="{5E0D2633-D8F6-500D-A7FC-C9CB56BC4BFB}" dt="2026-09-27T19:58:57.530" v="4779" actId="2696"/>
        <pc:sldMkLst>
          <pc:docMk/>
          <pc:sldMk cId="1966668109" sldId="317"/>
        </pc:sldMkLst>
      </pc:sldChg>
      <pc:sldChg chg="del">
        <pc:chgData name="Iain Styles" userId="befbdaae-53f8-4d26-a8dc-3366b09f768a" providerId="ADAL" clId="{5E0D2633-D8F6-500D-A7FC-C9CB56BC4BFB}" dt="2026-09-27T19:58:57.522" v="4773" actId="2696"/>
        <pc:sldMkLst>
          <pc:docMk/>
          <pc:sldMk cId="73192820" sldId="318"/>
        </pc:sldMkLst>
      </pc:sldChg>
      <pc:sldChg chg="del">
        <pc:chgData name="Iain Styles" userId="befbdaae-53f8-4d26-a8dc-3366b09f768a" providerId="ADAL" clId="{5E0D2633-D8F6-500D-A7FC-C9CB56BC4BFB}" dt="2026-09-27T18:47:01.068" v="3524" actId="2696"/>
        <pc:sldMkLst>
          <pc:docMk/>
          <pc:sldMk cId="4218908280" sldId="322"/>
        </pc:sldMkLst>
      </pc:sldChg>
      <pc:sldChg chg="modSp mod ord">
        <pc:chgData name="Iain Styles" userId="befbdaae-53f8-4d26-a8dc-3366b09f768a" providerId="ADAL" clId="{5E0D2633-D8F6-500D-A7FC-C9CB56BC4BFB}" dt="2026-09-27T19:27:26.961" v="4382" actId="27636"/>
        <pc:sldMkLst>
          <pc:docMk/>
          <pc:sldMk cId="2546267309" sldId="323"/>
        </pc:sldMkLst>
        <pc:spChg chg="mod">
          <ac:chgData name="Iain Styles" userId="befbdaae-53f8-4d26-a8dc-3366b09f768a" providerId="ADAL" clId="{5E0D2633-D8F6-500D-A7FC-C9CB56BC4BFB}" dt="2026-09-27T19:27:26.961" v="4382" actId="27636"/>
          <ac:spMkLst>
            <pc:docMk/>
            <pc:sldMk cId="2546267309" sldId="323"/>
            <ac:spMk id="4" creationId="{B0F03FE0-EA08-BA23-80A1-9B349EDED215}"/>
          </ac:spMkLst>
        </pc:spChg>
      </pc:sldChg>
      <pc:sldChg chg="del">
        <pc:chgData name="Iain Styles" userId="befbdaae-53f8-4d26-a8dc-3366b09f768a" providerId="ADAL" clId="{5E0D2633-D8F6-500D-A7FC-C9CB56BC4BFB}" dt="2026-09-27T19:58:57.529" v="4776" actId="2696"/>
        <pc:sldMkLst>
          <pc:docMk/>
          <pc:sldMk cId="2083903335" sldId="324"/>
        </pc:sldMkLst>
      </pc:sldChg>
      <pc:sldChg chg="del">
        <pc:chgData name="Iain Styles" userId="befbdaae-53f8-4d26-a8dc-3366b09f768a" providerId="ADAL" clId="{5E0D2633-D8F6-500D-A7FC-C9CB56BC4BFB}" dt="2026-09-27T19:58:57.529" v="4777" actId="2696"/>
        <pc:sldMkLst>
          <pc:docMk/>
          <pc:sldMk cId="3462455941" sldId="327"/>
        </pc:sldMkLst>
      </pc:sldChg>
      <pc:sldChg chg="del">
        <pc:chgData name="Iain Styles" userId="befbdaae-53f8-4d26-a8dc-3366b09f768a" providerId="ADAL" clId="{5E0D2633-D8F6-500D-A7FC-C9CB56BC4BFB}" dt="2026-09-27T19:58:57.521" v="4771" actId="2696"/>
        <pc:sldMkLst>
          <pc:docMk/>
          <pc:sldMk cId="2027072520" sldId="329"/>
        </pc:sldMkLst>
      </pc:sldChg>
      <pc:sldChg chg="del">
        <pc:chgData name="Iain Styles" userId="befbdaae-53f8-4d26-a8dc-3366b09f768a" providerId="ADAL" clId="{5E0D2633-D8F6-500D-A7FC-C9CB56BC4BFB}" dt="2026-09-27T19:58:57.530" v="4778" actId="2696"/>
        <pc:sldMkLst>
          <pc:docMk/>
          <pc:sldMk cId="764991296" sldId="330"/>
        </pc:sldMkLst>
      </pc:sldChg>
      <pc:sldChg chg="del">
        <pc:chgData name="Iain Styles" userId="befbdaae-53f8-4d26-a8dc-3366b09f768a" providerId="ADAL" clId="{5E0D2633-D8F6-500D-A7FC-C9CB56BC4BFB}" dt="2026-09-27T19:58:57.522" v="4772" actId="2696"/>
        <pc:sldMkLst>
          <pc:docMk/>
          <pc:sldMk cId="3742330905" sldId="331"/>
        </pc:sldMkLst>
      </pc:sldChg>
      <pc:sldChg chg="del">
        <pc:chgData name="Iain Styles" userId="befbdaae-53f8-4d26-a8dc-3366b09f768a" providerId="ADAL" clId="{5E0D2633-D8F6-500D-A7FC-C9CB56BC4BFB}" dt="2026-09-27T19:58:57.528" v="4774" actId="2696"/>
        <pc:sldMkLst>
          <pc:docMk/>
          <pc:sldMk cId="1747913859" sldId="332"/>
        </pc:sldMkLst>
      </pc:sldChg>
      <pc:sldChg chg="del">
        <pc:chgData name="Iain Styles" userId="befbdaae-53f8-4d26-a8dc-3366b09f768a" providerId="ADAL" clId="{5E0D2633-D8F6-500D-A7FC-C9CB56BC4BFB}" dt="2026-09-27T19:58:57.535" v="4780" actId="2696"/>
        <pc:sldMkLst>
          <pc:docMk/>
          <pc:sldMk cId="1089930537" sldId="335"/>
        </pc:sldMkLst>
      </pc:sldChg>
      <pc:sldChg chg="del">
        <pc:chgData name="Iain Styles" userId="befbdaae-53f8-4d26-a8dc-3366b09f768a" providerId="ADAL" clId="{5E0D2633-D8F6-500D-A7FC-C9CB56BC4BFB}" dt="2026-09-27T19:58:57.519" v="4770" actId="2696"/>
        <pc:sldMkLst>
          <pc:docMk/>
          <pc:sldMk cId="3571754264" sldId="349"/>
        </pc:sldMkLst>
      </pc:sldChg>
      <pc:sldChg chg="modSp add mod">
        <pc:chgData name="Iain Styles" userId="befbdaae-53f8-4d26-a8dc-3366b09f768a" providerId="ADAL" clId="{5E0D2633-D8F6-500D-A7FC-C9CB56BC4BFB}" dt="2026-09-27T17:45:59.705" v="3199" actId="20577"/>
        <pc:sldMkLst>
          <pc:docMk/>
          <pc:sldMk cId="3707850439" sldId="380"/>
        </pc:sldMkLst>
        <pc:spChg chg="mod">
          <ac:chgData name="Iain Styles" userId="befbdaae-53f8-4d26-a8dc-3366b09f768a" providerId="ADAL" clId="{5E0D2633-D8F6-500D-A7FC-C9CB56BC4BFB}" dt="2026-09-27T17:45:59.705" v="3199" actId="20577"/>
          <ac:spMkLst>
            <pc:docMk/>
            <pc:sldMk cId="3707850439" sldId="380"/>
            <ac:spMk id="3" creationId="{FF52B2ED-7D52-F1C3-6166-6059749EC5A9}"/>
          </ac:spMkLst>
        </pc:spChg>
      </pc:sldChg>
      <pc:sldChg chg="addSp delSp modSp mod modAnim">
        <pc:chgData name="Iain Styles" userId="befbdaae-53f8-4d26-a8dc-3366b09f768a" providerId="ADAL" clId="{5E0D2633-D8F6-500D-A7FC-C9CB56BC4BFB}" dt="2026-09-27T19:00:26.998" v="4152"/>
        <pc:sldMkLst>
          <pc:docMk/>
          <pc:sldMk cId="555020806" sldId="406"/>
        </pc:sldMkLst>
        <pc:spChg chg="mod">
          <ac:chgData name="Iain Styles" userId="befbdaae-53f8-4d26-a8dc-3366b09f768a" providerId="ADAL" clId="{5E0D2633-D8F6-500D-A7FC-C9CB56BC4BFB}" dt="2026-09-27T18:58:23.204" v="4083" actId="14100"/>
          <ac:spMkLst>
            <pc:docMk/>
            <pc:sldMk cId="555020806" sldId="406"/>
            <ac:spMk id="2" creationId="{A0C5200D-4589-EF9C-6FCA-7055638223E3}"/>
          </ac:spMkLst>
        </pc:spChg>
        <pc:spChg chg="del mod">
          <ac:chgData name="Iain Styles" userId="befbdaae-53f8-4d26-a8dc-3366b09f768a" providerId="ADAL" clId="{5E0D2633-D8F6-500D-A7FC-C9CB56BC4BFB}" dt="2026-09-27T18:53:41.056" v="3921" actId="478"/>
          <ac:spMkLst>
            <pc:docMk/>
            <pc:sldMk cId="555020806" sldId="406"/>
            <ac:spMk id="3" creationId="{0920C376-A7CA-58C7-C4BB-B72BAC87E4BF}"/>
          </ac:spMkLst>
        </pc:spChg>
        <pc:spChg chg="add mod">
          <ac:chgData name="Iain Styles" userId="befbdaae-53f8-4d26-a8dc-3366b09f768a" providerId="ADAL" clId="{5E0D2633-D8F6-500D-A7FC-C9CB56BC4BFB}" dt="2026-09-27T18:57:40.088" v="4031" actId="14100"/>
          <ac:spMkLst>
            <pc:docMk/>
            <pc:sldMk cId="555020806" sldId="406"/>
            <ac:spMk id="6" creationId="{4A683AF2-80E1-5148-CD86-151C9F5A3908}"/>
          </ac:spMkLst>
        </pc:spChg>
        <pc:spChg chg="add del mod">
          <ac:chgData name="Iain Styles" userId="befbdaae-53f8-4d26-a8dc-3366b09f768a" providerId="ADAL" clId="{5E0D2633-D8F6-500D-A7FC-C9CB56BC4BFB}" dt="2026-09-27T18:54:48.803" v="3935"/>
          <ac:spMkLst>
            <pc:docMk/>
            <pc:sldMk cId="555020806" sldId="406"/>
            <ac:spMk id="8" creationId="{2A333B34-1F6A-7805-7EF2-175E900FC94D}"/>
          </ac:spMkLst>
        </pc:spChg>
        <pc:spChg chg="add mod">
          <ac:chgData name="Iain Styles" userId="befbdaae-53f8-4d26-a8dc-3366b09f768a" providerId="ADAL" clId="{5E0D2633-D8F6-500D-A7FC-C9CB56BC4BFB}" dt="2026-09-27T18:57:50.196" v="4033" actId="255"/>
          <ac:spMkLst>
            <pc:docMk/>
            <pc:sldMk cId="555020806" sldId="406"/>
            <ac:spMk id="9" creationId="{0E6B9846-6A57-56A5-5789-3AF9EA10CAC0}"/>
          </ac:spMkLst>
        </pc:spChg>
        <pc:spChg chg="add del mod">
          <ac:chgData name="Iain Styles" userId="befbdaae-53f8-4d26-a8dc-3366b09f768a" providerId="ADAL" clId="{5E0D2633-D8F6-500D-A7FC-C9CB56BC4BFB}" dt="2026-09-27T18:56:28.679" v="4000"/>
          <ac:spMkLst>
            <pc:docMk/>
            <pc:sldMk cId="555020806" sldId="406"/>
            <ac:spMk id="10" creationId="{44A1A3D6-58EB-5494-5BBF-ED656137A1E4}"/>
          </ac:spMkLst>
        </pc:spChg>
        <pc:spChg chg="add del mod">
          <ac:chgData name="Iain Styles" userId="befbdaae-53f8-4d26-a8dc-3366b09f768a" providerId="ADAL" clId="{5E0D2633-D8F6-500D-A7FC-C9CB56BC4BFB}" dt="2026-09-27T18:58:55.528" v="4086"/>
          <ac:spMkLst>
            <pc:docMk/>
            <pc:sldMk cId="555020806" sldId="406"/>
            <ac:spMk id="11" creationId="{1FC72D49-E2C0-6C36-ED69-AEF34827403D}"/>
          </ac:spMkLst>
        </pc:spChg>
        <pc:spChg chg="add mod">
          <ac:chgData name="Iain Styles" userId="befbdaae-53f8-4d26-a8dc-3366b09f768a" providerId="ADAL" clId="{5E0D2633-D8F6-500D-A7FC-C9CB56BC4BFB}" dt="2026-09-27T19:00:21.086" v="4151" actId="1076"/>
          <ac:spMkLst>
            <pc:docMk/>
            <pc:sldMk cId="555020806" sldId="406"/>
            <ac:spMk id="12" creationId="{DDEEF59B-97B9-D2F9-5330-377E45014DC2}"/>
          </ac:spMkLst>
        </pc:spChg>
      </pc:sldChg>
      <pc:sldChg chg="addSp delSp modSp mod chgLayout">
        <pc:chgData name="Iain Styles" userId="befbdaae-53f8-4d26-a8dc-3366b09f768a" providerId="ADAL" clId="{5E0D2633-D8F6-500D-A7FC-C9CB56BC4BFB}" dt="2026-09-27T18:02:53.037" v="3522" actId="478"/>
        <pc:sldMkLst>
          <pc:docMk/>
          <pc:sldMk cId="3450780846" sldId="407"/>
        </pc:sldMkLst>
        <pc:spChg chg="add del mod ord">
          <ac:chgData name="Iain Styles" userId="befbdaae-53f8-4d26-a8dc-3366b09f768a" providerId="ADAL" clId="{5E0D2633-D8F6-500D-A7FC-C9CB56BC4BFB}" dt="2026-09-27T18:02:53.037" v="3522" actId="478"/>
          <ac:spMkLst>
            <pc:docMk/>
            <pc:sldMk cId="3450780846" sldId="407"/>
            <ac:spMk id="2" creationId="{418F200A-FD00-5F46-85B1-90D98BCA8942}"/>
          </ac:spMkLst>
        </pc:spChg>
        <pc:spChg chg="add mod ord">
          <ac:chgData name="Iain Styles" userId="befbdaae-53f8-4d26-a8dc-3366b09f768a" providerId="ADAL" clId="{5E0D2633-D8F6-500D-A7FC-C9CB56BC4BFB}" dt="2026-09-27T18:02:49.286" v="3521" actId="404"/>
          <ac:spMkLst>
            <pc:docMk/>
            <pc:sldMk cId="3450780846" sldId="407"/>
            <ac:spMk id="3" creationId="{52EF0DE6-E52C-404B-8365-349AB5B21D0E}"/>
          </ac:spMkLst>
        </pc:spChg>
        <pc:spChg chg="mod ord">
          <ac:chgData name="Iain Styles" userId="befbdaae-53f8-4d26-a8dc-3366b09f768a" providerId="ADAL" clId="{5E0D2633-D8F6-500D-A7FC-C9CB56BC4BFB}" dt="2026-09-27T18:02:40.576" v="3512" actId="700"/>
          <ac:spMkLst>
            <pc:docMk/>
            <pc:sldMk cId="3450780846" sldId="407"/>
            <ac:spMk id="5" creationId="{11B16337-5CEC-1DC1-361C-59AD18952D4E}"/>
          </ac:spMkLst>
        </pc:spChg>
        <pc:spChg chg="del mod ord">
          <ac:chgData name="Iain Styles" userId="befbdaae-53f8-4d26-a8dc-3366b09f768a" providerId="ADAL" clId="{5E0D2633-D8F6-500D-A7FC-C9CB56BC4BFB}" dt="2026-09-27T18:02:40.576" v="3512" actId="700"/>
          <ac:spMkLst>
            <pc:docMk/>
            <pc:sldMk cId="3450780846" sldId="407"/>
            <ac:spMk id="6" creationId="{89557FC3-E57E-82EE-B185-3D3397E910F6}"/>
          </ac:spMkLst>
        </pc:spChg>
      </pc:sldChg>
      <pc:sldChg chg="del">
        <pc:chgData name="Iain Styles" userId="befbdaae-53f8-4d26-a8dc-3366b09f768a" providerId="ADAL" clId="{5E0D2633-D8F6-500D-A7FC-C9CB56BC4BFB}" dt="2026-09-27T19:58:57.528" v="4775" actId="2696"/>
        <pc:sldMkLst>
          <pc:docMk/>
          <pc:sldMk cId="1565238857" sldId="408"/>
        </pc:sldMkLst>
      </pc:sldChg>
      <pc:sldChg chg="del">
        <pc:chgData name="Iain Styles" userId="befbdaae-53f8-4d26-a8dc-3366b09f768a" providerId="ADAL" clId="{5E0D2633-D8F6-500D-A7FC-C9CB56BC4BFB}" dt="2026-09-27T19:58:57.540" v="4781" actId="2696"/>
        <pc:sldMkLst>
          <pc:docMk/>
          <pc:sldMk cId="157370141" sldId="409"/>
        </pc:sldMkLst>
      </pc:sldChg>
      <pc:sldChg chg="addSp delSp modSp new mod chgLayout">
        <pc:chgData name="Iain Styles" userId="befbdaae-53f8-4d26-a8dc-3366b09f768a" providerId="ADAL" clId="{5E0D2633-D8F6-500D-A7FC-C9CB56BC4BFB}" dt="2026-09-27T17:20:27.393" v="3156" actId="20577"/>
        <pc:sldMkLst>
          <pc:docMk/>
          <pc:sldMk cId="1224717380" sldId="412"/>
        </pc:sldMkLst>
        <pc:spChg chg="del mod ord">
          <ac:chgData name="Iain Styles" userId="befbdaae-53f8-4d26-a8dc-3366b09f768a" providerId="ADAL" clId="{5E0D2633-D8F6-500D-A7FC-C9CB56BC4BFB}" dt="2026-09-27T17:16:42.196" v="2562" actId="700"/>
          <ac:spMkLst>
            <pc:docMk/>
            <pc:sldMk cId="1224717380" sldId="412"/>
            <ac:spMk id="2" creationId="{BA0910A6-6E63-EFBD-72CC-8B06D9D22D33}"/>
          </ac:spMkLst>
        </pc:spChg>
        <pc:spChg chg="del mod ord">
          <ac:chgData name="Iain Styles" userId="befbdaae-53f8-4d26-a8dc-3366b09f768a" providerId="ADAL" clId="{5E0D2633-D8F6-500D-A7FC-C9CB56BC4BFB}" dt="2026-09-27T17:16:42.196" v="2562" actId="700"/>
          <ac:spMkLst>
            <pc:docMk/>
            <pc:sldMk cId="1224717380" sldId="412"/>
            <ac:spMk id="3" creationId="{974CFE05-9582-15C5-A48E-3D27AB9CC46D}"/>
          </ac:spMkLst>
        </pc:spChg>
        <pc:spChg chg="del">
          <ac:chgData name="Iain Styles" userId="befbdaae-53f8-4d26-a8dc-3366b09f768a" providerId="ADAL" clId="{5E0D2633-D8F6-500D-A7FC-C9CB56BC4BFB}" dt="2026-09-27T17:16:42.196" v="2562" actId="700"/>
          <ac:spMkLst>
            <pc:docMk/>
            <pc:sldMk cId="1224717380" sldId="412"/>
            <ac:spMk id="4" creationId="{5FB1C88D-E5E2-A20A-19A2-539CA91CE0A1}"/>
          </ac:spMkLst>
        </pc:spChg>
        <pc:spChg chg="add del mod ord">
          <ac:chgData name="Iain Styles" userId="befbdaae-53f8-4d26-a8dc-3366b09f768a" providerId="ADAL" clId="{5E0D2633-D8F6-500D-A7FC-C9CB56BC4BFB}" dt="2026-09-27T17:16:46.143" v="2563" actId="700"/>
          <ac:spMkLst>
            <pc:docMk/>
            <pc:sldMk cId="1224717380" sldId="412"/>
            <ac:spMk id="5" creationId="{24CEA236-BABF-2BA7-B0E1-93F7F396A204}"/>
          </ac:spMkLst>
        </pc:spChg>
        <pc:spChg chg="add del mod ord">
          <ac:chgData name="Iain Styles" userId="befbdaae-53f8-4d26-a8dc-3366b09f768a" providerId="ADAL" clId="{5E0D2633-D8F6-500D-A7FC-C9CB56BC4BFB}" dt="2026-09-27T17:16:46.143" v="2563" actId="700"/>
          <ac:spMkLst>
            <pc:docMk/>
            <pc:sldMk cId="1224717380" sldId="412"/>
            <ac:spMk id="6" creationId="{26713962-DACC-FBA4-34F8-B330DD68E9CA}"/>
          </ac:spMkLst>
        </pc:spChg>
        <pc:spChg chg="add mod ord">
          <ac:chgData name="Iain Styles" userId="befbdaae-53f8-4d26-a8dc-3366b09f768a" providerId="ADAL" clId="{5E0D2633-D8F6-500D-A7FC-C9CB56BC4BFB}" dt="2026-09-27T17:16:48.435" v="2568" actId="20577"/>
          <ac:spMkLst>
            <pc:docMk/>
            <pc:sldMk cId="1224717380" sldId="412"/>
            <ac:spMk id="7" creationId="{836B4127-BD14-E70B-7635-0A912EEB66FF}"/>
          </ac:spMkLst>
        </pc:spChg>
        <pc:spChg chg="add mod ord">
          <ac:chgData name="Iain Styles" userId="befbdaae-53f8-4d26-a8dc-3366b09f768a" providerId="ADAL" clId="{5E0D2633-D8F6-500D-A7FC-C9CB56BC4BFB}" dt="2026-09-27T17:20:27.393" v="3156" actId="20577"/>
          <ac:spMkLst>
            <pc:docMk/>
            <pc:sldMk cId="1224717380" sldId="412"/>
            <ac:spMk id="8" creationId="{EDC5A242-B5D5-15D5-0BDB-05D6D88E9ED7}"/>
          </ac:spMkLst>
        </pc:spChg>
      </pc:sldChg>
      <pc:sldChg chg="new del">
        <pc:chgData name="Iain Styles" userId="befbdaae-53f8-4d26-a8dc-3366b09f768a" providerId="ADAL" clId="{5E0D2633-D8F6-500D-A7FC-C9CB56BC4BFB}" dt="2026-09-27T15:55:10.104" v="2560" actId="2696"/>
        <pc:sldMkLst>
          <pc:docMk/>
          <pc:sldMk cId="1754944137" sldId="412"/>
        </pc:sldMkLst>
      </pc:sldChg>
      <pc:sldChg chg="delSp new mod">
        <pc:chgData name="Iain Styles" userId="befbdaae-53f8-4d26-a8dc-3366b09f768a" providerId="ADAL" clId="{5E0D2633-D8F6-500D-A7FC-C9CB56BC4BFB}" dt="2026-09-27T17:45:27.856" v="3162" actId="478"/>
        <pc:sldMkLst>
          <pc:docMk/>
          <pc:sldMk cId="2709126017" sldId="413"/>
        </pc:sldMkLst>
        <pc:spChg chg="del">
          <ac:chgData name="Iain Styles" userId="befbdaae-53f8-4d26-a8dc-3366b09f768a" providerId="ADAL" clId="{5E0D2633-D8F6-500D-A7FC-C9CB56BC4BFB}" dt="2026-09-27T17:45:26.058" v="3161" actId="478"/>
          <ac:spMkLst>
            <pc:docMk/>
            <pc:sldMk cId="2709126017" sldId="413"/>
            <ac:spMk id="2" creationId="{0AE2BF17-2A53-BEBC-03FD-23FF9ACAC831}"/>
          </ac:spMkLst>
        </pc:spChg>
        <pc:spChg chg="del">
          <ac:chgData name="Iain Styles" userId="befbdaae-53f8-4d26-a8dc-3366b09f768a" providerId="ADAL" clId="{5E0D2633-D8F6-500D-A7FC-C9CB56BC4BFB}" dt="2026-09-27T17:45:27.856" v="3162" actId="478"/>
          <ac:spMkLst>
            <pc:docMk/>
            <pc:sldMk cId="2709126017" sldId="413"/>
            <ac:spMk id="3" creationId="{FB604CBE-A517-415B-4647-58D2F471B1E5}"/>
          </ac:spMkLst>
        </pc:spChg>
      </pc:sldChg>
      <pc:sldChg chg="delSp new mod">
        <pc:chgData name="Iain Styles" userId="befbdaae-53f8-4d26-a8dc-3366b09f768a" providerId="ADAL" clId="{5E0D2633-D8F6-500D-A7FC-C9CB56BC4BFB}" dt="2026-09-27T17:45:31.900" v="3164" actId="478"/>
        <pc:sldMkLst>
          <pc:docMk/>
          <pc:sldMk cId="1775951965" sldId="414"/>
        </pc:sldMkLst>
        <pc:spChg chg="del">
          <ac:chgData name="Iain Styles" userId="befbdaae-53f8-4d26-a8dc-3366b09f768a" providerId="ADAL" clId="{5E0D2633-D8F6-500D-A7FC-C9CB56BC4BFB}" dt="2026-09-27T17:45:30.620" v="3163" actId="478"/>
          <ac:spMkLst>
            <pc:docMk/>
            <pc:sldMk cId="1775951965" sldId="414"/>
            <ac:spMk id="2" creationId="{FDD9BA0F-E4B1-F857-26BC-8899166A8466}"/>
          </ac:spMkLst>
        </pc:spChg>
        <pc:spChg chg="del">
          <ac:chgData name="Iain Styles" userId="befbdaae-53f8-4d26-a8dc-3366b09f768a" providerId="ADAL" clId="{5E0D2633-D8F6-500D-A7FC-C9CB56BC4BFB}" dt="2026-09-27T17:45:31.900" v="3164" actId="478"/>
          <ac:spMkLst>
            <pc:docMk/>
            <pc:sldMk cId="1775951965" sldId="414"/>
            <ac:spMk id="3" creationId="{015321D9-2FFB-B48B-C05B-716ED175A665}"/>
          </ac:spMkLst>
        </pc:spChg>
      </pc:sldChg>
      <pc:sldChg chg="delSp new mod">
        <pc:chgData name="Iain Styles" userId="befbdaae-53f8-4d26-a8dc-3366b09f768a" providerId="ADAL" clId="{5E0D2633-D8F6-500D-A7FC-C9CB56BC4BFB}" dt="2026-09-27T17:45:36.069" v="3166" actId="478"/>
        <pc:sldMkLst>
          <pc:docMk/>
          <pc:sldMk cId="980487504" sldId="415"/>
        </pc:sldMkLst>
        <pc:spChg chg="del">
          <ac:chgData name="Iain Styles" userId="befbdaae-53f8-4d26-a8dc-3366b09f768a" providerId="ADAL" clId="{5E0D2633-D8F6-500D-A7FC-C9CB56BC4BFB}" dt="2026-09-27T17:45:34.398" v="3165" actId="478"/>
          <ac:spMkLst>
            <pc:docMk/>
            <pc:sldMk cId="980487504" sldId="415"/>
            <ac:spMk id="2" creationId="{76F0370F-8C75-42D8-F74E-47CFE64CFB3B}"/>
          </ac:spMkLst>
        </pc:spChg>
        <pc:spChg chg="del">
          <ac:chgData name="Iain Styles" userId="befbdaae-53f8-4d26-a8dc-3366b09f768a" providerId="ADAL" clId="{5E0D2633-D8F6-500D-A7FC-C9CB56BC4BFB}" dt="2026-09-27T17:45:36.069" v="3166" actId="478"/>
          <ac:spMkLst>
            <pc:docMk/>
            <pc:sldMk cId="980487504" sldId="415"/>
            <ac:spMk id="3" creationId="{A32F47F7-75F8-B5D4-8769-CF38FCF21836}"/>
          </ac:spMkLst>
        </pc:spChg>
      </pc:sldChg>
      <pc:sldChg chg="addSp modSp add mod chgLayout">
        <pc:chgData name="Iain Styles" userId="befbdaae-53f8-4d26-a8dc-3366b09f768a" providerId="ADAL" clId="{5E0D2633-D8F6-500D-A7FC-C9CB56BC4BFB}" dt="2026-09-27T17:50:49.063" v="3415" actId="20577"/>
        <pc:sldMkLst>
          <pc:docMk/>
          <pc:sldMk cId="3402329257" sldId="416"/>
        </pc:sldMkLst>
        <pc:spChg chg="add mod ord">
          <ac:chgData name="Iain Styles" userId="befbdaae-53f8-4d26-a8dc-3366b09f768a" providerId="ADAL" clId="{5E0D2633-D8F6-500D-A7FC-C9CB56BC4BFB}" dt="2026-09-27T17:46:58.226" v="3240" actId="20577"/>
          <ac:spMkLst>
            <pc:docMk/>
            <pc:sldMk cId="3402329257" sldId="416"/>
            <ac:spMk id="2" creationId="{1C024E65-C342-DF9D-23D9-2538ED9F5157}"/>
          </ac:spMkLst>
        </pc:spChg>
        <pc:spChg chg="add mod ord">
          <ac:chgData name="Iain Styles" userId="befbdaae-53f8-4d26-a8dc-3366b09f768a" providerId="ADAL" clId="{5E0D2633-D8F6-500D-A7FC-C9CB56BC4BFB}" dt="2026-09-27T17:50:49.063" v="3415" actId="20577"/>
          <ac:spMkLst>
            <pc:docMk/>
            <pc:sldMk cId="3402329257" sldId="416"/>
            <ac:spMk id="3" creationId="{D27892CB-BED0-B7EE-C699-7A8069B545B5}"/>
          </ac:spMkLst>
        </pc:spChg>
        <pc:spChg chg="mod ord">
          <ac:chgData name="Iain Styles" userId="befbdaae-53f8-4d26-a8dc-3366b09f768a" providerId="ADAL" clId="{5E0D2633-D8F6-500D-A7FC-C9CB56BC4BFB}" dt="2026-09-27T17:46:35.737" v="3201" actId="700"/>
          <ac:spMkLst>
            <pc:docMk/>
            <pc:sldMk cId="3402329257" sldId="416"/>
            <ac:spMk id="4" creationId="{0F1619A0-8A54-628E-75D4-8672184BCC4A}"/>
          </ac:spMkLst>
        </pc:spChg>
        <pc:picChg chg="add mod">
          <ac:chgData name="Iain Styles" userId="befbdaae-53f8-4d26-a8dc-3366b09f768a" providerId="ADAL" clId="{5E0D2633-D8F6-500D-A7FC-C9CB56BC4BFB}" dt="2026-09-27T17:50:21.612" v="3352" actId="1076"/>
          <ac:picMkLst>
            <pc:docMk/>
            <pc:sldMk cId="3402329257" sldId="416"/>
            <ac:picMk id="5" creationId="{AC99B68E-D723-A71A-3CCC-ED0D338DC6F4}"/>
          </ac:picMkLst>
        </pc:picChg>
      </pc:sldChg>
      <pc:sldChg chg="modSp add mod">
        <pc:chgData name="Iain Styles" userId="befbdaae-53f8-4d26-a8dc-3366b09f768a" providerId="ADAL" clId="{5E0D2633-D8F6-500D-A7FC-C9CB56BC4BFB}" dt="2026-09-27T17:52:02.631" v="3462" actId="20577"/>
        <pc:sldMkLst>
          <pc:docMk/>
          <pc:sldMk cId="4065358225" sldId="417"/>
        </pc:sldMkLst>
        <pc:spChg chg="mod">
          <ac:chgData name="Iain Styles" userId="befbdaae-53f8-4d26-a8dc-3366b09f768a" providerId="ADAL" clId="{5E0D2633-D8F6-500D-A7FC-C9CB56BC4BFB}" dt="2026-09-27T17:52:02.631" v="3462" actId="20577"/>
          <ac:spMkLst>
            <pc:docMk/>
            <pc:sldMk cId="4065358225" sldId="417"/>
            <ac:spMk id="3" creationId="{422367FD-B14B-BB26-CE8D-65DD15B8C522}"/>
          </ac:spMkLst>
        </pc:spChg>
      </pc:sldChg>
      <pc:sldChg chg="modSp add mod">
        <pc:chgData name="Iain Styles" userId="befbdaae-53f8-4d26-a8dc-3366b09f768a" providerId="ADAL" clId="{5E0D2633-D8F6-500D-A7FC-C9CB56BC4BFB}" dt="2026-09-27T17:53:16.930" v="3504" actId="404"/>
        <pc:sldMkLst>
          <pc:docMk/>
          <pc:sldMk cId="2705564608" sldId="418"/>
        </pc:sldMkLst>
        <pc:spChg chg="mod">
          <ac:chgData name="Iain Styles" userId="befbdaae-53f8-4d26-a8dc-3366b09f768a" providerId="ADAL" clId="{5E0D2633-D8F6-500D-A7FC-C9CB56BC4BFB}" dt="2026-09-27T17:53:16.930" v="3504" actId="404"/>
          <ac:spMkLst>
            <pc:docMk/>
            <pc:sldMk cId="2705564608" sldId="418"/>
            <ac:spMk id="3" creationId="{65AF9B22-7772-7A7E-0D79-A0A0EBFAE0C0}"/>
          </ac:spMkLst>
        </pc:spChg>
      </pc:sldChg>
      <pc:sldChg chg="add">
        <pc:chgData name="Iain Styles" userId="befbdaae-53f8-4d26-a8dc-3366b09f768a" providerId="ADAL" clId="{5E0D2633-D8F6-500D-A7FC-C9CB56BC4BFB}" dt="2026-09-27T18:20:24.368" v="3523"/>
        <pc:sldMkLst>
          <pc:docMk/>
          <pc:sldMk cId="634556142" sldId="419"/>
        </pc:sldMkLst>
      </pc:sldChg>
      <pc:sldChg chg="new del">
        <pc:chgData name="Iain Styles" userId="befbdaae-53f8-4d26-a8dc-3366b09f768a" providerId="ADAL" clId="{5E0D2633-D8F6-500D-A7FC-C9CB56BC4BFB}" dt="2026-09-27T17:54:05.506" v="3507" actId="2696"/>
        <pc:sldMkLst>
          <pc:docMk/>
          <pc:sldMk cId="783126603" sldId="419"/>
        </pc:sldMkLst>
      </pc:sldChg>
      <pc:sldChg chg="modSp add mod modAnim">
        <pc:chgData name="Iain Styles" userId="befbdaae-53f8-4d26-a8dc-3366b09f768a" providerId="ADAL" clId="{5E0D2633-D8F6-500D-A7FC-C9CB56BC4BFB}" dt="2026-09-27T18:52:01.736" v="3914" actId="5793"/>
        <pc:sldMkLst>
          <pc:docMk/>
          <pc:sldMk cId="4019555163" sldId="420"/>
        </pc:sldMkLst>
        <pc:spChg chg="mod">
          <ac:chgData name="Iain Styles" userId="befbdaae-53f8-4d26-a8dc-3366b09f768a" providerId="ADAL" clId="{5E0D2633-D8F6-500D-A7FC-C9CB56BC4BFB}" dt="2026-09-27T18:52:01.736" v="3914" actId="5793"/>
          <ac:spMkLst>
            <pc:docMk/>
            <pc:sldMk cId="4019555163" sldId="420"/>
            <ac:spMk id="3" creationId="{838A5BC0-F3E9-D82B-A3B7-3EB45B9B0480}"/>
          </ac:spMkLst>
        </pc:spChg>
      </pc:sldChg>
      <pc:sldChg chg="addSp delSp modSp add mod">
        <pc:chgData name="Iain Styles" userId="befbdaae-53f8-4d26-a8dc-3366b09f768a" providerId="ADAL" clId="{5E0D2633-D8F6-500D-A7FC-C9CB56BC4BFB}" dt="2026-09-27T19:10:43.016" v="4197" actId="1076"/>
        <pc:sldMkLst>
          <pc:docMk/>
          <pc:sldMk cId="2070073062" sldId="421"/>
        </pc:sldMkLst>
        <pc:spChg chg="mod">
          <ac:chgData name="Iain Styles" userId="befbdaae-53f8-4d26-a8dc-3366b09f768a" providerId="ADAL" clId="{5E0D2633-D8F6-500D-A7FC-C9CB56BC4BFB}" dt="2026-09-27T19:10:38.054" v="4195" actId="20577"/>
          <ac:spMkLst>
            <pc:docMk/>
            <pc:sldMk cId="2070073062" sldId="421"/>
            <ac:spMk id="2" creationId="{58F39AD3-8044-713B-54EA-6E56CA0F1776}"/>
          </ac:spMkLst>
        </pc:spChg>
        <pc:spChg chg="add del mod">
          <ac:chgData name="Iain Styles" userId="befbdaae-53f8-4d26-a8dc-3366b09f768a" providerId="ADAL" clId="{5E0D2633-D8F6-500D-A7FC-C9CB56BC4BFB}" dt="2026-09-27T19:00:50.147" v="4154" actId="478"/>
          <ac:spMkLst>
            <pc:docMk/>
            <pc:sldMk cId="2070073062" sldId="421"/>
            <ac:spMk id="5" creationId="{ECE9101A-F0D5-9B36-985B-A291C5A0BBEC}"/>
          </ac:spMkLst>
        </pc:spChg>
        <pc:spChg chg="del mod">
          <ac:chgData name="Iain Styles" userId="befbdaae-53f8-4d26-a8dc-3366b09f768a" providerId="ADAL" clId="{5E0D2633-D8F6-500D-A7FC-C9CB56BC4BFB}" dt="2026-09-27T19:00:48.397" v="4153" actId="478"/>
          <ac:spMkLst>
            <pc:docMk/>
            <pc:sldMk cId="2070073062" sldId="421"/>
            <ac:spMk id="6" creationId="{08C8099B-4BA3-1FCF-83E3-64C3579C5301}"/>
          </ac:spMkLst>
        </pc:spChg>
        <pc:spChg chg="del">
          <ac:chgData name="Iain Styles" userId="befbdaae-53f8-4d26-a8dc-3366b09f768a" providerId="ADAL" clId="{5E0D2633-D8F6-500D-A7FC-C9CB56BC4BFB}" dt="2026-09-27T18:59:30.899" v="4088" actId="478"/>
          <ac:spMkLst>
            <pc:docMk/>
            <pc:sldMk cId="2070073062" sldId="421"/>
            <ac:spMk id="9" creationId="{D569025A-3AB4-1661-583D-530661CB04A7}"/>
          </ac:spMkLst>
        </pc:spChg>
        <pc:picChg chg="add mod">
          <ac:chgData name="Iain Styles" userId="befbdaae-53f8-4d26-a8dc-3366b09f768a" providerId="ADAL" clId="{5E0D2633-D8F6-500D-A7FC-C9CB56BC4BFB}" dt="2026-09-27T19:10:43.016" v="4197" actId="1076"/>
          <ac:picMkLst>
            <pc:docMk/>
            <pc:sldMk cId="2070073062" sldId="421"/>
            <ac:picMk id="7" creationId="{90DD0712-7307-C222-5351-810E65550760}"/>
          </ac:picMkLst>
        </pc:picChg>
      </pc:sldChg>
      <pc:sldChg chg="addSp delSp modSp new mod">
        <pc:chgData name="Iain Styles" userId="befbdaae-53f8-4d26-a8dc-3366b09f768a" providerId="ADAL" clId="{5E0D2633-D8F6-500D-A7FC-C9CB56BC4BFB}" dt="2026-09-27T19:14:03.116" v="4312" actId="14100"/>
        <pc:sldMkLst>
          <pc:docMk/>
          <pc:sldMk cId="2596182602" sldId="422"/>
        </pc:sldMkLst>
        <pc:spChg chg="del">
          <ac:chgData name="Iain Styles" userId="befbdaae-53f8-4d26-a8dc-3366b09f768a" providerId="ADAL" clId="{5E0D2633-D8F6-500D-A7FC-C9CB56BC4BFB}" dt="2026-09-27T19:13:56.118" v="4309" actId="478"/>
          <ac:spMkLst>
            <pc:docMk/>
            <pc:sldMk cId="2596182602" sldId="422"/>
            <ac:spMk id="2" creationId="{3BA2C530-228F-0109-CA88-6279B8D8589F}"/>
          </ac:spMkLst>
        </pc:spChg>
        <pc:spChg chg="mod">
          <ac:chgData name="Iain Styles" userId="befbdaae-53f8-4d26-a8dc-3366b09f768a" providerId="ADAL" clId="{5E0D2633-D8F6-500D-A7FC-C9CB56BC4BFB}" dt="2026-09-27T19:13:53.915" v="4308" actId="14100"/>
          <ac:spMkLst>
            <pc:docMk/>
            <pc:sldMk cId="2596182602" sldId="422"/>
            <ac:spMk id="3" creationId="{74BF2F84-3388-50B4-0FEA-2885159F0590}"/>
          </ac:spMkLst>
        </pc:spChg>
        <pc:spChg chg="del">
          <ac:chgData name="Iain Styles" userId="befbdaae-53f8-4d26-a8dc-3366b09f768a" providerId="ADAL" clId="{5E0D2633-D8F6-500D-A7FC-C9CB56BC4BFB}" dt="2026-09-27T19:13:56.118" v="4309" actId="478"/>
          <ac:spMkLst>
            <pc:docMk/>
            <pc:sldMk cId="2596182602" sldId="422"/>
            <ac:spMk id="4" creationId="{EFBFB5E2-6438-1359-E700-B7C90888C582}"/>
          </ac:spMkLst>
        </pc:spChg>
        <pc:picChg chg="add mod">
          <ac:chgData name="Iain Styles" userId="befbdaae-53f8-4d26-a8dc-3366b09f768a" providerId="ADAL" clId="{5E0D2633-D8F6-500D-A7FC-C9CB56BC4BFB}" dt="2026-09-27T19:14:03.116" v="4312" actId="14100"/>
          <ac:picMkLst>
            <pc:docMk/>
            <pc:sldMk cId="2596182602" sldId="422"/>
            <ac:picMk id="6" creationId="{72AF3028-DDA4-5C1C-DAC9-08788B38A4AE}"/>
          </ac:picMkLst>
        </pc:picChg>
      </pc:sldChg>
      <pc:sldChg chg="new del">
        <pc:chgData name="Iain Styles" userId="befbdaae-53f8-4d26-a8dc-3366b09f768a" providerId="ADAL" clId="{5E0D2633-D8F6-500D-A7FC-C9CB56BC4BFB}" dt="2026-09-27T19:30:37.116" v="4384" actId="680"/>
        <pc:sldMkLst>
          <pc:docMk/>
          <pc:sldMk cId="1399151011" sldId="423"/>
        </pc:sldMkLst>
      </pc:sldChg>
      <pc:sldChg chg="addSp delSp modSp new mod ord">
        <pc:chgData name="Iain Styles" userId="befbdaae-53f8-4d26-a8dc-3366b09f768a" providerId="ADAL" clId="{5E0D2633-D8F6-500D-A7FC-C9CB56BC4BFB}" dt="2026-09-27T19:57:47.648" v="4740" actId="20577"/>
        <pc:sldMkLst>
          <pc:docMk/>
          <pc:sldMk cId="3183884625" sldId="423"/>
        </pc:sldMkLst>
        <pc:spChg chg="mod">
          <ac:chgData name="Iain Styles" userId="befbdaae-53f8-4d26-a8dc-3366b09f768a" providerId="ADAL" clId="{5E0D2633-D8F6-500D-A7FC-C9CB56BC4BFB}" dt="2026-09-27T19:48:34.968" v="4467" actId="20577"/>
          <ac:spMkLst>
            <pc:docMk/>
            <pc:sldMk cId="3183884625" sldId="423"/>
            <ac:spMk id="2" creationId="{7C0D87C4-D776-A5E9-16FF-05B29B579BD9}"/>
          </ac:spMkLst>
        </pc:spChg>
        <pc:spChg chg="mod">
          <ac:chgData name="Iain Styles" userId="befbdaae-53f8-4d26-a8dc-3366b09f768a" providerId="ADAL" clId="{5E0D2633-D8F6-500D-A7FC-C9CB56BC4BFB}" dt="2026-09-27T19:57:47.648" v="4740" actId="20577"/>
          <ac:spMkLst>
            <pc:docMk/>
            <pc:sldMk cId="3183884625" sldId="423"/>
            <ac:spMk id="3" creationId="{5D81BF9F-CDCD-99CA-7B0D-2DD1842F8BF7}"/>
          </ac:spMkLst>
        </pc:spChg>
        <pc:spChg chg="add del">
          <ac:chgData name="Iain Styles" userId="befbdaae-53f8-4d26-a8dc-3366b09f768a" providerId="ADAL" clId="{5E0D2633-D8F6-500D-A7FC-C9CB56BC4BFB}" dt="2026-09-27T19:42:54.195" v="4408" actId="478"/>
          <ac:spMkLst>
            <pc:docMk/>
            <pc:sldMk cId="3183884625" sldId="423"/>
            <ac:spMk id="6" creationId="{E8B7C18E-E9B8-D6A0-D842-D2D027F7CB05}"/>
          </ac:spMkLst>
        </pc:spChg>
        <pc:picChg chg="add del mod">
          <ac:chgData name="Iain Styles" userId="befbdaae-53f8-4d26-a8dc-3366b09f768a" providerId="ADAL" clId="{5E0D2633-D8F6-500D-A7FC-C9CB56BC4BFB}" dt="2026-09-27T19:48:39.030" v="4468" actId="478"/>
          <ac:picMkLst>
            <pc:docMk/>
            <pc:sldMk cId="3183884625" sldId="423"/>
            <ac:picMk id="7" creationId="{9C372950-5ACC-0F2F-16C3-AA8C89EEAED3}"/>
          </ac:picMkLst>
        </pc:picChg>
      </pc:sldChg>
      <pc:sldChg chg="modSp add mod ord">
        <pc:chgData name="Iain Styles" userId="befbdaae-53f8-4d26-a8dc-3366b09f768a" providerId="ADAL" clId="{5E0D2633-D8F6-500D-A7FC-C9CB56BC4BFB}" dt="2026-09-27T19:48:26.652" v="4450" actId="20578"/>
        <pc:sldMkLst>
          <pc:docMk/>
          <pc:sldMk cId="1641073345" sldId="424"/>
        </pc:sldMkLst>
        <pc:spChg chg="mod">
          <ac:chgData name="Iain Styles" userId="befbdaae-53f8-4d26-a8dc-3366b09f768a" providerId="ADAL" clId="{5E0D2633-D8F6-500D-A7FC-C9CB56BC4BFB}" dt="2026-09-27T19:48:11.567" v="4449" actId="20577"/>
          <ac:spMkLst>
            <pc:docMk/>
            <pc:sldMk cId="1641073345" sldId="424"/>
            <ac:spMk id="2" creationId="{1161873A-DDD8-BB4F-9570-0DDE078900EE}"/>
          </ac:spMkLst>
        </pc:spChg>
      </pc:sldChg>
      <pc:sldChg chg="modSp add mod">
        <pc:chgData name="Iain Styles" userId="befbdaae-53f8-4d26-a8dc-3366b09f768a" providerId="ADAL" clId="{5E0D2633-D8F6-500D-A7FC-C9CB56BC4BFB}" dt="2026-09-27T19:58:14.773" v="4769"/>
        <pc:sldMkLst>
          <pc:docMk/>
          <pc:sldMk cId="2228186238" sldId="425"/>
        </pc:sldMkLst>
        <pc:spChg chg="mod">
          <ac:chgData name="Iain Styles" userId="befbdaae-53f8-4d26-a8dc-3366b09f768a" providerId="ADAL" clId="{5E0D2633-D8F6-500D-A7FC-C9CB56BC4BFB}" dt="2026-09-27T19:58:14.773" v="4769"/>
          <ac:spMkLst>
            <pc:docMk/>
            <pc:sldMk cId="2228186238" sldId="425"/>
            <ac:spMk id="3" creationId="{53164461-473B-706F-3A0B-8852A6ACEC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36D3417-75BC-C54F-B209-3B706A8CCE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CE0A46D-43DE-BC4C-9837-2979FE0093D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7ADF77-2023-D74B-9A03-BFA0C5C7CE1A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1BBCED-4587-A646-BEDB-46936438AF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44CE3C-DF0C-9349-B48C-C47FA90BE6D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EC03ADA-6B43-F443-8DD3-2F88E92869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3618733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2376A3-60EE-9D4E-A7A1-CB0D7A163B62}" type="datetimeFigureOut">
              <a:rPr lang="en-US" smtClean="0"/>
              <a:t>9/27/26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16C9C-3AD8-BF4F-8988-7C4865BA5A8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2529046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marR="0" lvl="0" indent="-17145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</a:t>
            </a:r>
            <a:r>
              <a:rPr lang="en-US" dirty="0" err="1"/>
              <a:t>colour</a:t>
            </a:r>
            <a:r>
              <a:rPr lang="en-US" dirty="0"/>
              <a:t> bar is to be used for Artificial Intelligence</a:t>
            </a:r>
          </a:p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8940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033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110399-CDF7-3EB8-B91E-A8D7412385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C30DD39-6385-A983-EC34-E28BE563EA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0080BA-A69F-8DF1-BFA5-3F7E356359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524483-1755-7A4A-150B-FEBEF68B30D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621DF9-CBB2-77AA-681F-4EBF0CC9324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C116C9C-3AD8-BF4F-8988-7C4865BA5A8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00116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 - Main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698111C-9A9D-874F-B913-835AC8922020}"/>
              </a:ext>
            </a:extLst>
          </p:cNvPr>
          <p:cNvSpPr/>
          <p:nvPr userDrawn="1"/>
        </p:nvSpPr>
        <p:spPr>
          <a:xfrm>
            <a:off x="0" y="6032501"/>
            <a:ext cx="12192000" cy="825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</p:spTree>
    <p:extLst>
      <p:ext uri="{BB962C8B-B14F-4D97-AF65-F5344CB8AC3E}">
        <p14:creationId xmlns:p14="http://schemas.microsoft.com/office/powerpoint/2010/main" val="21645169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Page - Artificial Intelligenc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433931" y="2629454"/>
            <a:ext cx="4969768" cy="470617"/>
          </a:xfrm>
        </p:spPr>
        <p:txBody>
          <a:bodyPr anchor="t" anchorCtr="0">
            <a:noAutofit/>
          </a:bodyPr>
          <a:lstStyle>
            <a:lvl1pPr>
              <a:defRPr sz="32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Course Name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295E2BA-58FD-5E4E-8F42-9E6344E1C6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95669" y="2711451"/>
            <a:ext cx="3962400" cy="14351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753BDB1-FC33-E04C-91E0-BAB1298236CE}"/>
              </a:ext>
            </a:extLst>
          </p:cNvPr>
          <p:cNvSpPr/>
          <p:nvPr userDrawn="1"/>
        </p:nvSpPr>
        <p:spPr>
          <a:xfrm>
            <a:off x="6073142" y="2030896"/>
            <a:ext cx="45719" cy="279620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1">
              <a:ln>
                <a:noFill/>
              </a:ln>
            </a:endParaRP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FDCB58E4-D0E7-2B43-B88B-1F3C4E2711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33931" y="3237128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4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Module Title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0980713D-C243-AE4D-B526-6881A9C017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33931" y="3757929"/>
            <a:ext cx="4969768" cy="38374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2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Lecture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0E60B0-A2C1-574C-9353-D0018515D1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82971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Contents 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8620CE5F-17DD-B74D-9272-0308033DFFD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8"/>
            <a:ext cx="10515600" cy="595431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Contents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4F0E0-69EF-AC48-B54C-7ABE40BDE8D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071061"/>
            <a:ext cx="10515600" cy="4975320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None/>
              <a:tabLst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marL="514338" marR="0" lvl="0" indent="-514338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en-US" dirty="0"/>
              <a:t>Page Name Here</a:t>
            </a:r>
          </a:p>
          <a:p>
            <a:pPr lvl="0"/>
            <a:endParaRPr lang="en-US" dirty="0"/>
          </a:p>
          <a:p>
            <a:pPr lvl="0"/>
            <a:r>
              <a:rPr lang="en-US" dirty="0"/>
              <a:t>    </a:t>
            </a:r>
          </a:p>
        </p:txBody>
      </p:sp>
    </p:spTree>
    <p:extLst>
      <p:ext uri="{BB962C8B-B14F-4D97-AF65-F5344CB8AC3E}">
        <p14:creationId xmlns:p14="http://schemas.microsoft.com/office/powerpoint/2010/main" val="1821226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Quot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2427190"/>
            <a:ext cx="4969768" cy="2003621"/>
          </a:xfrm>
        </p:spPr>
        <p:txBody>
          <a:bodyPr anchor="ctr" anchorCtr="0">
            <a:noAutofit/>
          </a:bodyPr>
          <a:lstStyle>
            <a:lvl1pPr algn="ctr">
              <a:defRPr sz="36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This page is to be </a:t>
            </a:r>
            <a:br>
              <a:rPr lang="en-US" dirty="0"/>
            </a:br>
            <a:r>
              <a:rPr lang="en-US" dirty="0"/>
              <a:t>used for any quote or foreword to be used. </a:t>
            </a:r>
          </a:p>
        </p:txBody>
      </p:sp>
    </p:spTree>
    <p:extLst>
      <p:ext uri="{BB962C8B-B14F-4D97-AF65-F5344CB8AC3E}">
        <p14:creationId xmlns:p14="http://schemas.microsoft.com/office/powerpoint/2010/main" val="14891561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ge Style - Section Titl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B21C0823-7DA8-F24C-95B7-EE3FEA14E6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611116" y="3076379"/>
            <a:ext cx="4969768" cy="705243"/>
          </a:xfrm>
        </p:spPr>
        <p:txBody>
          <a:bodyPr anchor="ctr" anchorCtr="0">
            <a:noAutofit/>
          </a:bodyPr>
          <a:lstStyle>
            <a:lvl1pPr algn="ctr">
              <a:defRPr sz="5400" b="1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Section Title </a:t>
            </a:r>
          </a:p>
        </p:txBody>
      </p:sp>
    </p:spTree>
    <p:extLst>
      <p:ext uri="{BB962C8B-B14F-4D97-AF65-F5344CB8AC3E}">
        <p14:creationId xmlns:p14="http://schemas.microsoft.com/office/powerpoint/2010/main" val="1334409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1 - Text Left / Image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7FE3E8F6-20BF-5D45-B11E-96876ED32A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1" name="Text Placeholder 13">
            <a:extLst>
              <a:ext uri="{FF2B5EF4-FFF2-40B4-BE49-F238E27FC236}">
                <a16:creationId xmlns:a16="http://schemas.microsoft.com/office/drawing/2014/main" id="{2F0EFC19-CF41-DB41-B8E9-C60A32D7A19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3"/>
            <a:ext cx="4969768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22" name="Picture Placeholder 18">
            <a:extLst>
              <a:ext uri="{FF2B5EF4-FFF2-40B4-BE49-F238E27FC236}">
                <a16:creationId xmlns:a16="http://schemas.microsoft.com/office/drawing/2014/main" id="{C4F13C3A-B7AB-9E4E-B901-9EE3CE3FC6A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384032" y="381419"/>
            <a:ext cx="4968552" cy="5632056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638B46F-0F90-D7AF-02A4-2409B2F6AF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603A4BA0-775A-868E-5C6C-3CE88C60D6C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6F61729-FDED-6C92-2534-0450706B21C9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51BC700-26F9-685D-1F07-780CAA5FF9DC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31" name="Picture 30">
                <a:extLst>
                  <a:ext uri="{FF2B5EF4-FFF2-40B4-BE49-F238E27FC236}">
                    <a16:creationId xmlns:a16="http://schemas.microsoft.com/office/drawing/2014/main" id="{0BE710A2-DADD-146C-1DBD-25E77DC846B9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44A142B8-3C09-6932-5ACA-FE6C4AA1213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32" name="Slide Number Placeholder 4">
            <a:extLst>
              <a:ext uri="{FF2B5EF4-FFF2-40B4-BE49-F238E27FC236}">
                <a16:creationId xmlns:a16="http://schemas.microsoft.com/office/drawing/2014/main" id="{854EF07A-6A87-6EA1-38E2-FF8374F63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5329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2 - Image Left / Text Righ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DA33A383-C1ED-3447-A6B8-FBDDD6B0265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38" name="Text Placeholder 13">
            <a:extLst>
              <a:ext uri="{FF2B5EF4-FFF2-40B4-BE49-F238E27FC236}">
                <a16:creationId xmlns:a16="http://schemas.microsoft.com/office/drawing/2014/main" id="{36B6E0D6-2EA8-EA4E-84DA-D67B7DE8B6D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88396" y="381419"/>
            <a:ext cx="4969768" cy="5632056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sp>
        <p:nvSpPr>
          <p:cNvPr id="39" name="Picture Placeholder 18">
            <a:extLst>
              <a:ext uri="{FF2B5EF4-FFF2-40B4-BE49-F238E27FC236}">
                <a16:creationId xmlns:a16="http://schemas.microsoft.com/office/drawing/2014/main" id="{8A668FA9-1D56-0D4A-B3D6-6F44B35DE35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39416" y="1107851"/>
            <a:ext cx="4968552" cy="4899888"/>
          </a:xfrm>
        </p:spPr>
        <p:txBody>
          <a:bodyPr/>
          <a:lstStyle/>
          <a:p>
            <a:r>
              <a:rPr lang="en-GB"/>
              <a:t>Click icon to add picture</a:t>
            </a:r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0B1E2D3-A5EF-E7A2-CCDB-4A4DB8D11C8F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4355159-115E-5382-9F87-A62C23BA1D2F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E21EF9B-B835-E5EF-CB9F-D3719CCDE36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8AD6817-F6AB-852E-2CB1-AD90DEA29A68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4CDB975B-0CF3-E960-8B45-02A776FDE54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081B78A5-7211-FE1A-C661-5DA8DEAFB05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20" name="Slide Number Placeholder 4">
            <a:extLst>
              <a:ext uri="{FF2B5EF4-FFF2-40B4-BE49-F238E27FC236}">
                <a16:creationId xmlns:a16="http://schemas.microsoft.com/office/drawing/2014/main" id="{FD1C6019-0BA6-3464-94AF-91B23FF4C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14799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3 - Large Text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1">
            <a:extLst>
              <a:ext uri="{FF2B5EF4-FFF2-40B4-BE49-F238E27FC236}">
                <a16:creationId xmlns:a16="http://schemas.microsoft.com/office/drawing/2014/main" id="{B92A2B9C-E0FC-594F-A120-24372B4675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3EC21F77-4957-9348-8D69-41C656769B3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1" y="1107853"/>
            <a:ext cx="10517372" cy="4905623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68EACCF-9F5F-1F98-B9D4-2A78173213C4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5400D8FA-1B30-E7D5-3FBB-5D68123170B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871E07DC-4179-81E8-509F-D65BBBBE5273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B96D59D-6B44-202F-855F-6988285CB7BE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19151F32-D6DF-9905-127D-242FCFE19ED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36DF842B-CCB4-C51A-C7FA-E704A1052E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DB53946A-6A27-7D69-DE7F-B0B4E44F73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899460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4 - Large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edia Placeholder 2">
            <a:extLst>
              <a:ext uri="{FF2B5EF4-FFF2-40B4-BE49-F238E27FC236}">
                <a16:creationId xmlns:a16="http://schemas.microsoft.com/office/drawing/2014/main" id="{67FB7D94-160F-5546-8678-92B87AAADF8A}"/>
              </a:ext>
            </a:extLst>
          </p:cNvPr>
          <p:cNvSpPr>
            <a:spLocks noGrp="1"/>
          </p:cNvSpPr>
          <p:nvPr>
            <p:ph type="media" sz="quarter" idx="11" hasCustomPrompt="1"/>
          </p:nvPr>
        </p:nvSpPr>
        <p:spPr>
          <a:xfrm>
            <a:off x="0" y="1"/>
            <a:ext cx="12192000" cy="6032499"/>
          </a:xfrm>
        </p:spPr>
        <p:txBody>
          <a:bodyPr anchor="ctr" anchorCtr="1"/>
          <a:lstStyle>
            <a:lvl1pPr marL="0" indent="0">
              <a:buNone/>
              <a:defRPr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Large Video Slide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E0A7993-082F-448E-B3F8-486B5C968A1C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7860069-236F-1410-A0FF-2F3ABC9BD651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6A9C1FB5-0CE6-AAC7-070A-0E0C05BB372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D6544E7-10EF-9620-4436-24B5471FECB0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203276C-68DB-8AA1-317A-9F86BE06B59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EFDCDB8-1E85-B120-9ED2-2D34CB5A20D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1F10164-37E4-78CC-1489-BC552E1B3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83025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Left Text / Right Vide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edia Placeholder 2">
            <a:extLst>
              <a:ext uri="{FF2B5EF4-FFF2-40B4-BE49-F238E27FC236}">
                <a16:creationId xmlns:a16="http://schemas.microsoft.com/office/drawing/2014/main" id="{B74D8277-456C-BB4B-B005-EB6E5FD2BB05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C2E2A4F6-6AC5-2343-AA9D-DCA5C3633F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3" name="Text Placeholder 13">
            <a:extLst>
              <a:ext uri="{FF2B5EF4-FFF2-40B4-BE49-F238E27FC236}">
                <a16:creationId xmlns:a16="http://schemas.microsoft.com/office/drawing/2014/main" id="{B1C2D37E-2631-DD4A-94AA-82F69735EE2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859F9DC-AE7C-FBFF-8C9F-61BE02F5775E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14074B3-FA78-27E6-1A66-191EF809E35C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4F012BF-5A13-989E-9E98-63923C30D502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E7E9B8-E765-009E-7849-DBCBE995B39D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AE059C79-90CE-29B5-B3B6-01AFB6FC7885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C7EEBC1-ED7F-FC72-7584-5337E408E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014A1175-1073-FB62-3A2A-E19FE7760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20930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5 - Software Develop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4">
            <a:extLst>
              <a:ext uri="{FF2B5EF4-FFF2-40B4-BE49-F238E27FC236}">
                <a16:creationId xmlns:a16="http://schemas.microsoft.com/office/drawing/2014/main" id="{C7305CBB-55FB-B44B-A0B0-96E86345C48A}"/>
              </a:ext>
            </a:extLst>
          </p:cNvPr>
          <p:cNvSpPr txBox="1">
            <a:spLocks/>
          </p:cNvSpPr>
          <p:nvPr userDrawn="1"/>
        </p:nvSpPr>
        <p:spPr>
          <a:xfrm>
            <a:off x="9692640" y="6405648"/>
            <a:ext cx="22961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b="0" i="0" kern="1200">
                <a:solidFill>
                  <a:schemeClr val="bg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FE9C85F8-0BD3-7742-B238-5BE9A2749A8F}" type="slidenum">
              <a:rPr lang="en-US" sz="1000" smtClean="0"/>
              <a:pPr/>
              <a:t>‹#›</a:t>
            </a:fld>
            <a:endParaRPr lang="en-US" sz="1000" dirty="0"/>
          </a:p>
        </p:txBody>
      </p:sp>
      <p:sp>
        <p:nvSpPr>
          <p:cNvPr id="18" name="Media Placeholder 2">
            <a:extLst>
              <a:ext uri="{FF2B5EF4-FFF2-40B4-BE49-F238E27FC236}">
                <a16:creationId xmlns:a16="http://schemas.microsoft.com/office/drawing/2014/main" id="{675C1070-97AA-E14C-974E-C64156AA4727}"/>
              </a:ext>
            </a:extLst>
          </p:cNvPr>
          <p:cNvSpPr>
            <a:spLocks noGrp="1"/>
          </p:cNvSpPr>
          <p:nvPr>
            <p:ph type="media" sz="quarter" idx="11"/>
          </p:nvPr>
        </p:nvSpPr>
        <p:spPr>
          <a:xfrm>
            <a:off x="6378507" y="381419"/>
            <a:ext cx="4951412" cy="5620588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D2D60907-A2F2-994C-87D3-7689996B73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9A68E9AB-98DF-2142-9BFB-F47EF8D8E4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3FFF67C-0CD2-556E-9904-6222E6170FA8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5E6D47AA-F4FB-6BC3-5514-F902A3246624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1A03E38F-989C-9656-72FC-286B41D6CC45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21C3CEB-0AF5-075D-421C-E15D0FE48194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38872712-1DD4-0887-E813-760FFC8A9C5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7D692EEC-4BFF-D31E-839E-1C89979FD37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3" name="Slide Number Placeholder 4">
            <a:extLst>
              <a:ext uri="{FF2B5EF4-FFF2-40B4-BE49-F238E27FC236}">
                <a16:creationId xmlns:a16="http://schemas.microsoft.com/office/drawing/2014/main" id="{5C106A8E-53FA-BCB2-4892-69E52BC86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5132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6 - Bullet Point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itle 1">
            <a:extLst>
              <a:ext uri="{FF2B5EF4-FFF2-40B4-BE49-F238E27FC236}">
                <a16:creationId xmlns:a16="http://schemas.microsoft.com/office/drawing/2014/main" id="{429DAEC0-2555-2845-A15D-30799D398E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F91855CE-A534-634D-8877-E5E3DECFC3D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199" y="1100863"/>
            <a:ext cx="10503091" cy="4912611"/>
          </a:xfrm>
        </p:spPr>
        <p:txBody>
          <a:bodyPr>
            <a:normAutofit/>
          </a:bodyPr>
          <a:lstStyle>
            <a:lvl1pPr marL="285744" marR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This is to be used for any text that might require bullet point use through the </a:t>
            </a:r>
            <a:r>
              <a:rPr lang="en-US" dirty="0" err="1"/>
              <a:t>powerpoint</a:t>
            </a:r>
            <a:r>
              <a:rPr lang="en-US" dirty="0"/>
              <a:t>.</a:t>
            </a:r>
          </a:p>
          <a:p>
            <a:pPr marL="285744" marR="0" lvl="0" indent="-285744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en-US" dirty="0"/>
          </a:p>
          <a:p>
            <a:pPr lvl="0"/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B0D3CC3-42E7-7420-2506-8653F75CE1A6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C2A114-C6F2-5CBA-030B-D9A0EF0E008A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DA33D99A-80DF-B000-5C94-FE9422B75358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8E0C8D83-6C1F-4E5E-9719-BF0183A8799F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FCD31E5D-516B-571D-C15C-CD38C3A51874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1B8CF761-B206-1FA6-1631-95E8AC8BDE7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8F1884E3-782D-A62D-05AB-FE7DDB2BAC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0837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7 - Large Image Box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>
            <a:extLst>
              <a:ext uri="{FF2B5EF4-FFF2-40B4-BE49-F238E27FC236}">
                <a16:creationId xmlns:a16="http://schemas.microsoft.com/office/drawing/2014/main" id="{E57A80E5-2379-9B46-BEC6-413D106080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812783BF-98F9-9345-BF11-B0AC41FBDE6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38201" y="1119706"/>
            <a:ext cx="10531475" cy="4857857"/>
          </a:xfrm>
        </p:spPr>
        <p:txBody>
          <a:bodyPr/>
          <a:lstStyle/>
          <a:p>
            <a:r>
              <a:rPr lang="en-US" dirty="0"/>
              <a:t>Add Picture here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01BA0998-2EC2-811F-C93B-278973FB4CEB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A77E8D76-5E3D-8296-877D-09E99FE98423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6B96EF3-78F7-A366-80A6-0C642B45E4B7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B1369147-C836-5A48-5CEC-21A546E95281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BA7C5095-9559-36E6-DAA4-F5F481B5EF7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85BF1F-2D82-360A-ECA2-7AFA5E2F50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5" name="Slide Number Placeholder 4">
            <a:extLst>
              <a:ext uri="{FF2B5EF4-FFF2-40B4-BE49-F238E27FC236}">
                <a16:creationId xmlns:a16="http://schemas.microsoft.com/office/drawing/2014/main" id="{E0963CC3-AB74-9CEB-7CCB-1B45375358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33355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8 - Lef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D7B47B32-3A52-1F48-BE63-C5EB36A2E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18" name="Text Placeholder 13">
            <a:extLst>
              <a:ext uri="{FF2B5EF4-FFF2-40B4-BE49-F238E27FC236}">
                <a16:creationId xmlns:a16="http://schemas.microsoft.com/office/drawing/2014/main" id="{999451E6-42D4-A041-898E-E9362B934E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1107852"/>
            <a:ext cx="4969768" cy="4894155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4D60C82-C500-B131-44DF-EC245B0F1CA0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6B6E645-A775-B18D-7A7D-E33B24E99D45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3EFEC917-BC9B-D9F5-566E-28C4ABA92ADD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AADAF47-4FB1-16CD-8732-3E3F414B6EFA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4" name="Picture 13">
                <a:extLst>
                  <a:ext uri="{FF2B5EF4-FFF2-40B4-BE49-F238E27FC236}">
                    <a16:creationId xmlns:a16="http://schemas.microsoft.com/office/drawing/2014/main" id="{6418A011-A6DC-F25A-63AC-A7279A72759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8241CAA-D7C2-A8C8-C934-EE7AF5E04DA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B6E95B5D-F62C-23E0-9018-9BC0EBDCA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7628755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yle 9 - Right Aligned Tex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5517BEAB-A995-204B-91D6-36ABBF329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84512" y="381419"/>
            <a:ext cx="4969768" cy="632219"/>
          </a:xfrm>
        </p:spPr>
        <p:txBody>
          <a:bodyPr anchor="t" anchorCtr="0">
            <a:noAutofit/>
          </a:bodyPr>
          <a:lstStyle>
            <a:lvl1pPr>
              <a:defRPr sz="4400" b="1" i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Page Title</a:t>
            </a:r>
          </a:p>
        </p:txBody>
      </p:sp>
      <p:sp>
        <p:nvSpPr>
          <p:cNvPr id="20" name="Text Placeholder 13">
            <a:extLst>
              <a:ext uri="{FF2B5EF4-FFF2-40B4-BE49-F238E27FC236}">
                <a16:creationId xmlns:a16="http://schemas.microsoft.com/office/drawing/2014/main" id="{6B931009-8692-1340-AFDB-626C48A2153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4512" y="1114007"/>
            <a:ext cx="4969768" cy="488800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189" indent="0">
              <a:buFont typeface="+mj-lt"/>
              <a:buNone/>
              <a:defRPr/>
            </a:lvl2pPr>
            <a:lvl3pPr marL="914377" indent="0">
              <a:buFont typeface="+mj-lt"/>
              <a:buNone/>
              <a:defRPr/>
            </a:lvl3pPr>
            <a:lvl4pPr marL="1371566" indent="0">
              <a:buFont typeface="+mj-lt"/>
              <a:buNone/>
              <a:defRPr/>
            </a:lvl4pPr>
            <a:lvl5pPr marL="1828754" indent="0">
              <a:buFont typeface="+mj-lt"/>
              <a:buNone/>
              <a:defRPr/>
            </a:lvl5pPr>
          </a:lstStyle>
          <a:p>
            <a:pPr lvl="0"/>
            <a:r>
              <a:rPr lang="en-US" dirty="0"/>
              <a:t>This will be the text paragraph that will contain any of the relevant content you wish to include.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F75C75E-535D-3E13-83B2-78913A4C3803}"/>
              </a:ext>
            </a:extLst>
          </p:cNvPr>
          <p:cNvGrpSpPr/>
          <p:nvPr userDrawn="1"/>
        </p:nvGrpSpPr>
        <p:grpSpPr>
          <a:xfrm>
            <a:off x="10688320" y="6276058"/>
            <a:ext cx="1503680" cy="581942"/>
            <a:chOff x="10688320" y="6276058"/>
            <a:chExt cx="1503680" cy="581942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4C9F514-DC38-14BF-8A18-F76D2A4359FE}"/>
                </a:ext>
              </a:extLst>
            </p:cNvPr>
            <p:cNvGrpSpPr/>
            <p:nvPr userDrawn="1"/>
          </p:nvGrpSpPr>
          <p:grpSpPr>
            <a:xfrm>
              <a:off x="10688320" y="6293503"/>
              <a:ext cx="1503680" cy="564497"/>
              <a:chOff x="10688320" y="6293503"/>
              <a:chExt cx="1503680" cy="564497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C14BD3C-2E89-1792-27E5-6DCF3CC94944}"/>
                  </a:ext>
                </a:extLst>
              </p:cNvPr>
              <p:cNvSpPr/>
              <p:nvPr userDrawn="1"/>
            </p:nvSpPr>
            <p:spPr>
              <a:xfrm>
                <a:off x="10688320" y="6318421"/>
                <a:ext cx="1503680" cy="539579"/>
              </a:xfrm>
              <a:prstGeom prst="rect">
                <a:avLst/>
              </a:prstGeom>
              <a:solidFill>
                <a:schemeClr val="accent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351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0B2FB90-52B0-393C-DABB-185AB20A56F5}"/>
                  </a:ext>
                </a:extLst>
              </p:cNvPr>
              <p:cNvSpPr txBox="1"/>
              <p:nvPr userDrawn="1"/>
            </p:nvSpPr>
            <p:spPr>
              <a:xfrm>
                <a:off x="10688320" y="6293503"/>
                <a:ext cx="1402079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sz="900" b="0" i="0" kern="1200" dirty="0">
                    <a:solidFill>
                      <a:schemeClr val="bg2"/>
                    </a:solidFill>
                    <a:effectLst/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Artificial Intelligence</a:t>
                </a:r>
                <a:endParaRPr lang="en-US" sz="900" b="0" i="0" dirty="0">
                  <a:solidFill>
                    <a:schemeClr val="bg2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1CF88BE8-27A3-FCA8-0936-4A57020AF393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/>
              <a:stretch>
                <a:fillRect/>
              </a:stretch>
            </p:blipFill>
            <p:spPr>
              <a:xfrm>
                <a:off x="10772301" y="6472722"/>
                <a:ext cx="917730" cy="382856"/>
              </a:xfrm>
              <a:prstGeom prst="rect">
                <a:avLst/>
              </a:prstGeom>
            </p:spPr>
          </p:pic>
        </p:grp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F9DCB7B-97CF-0A10-074E-8778907E4C8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1157438" y="6276058"/>
              <a:ext cx="1034562" cy="581941"/>
            </a:xfrm>
            <a:prstGeom prst="rect">
              <a:avLst/>
            </a:prstGeom>
          </p:spPr>
        </p:pic>
      </p:grpSp>
      <p:sp>
        <p:nvSpPr>
          <p:cNvPr id="16" name="Slide Number Placeholder 4">
            <a:extLst>
              <a:ext uri="{FF2B5EF4-FFF2-40B4-BE49-F238E27FC236}">
                <a16:creationId xmlns:a16="http://schemas.microsoft.com/office/drawing/2014/main" id="{C7BA06DD-DBC7-D6C4-A0BA-9445D1A9F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45600" y="6417523"/>
            <a:ext cx="2743200" cy="365125"/>
          </a:xfrm>
        </p:spPr>
        <p:txBody>
          <a:bodyPr/>
          <a:lstStyle>
            <a:lvl1pPr>
              <a:defRPr sz="1000" b="0" i="0">
                <a:solidFill>
                  <a:schemeClr val="bg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E9C85F8-0BD3-7742-B238-5BE9A2749A8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09186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C85F8-0BD3-7742-B238-5BE9A2749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6357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8" r:id="rId1"/>
    <p:sldLayoutId id="2147483737" r:id="rId2"/>
    <p:sldLayoutId id="2147483661" r:id="rId3"/>
    <p:sldLayoutId id="2147483681" r:id="rId4"/>
    <p:sldLayoutId id="2147483672" r:id="rId5"/>
    <p:sldLayoutId id="2147483662" r:id="rId6"/>
    <p:sldLayoutId id="2147483663" r:id="rId7"/>
    <p:sldLayoutId id="2147483673" r:id="rId8"/>
    <p:sldLayoutId id="2147483680" r:id="rId9"/>
    <p:sldLayoutId id="2147483674" r:id="rId10"/>
    <p:sldLayoutId id="2147483710" r:id="rId11"/>
    <p:sldLayoutId id="2147483675" r:id="rId12"/>
    <p:sldLayoutId id="2147483736" r:id="rId13"/>
    <p:sldLayoutId id="2147483676" r:id="rId14"/>
    <p:sldLayoutId id="2147483677" r:id="rId15"/>
  </p:sldLayoutIdLst>
  <p:hf hdr="0" ft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E6151-F86A-8A4E-99C3-6658773558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3930" y="2629454"/>
            <a:ext cx="5610023" cy="470617"/>
          </a:xfrm>
        </p:spPr>
        <p:txBody>
          <a:bodyPr/>
          <a:lstStyle/>
          <a:p>
            <a:r>
              <a:rPr lang="en-US" dirty="0"/>
              <a:t>MSc Artificial Intelligence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972FB-9AF1-F540-A069-5B31D78CB65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Knowledge Engineering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1C70EF-FA7C-484D-A5D6-A4D325679B1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Week 3, 5 October 2026</a:t>
            </a:r>
          </a:p>
        </p:txBody>
      </p:sp>
    </p:spTree>
    <p:extLst>
      <p:ext uri="{BB962C8B-B14F-4D97-AF65-F5344CB8AC3E}">
        <p14:creationId xmlns:p14="http://schemas.microsoft.com/office/powerpoint/2010/main" val="4150415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836B4127-BD14-E70B-7635-0A912EEB6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C5A242-B5D5-15D5-0BDB-05D6D88E9E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Last week, we: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Understood and practiced how to write logic programs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Understood how logic programming are solved by 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Extended our understanding of logic to include variable, predicates, and quantifiers (first order logic)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This week we will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Review the exercises on first order logic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Understand how to solve first order logic problems using logic programming techniques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Introduce the idea of a knowledge graph and build a simple example</a:t>
            </a:r>
          </a:p>
        </p:txBody>
      </p:sp>
    </p:spTree>
    <p:extLst>
      <p:ext uri="{BB962C8B-B14F-4D97-AF65-F5344CB8AC3E}">
        <p14:creationId xmlns:p14="http://schemas.microsoft.com/office/powerpoint/2010/main" val="12247173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52B2ED-7D52-F1C3-6166-6059749EC5A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4800" dirty="0"/>
              <a:t>Solutions to 1.13 Exercises First Order Logic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4C8BB2-CE84-16B2-99F6-937C7CF0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7850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D9FC80-D746-656F-2C53-34E1A58209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1260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C78DC1-07EA-227A-B1D4-BB5E15A43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5951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625B6B-63D2-4394-F252-607107136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04875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1762E-8602-FD1C-D034-74CB9C7D5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24E65-C342-DF9D-23D9-2538ED9F51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851265" cy="632219"/>
          </a:xfrm>
        </p:spPr>
        <p:txBody>
          <a:bodyPr/>
          <a:lstStyle/>
          <a:p>
            <a:r>
              <a:rPr lang="en-US" dirty="0"/>
              <a:t>First Order Logic Programming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7892CB-BED0-B7EE-C699-7A8069B545B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We have developed an understanding of how to express systems of propositions as a logic program</a:t>
            </a: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endParaRPr lang="en-US" sz="2400" dirty="0">
              <a:solidFill>
                <a:schemeClr val="tx2"/>
              </a:solidFill>
            </a:endParaRPr>
          </a:p>
          <a:p>
            <a:r>
              <a:rPr lang="en-US" sz="2400" dirty="0">
                <a:solidFill>
                  <a:schemeClr val="tx2"/>
                </a:solidFill>
              </a:rPr>
              <a:t>How do we extend this to First Order Logic?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1619A0-8A54-628E-75D4-8672184BC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C99B68E-D723-A71A-3CCC-ED0D338DC6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427" y="2024500"/>
            <a:ext cx="59309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2329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58AAB-5C02-9A12-F098-EB04234A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2367FD-B14B-BB26-CE8D-65DD15B8C5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3600" dirty="0"/>
              <a:t>Open 1.14 First Order Logic in </a:t>
            </a:r>
            <a:r>
              <a:rPr lang="en-US" sz="3600" dirty="0" err="1"/>
              <a:t>Kanren</a:t>
            </a:r>
            <a:r>
              <a:rPr lang="en-US" sz="3600" dirty="0"/>
              <a:t> </a:t>
            </a:r>
            <a:r>
              <a:rPr lang="en-US" sz="3600" dirty="0" err="1"/>
              <a:t>nocode.ipynb</a:t>
            </a:r>
            <a:r>
              <a:rPr lang="en-US" sz="3600" dirty="0"/>
              <a:t> and code along.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91FAC8-73EF-7A4B-8FA5-72C9BA6E11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5358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5D0CE6-3C99-F04E-240B-3F8EFB77B0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AF9B22-7772-7A7E-0D79-A0A0EBFAE0C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3600" dirty="0"/>
              <a:t>Now try yourself</a:t>
            </a:r>
          </a:p>
          <a:p>
            <a:br>
              <a:rPr lang="en-GB" sz="4800" dirty="0">
                <a:solidFill>
                  <a:schemeClr val="tx2"/>
                </a:solidFill>
              </a:rPr>
            </a:br>
            <a:r>
              <a:rPr lang="en-US" sz="3600" dirty="0"/>
              <a:t>1.15 Exercises First Order Logic </a:t>
            </a:r>
            <a:r>
              <a:rPr lang="en-US" sz="3600" dirty="0" err="1"/>
              <a:t>Kanren.ipynb</a:t>
            </a:r>
            <a:endParaRPr lang="en-US" sz="48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0B76CD-7403-0F79-7FAB-27BCD29BA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5564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C9A963-9BEF-4183-42A9-E5B9658A3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11606048" cy="632219"/>
          </a:xfrm>
        </p:spPr>
        <p:txBody>
          <a:bodyPr/>
          <a:lstStyle/>
          <a:p>
            <a:r>
              <a:rPr lang="en-US"/>
              <a:t>Graph Representations of Knowledge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41DD5-A4E6-29C8-2B6F-086839C8A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20B0EB6-F325-968A-A7F4-1980D6EB5C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294981"/>
            <a:ext cx="77724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40327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146DC232-BBA6-4498-CDFC-0E3C954C1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005711" cy="632219"/>
          </a:xfrm>
        </p:spPr>
        <p:txBody>
          <a:bodyPr/>
          <a:lstStyle/>
          <a:p>
            <a:r>
              <a:rPr lang="en-US" dirty="0"/>
              <a:t>A look back at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0CC02-D832-FD89-2B19-A15AFABAA8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Knowledge Bases provide one means of representing our knowledge of the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400" dirty="0">
              <a:solidFill>
                <a:schemeClr val="tx2"/>
              </a:solidFill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Robust mechanisms for querying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produce new knowledge (new sentences)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Easily updated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Rigourous</a:t>
            </a: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inference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Human readable in principle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B1FD57-5AF8-9A86-3EDF-8AB6AB7AE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455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Limitations of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EB77B-C900-46AF-8BFB-BFF98DA1A5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6054304" cy="4905623"/>
          </a:xfrm>
        </p:spPr>
        <p:txBody>
          <a:bodyPr>
            <a:normAutofit/>
          </a:bodyPr>
          <a:lstStyle/>
          <a:p>
            <a:pPr lvl="1"/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scalable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Labour intensive, requiring extensive subject matter expertise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Relationships not especially transparent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annotations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Logic programming not intuitive to most programmers used to other paradigms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1026" name="Picture 2" descr="Encyclopedia - Wikipedia">
            <a:extLst>
              <a:ext uri="{FF2B5EF4-FFF2-40B4-BE49-F238E27FC236}">
                <a16:creationId xmlns:a16="http://schemas.microsoft.com/office/drawing/2014/main" id="{BC104A61-2171-0593-F417-68C985F49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505" y="1334369"/>
            <a:ext cx="4913062" cy="467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05621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D746C-ECCF-2ECB-5D57-EF6581BF8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4755D-D1BA-584D-9D8D-7C875CE98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413383" cy="632219"/>
          </a:xfrm>
        </p:spPr>
        <p:txBody>
          <a:bodyPr/>
          <a:lstStyle/>
          <a:p>
            <a:r>
              <a:rPr lang="en-US" dirty="0"/>
              <a:t>Limitations of Knowledge Bases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8A5BC0-F3E9-D82B-A3B7-3EB45B9B04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6054304" cy="4905623"/>
          </a:xfrm>
        </p:spPr>
        <p:txBody>
          <a:bodyPr>
            <a:normAutofit/>
          </a:bodyPr>
          <a:lstStyle/>
          <a:p>
            <a:pPr lvl="1"/>
            <a:endParaRPr lang="en-GB" sz="28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order logic overcomes some of these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Explicitly models relationships</a:t>
            </a:r>
          </a:p>
          <a:p>
            <a:pPr marL="742939" lvl="1" indent="-28575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Introduces a notion of “types” through variable domains which prevents for example:</a:t>
            </a:r>
          </a:p>
          <a:p>
            <a:pPr lvl="1"/>
            <a:br>
              <a:rPr lang="en-GB" sz="28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dirty="0">
                <a:solidFill>
                  <a:schemeClr val="tx2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Teaches(“T. Rex”, “ECS8052”)</a:t>
            </a:r>
            <a:endParaRPr lang="en-GB" sz="2800" dirty="0">
              <a:solidFill>
                <a:schemeClr val="tx2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EB29D-0FC7-75D9-203F-195E7FC9B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1026" name="Picture 2" descr="Encyclopedia - Wikipedia">
            <a:extLst>
              <a:ext uri="{FF2B5EF4-FFF2-40B4-BE49-F238E27FC236}">
                <a16:creationId xmlns:a16="http://schemas.microsoft.com/office/drawing/2014/main" id="{F85EBA4F-1E06-C9B9-5E81-89552B01F0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92505" y="1334369"/>
            <a:ext cx="4913062" cy="467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955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F26BE-94AC-20A1-AE22-49A0211839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880134" cy="632219"/>
          </a:xfrm>
        </p:spPr>
        <p:txBody>
          <a:bodyPr/>
          <a:lstStyle/>
          <a:p>
            <a:r>
              <a:rPr lang="en-US" dirty="0"/>
              <a:t>Overcoming these Limitations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FFC28F-3D38-36B1-49A9-46F8C09DA9E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2"/>
                </a:solidFill>
              </a:rPr>
              <a:t>There are many things we would like KB to 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Explicitly model relationships between entities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Allow the “atomic units of knowledge” to be annotated with additional information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performant and accurate inference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Scale to very large numbers of “atoms”.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Support highly parallel querying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Interpretable by humans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Readable by machines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Enter the </a:t>
            </a:r>
            <a:r>
              <a:rPr lang="en-US" sz="2400" b="1" dirty="0">
                <a:solidFill>
                  <a:schemeClr val="tx2"/>
                </a:solidFill>
              </a:rPr>
              <a:t>knowledge graph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676F87-8628-A7C3-57B6-BA23E230E3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9207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200D-4589-EF9C-6FCA-7055638223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05161" cy="632219"/>
          </a:xfrm>
        </p:spPr>
        <p:txBody>
          <a:bodyPr/>
          <a:lstStyle/>
          <a:p>
            <a:r>
              <a:rPr lang="en-US" dirty="0"/>
              <a:t>A Knowledge Base in First Order Logic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9AD278-387C-755F-3CCA-860F0F885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A683AF2-80E1-5148-CD86-151C9F5A390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107853"/>
            <a:ext cx="4258055" cy="5750147"/>
          </a:xfrm>
        </p:spPr>
        <p:txBody>
          <a:bodyPr>
            <a:noAutofit/>
          </a:bodyPr>
          <a:lstStyle/>
          <a:p>
            <a:r>
              <a:rPr lang="en-GB" sz="1800" dirty="0"/>
              <a:t>Student(Alice)</a:t>
            </a:r>
          </a:p>
          <a:p>
            <a:r>
              <a:rPr lang="en-GB" sz="1800" dirty="0"/>
              <a:t>Student(Bob)</a:t>
            </a:r>
          </a:p>
          <a:p>
            <a:r>
              <a:rPr lang="en-GB" sz="1800" dirty="0"/>
              <a:t>Student(Chen)</a:t>
            </a:r>
          </a:p>
          <a:p>
            <a:r>
              <a:rPr lang="en-GB" sz="1800" dirty="0"/>
              <a:t>Professor(Diana)</a:t>
            </a:r>
          </a:p>
          <a:p>
            <a:r>
              <a:rPr lang="en-GB" sz="1800" dirty="0"/>
              <a:t>Professor(Edward)</a:t>
            </a:r>
          </a:p>
          <a:p>
            <a:r>
              <a:rPr lang="en-GB" sz="1800" dirty="0"/>
              <a:t>Professor(Faye)</a:t>
            </a:r>
          </a:p>
          <a:p>
            <a:r>
              <a:rPr lang="en-GB" sz="1800" dirty="0"/>
              <a:t>Course(AI)</a:t>
            </a:r>
          </a:p>
          <a:p>
            <a:r>
              <a:rPr lang="en-GB" sz="1800" dirty="0"/>
              <a:t>Module(ECS8050)</a:t>
            </a:r>
          </a:p>
          <a:p>
            <a:r>
              <a:rPr lang="en-GB" sz="1800" dirty="0"/>
              <a:t>Module(ECS8051)</a:t>
            </a:r>
          </a:p>
          <a:p>
            <a:r>
              <a:rPr lang="en-GB" sz="1800" dirty="0"/>
              <a:t>Module(ECS8052)</a:t>
            </a:r>
          </a:p>
          <a:p>
            <a:r>
              <a:rPr lang="en-GB" sz="1800" dirty="0"/>
              <a:t>Enrolled(</a:t>
            </a:r>
            <a:r>
              <a:rPr lang="en-GB" sz="1800" dirty="0" err="1"/>
              <a:t>Alice,AI</a:t>
            </a:r>
            <a:r>
              <a:rPr lang="en-GB" sz="1800" dirty="0"/>
              <a:t>)</a:t>
            </a:r>
          </a:p>
          <a:p>
            <a:r>
              <a:rPr lang="en-GB" sz="1800" dirty="0"/>
              <a:t>Enrolled(</a:t>
            </a:r>
            <a:r>
              <a:rPr lang="en-GB" sz="1800" dirty="0" err="1"/>
              <a:t>Bob,AI</a:t>
            </a:r>
            <a:r>
              <a:rPr lang="en-GB" sz="1800" dirty="0"/>
              <a:t>)</a:t>
            </a:r>
          </a:p>
          <a:p>
            <a:r>
              <a:rPr lang="en-GB" sz="1800" dirty="0"/>
              <a:t>Enrolled(</a:t>
            </a:r>
            <a:r>
              <a:rPr lang="en-GB" sz="1800" dirty="0" err="1"/>
              <a:t>Chen,AI</a:t>
            </a:r>
            <a:r>
              <a:rPr lang="en-GB" sz="1800" dirty="0"/>
              <a:t>)</a:t>
            </a:r>
          </a:p>
          <a:p>
            <a:r>
              <a:rPr lang="en-GB" sz="1800" dirty="0"/>
              <a:t>Teaches(Diana,ECS8050)</a:t>
            </a:r>
          </a:p>
          <a:p>
            <a:r>
              <a:rPr lang="en-GB" sz="1800" dirty="0"/>
              <a:t>Teaches(Edward,ECS8051)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6B9846-6A57-56A5-5789-3AF9EA10CAC0}"/>
              </a:ext>
            </a:extLst>
          </p:cNvPr>
          <p:cNvSpPr txBox="1">
            <a:spLocks/>
          </p:cNvSpPr>
          <p:nvPr/>
        </p:nvSpPr>
        <p:spPr>
          <a:xfrm>
            <a:off x="5831542" y="1107853"/>
            <a:ext cx="4117130" cy="57501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None/>
              <a:defRPr sz="1600" b="0" i="0" kern="1200">
                <a:solidFill>
                  <a:schemeClr val="bg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800" dirty="0"/>
              <a:t>Teaches(Faye,ECS8052)</a:t>
            </a:r>
          </a:p>
          <a:p>
            <a:r>
              <a:rPr lang="en-GB" sz="1800" dirty="0"/>
              <a:t>Requires(AI,ECS8050)</a:t>
            </a:r>
          </a:p>
          <a:p>
            <a:r>
              <a:rPr lang="en-GB" sz="1800" dirty="0"/>
              <a:t>Requires(AI,ECS8051)</a:t>
            </a:r>
          </a:p>
          <a:p>
            <a:r>
              <a:rPr lang="en-GB" sz="1800" dirty="0"/>
              <a:t>Requires(AI,ECS8052)</a:t>
            </a:r>
          </a:p>
          <a:p>
            <a:r>
              <a:rPr lang="en-GB" sz="1800" dirty="0"/>
              <a:t>Passed(Alice,ECS8050)</a:t>
            </a:r>
          </a:p>
          <a:p>
            <a:r>
              <a:rPr lang="en-GB" sz="1800" dirty="0"/>
              <a:t>Passed(Alice,ECS8051)</a:t>
            </a:r>
          </a:p>
          <a:p>
            <a:r>
              <a:rPr lang="en-GB" sz="1800" dirty="0"/>
              <a:t>Passed(Alice,ECS8052)</a:t>
            </a:r>
          </a:p>
          <a:p>
            <a:r>
              <a:rPr lang="en-GB" sz="1800" dirty="0"/>
              <a:t>Passed(Bob,ECS8050)</a:t>
            </a:r>
          </a:p>
          <a:p>
            <a:r>
              <a:rPr lang="en-GB" sz="1800" dirty="0"/>
              <a:t>Passed(Bob,ECS8052)</a:t>
            </a:r>
          </a:p>
          <a:p>
            <a:r>
              <a:rPr lang="en-GB" sz="1800" dirty="0"/>
              <a:t>Passed(Chen,ECS8050)</a:t>
            </a:r>
          </a:p>
          <a:p>
            <a:r>
              <a:rPr lang="en-GB" sz="1800" dirty="0"/>
              <a:t>Passed(Chen,ECS8051)</a:t>
            </a:r>
          </a:p>
          <a:p>
            <a:r>
              <a:rPr lang="en-GB" sz="1800" dirty="0"/>
              <a:t>Passed(Chen,ECS8052)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DEEF59B-97B9-D2F9-5330-377E45014DC2}"/>
              </a:ext>
            </a:extLst>
          </p:cNvPr>
          <p:cNvSpPr txBox="1"/>
          <p:nvPr/>
        </p:nvSpPr>
        <p:spPr>
          <a:xfrm>
            <a:off x="5063744" y="5657671"/>
            <a:ext cx="53146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This is a Graph!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Unary Predicates correspond to nodes in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b="1" dirty="0"/>
              <a:t>Binary Predicates correspond to directed edges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55020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CB2374-0917-7503-433C-3B2C21ECD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39AD3-8044-713B-54EA-6E56CA0F17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10805161" cy="632219"/>
          </a:xfrm>
        </p:spPr>
        <p:txBody>
          <a:bodyPr/>
          <a:lstStyle/>
          <a:p>
            <a:r>
              <a:rPr lang="en-US" dirty="0"/>
              <a:t>A Simple Knowledge Graph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3FA24-8D31-8CC5-2A68-2BA13B3F5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0DD0712-7307-C222-5351-810E655507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99" y="1250385"/>
            <a:ext cx="9087543" cy="534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0073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139A0E-4CC3-4C1B-D991-7BC65AF0F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8215116" cy="632219"/>
          </a:xfrm>
        </p:spPr>
        <p:txBody>
          <a:bodyPr/>
          <a:lstStyle/>
          <a:p>
            <a:r>
              <a:rPr lang="en-US" dirty="0"/>
              <a:t>What is a Knowledge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4C626D-521D-61D6-9443-62D4901A88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1" y="1209124"/>
            <a:ext cx="7610553" cy="4804352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 Knowledge Base, structured on a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“things” that our knowledge is about – the </a:t>
            </a:r>
            <a:r>
              <a:rPr lang="en-US" sz="2400" b="1" dirty="0">
                <a:solidFill>
                  <a:schemeClr val="tx2"/>
                </a:solidFill>
              </a:rPr>
              <a:t>nodes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relationships between the “things’” – the </a:t>
            </a:r>
            <a:r>
              <a:rPr lang="en-US" sz="2400" b="1" dirty="0">
                <a:solidFill>
                  <a:schemeClr val="tx2"/>
                </a:solidFill>
              </a:rPr>
              <a:t>edges</a:t>
            </a:r>
            <a:r>
              <a:rPr lang="en-US" sz="2400" dirty="0">
                <a:solidFill>
                  <a:schemeClr val="tx2"/>
                </a:solidFill>
              </a:rPr>
              <a:t> of the graph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Defines the properties of the “things” – the </a:t>
            </a:r>
            <a:r>
              <a:rPr lang="en-US" sz="2400" b="1" dirty="0">
                <a:solidFill>
                  <a:schemeClr val="tx2"/>
                </a:solidFill>
              </a:rPr>
              <a:t>attributes</a:t>
            </a:r>
            <a:r>
              <a:rPr lang="en-US" sz="2400" dirty="0">
                <a:solidFill>
                  <a:schemeClr val="tx2"/>
                </a:solidFill>
              </a:rPr>
              <a:t> of the nodes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Rich structure, often with substructure (clustering of nodes)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Normalised</a:t>
            </a: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Explicit and declarative – has an intended meaning and is itself meaningful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Often large – millions of nodes or more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Human and machine readable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E305D9-BEDE-7613-C9F6-042D5CB55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 descr="Colourful circles linked with lines representing a network">
            <a:extLst>
              <a:ext uri="{FF2B5EF4-FFF2-40B4-BE49-F238E27FC236}">
                <a16:creationId xmlns:a16="http://schemas.microsoft.com/office/drawing/2014/main" id="{E37939C1-B6F5-1392-8F51-10AD87179F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7564858" y="1607017"/>
            <a:ext cx="5411760" cy="3643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6139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52C6F2-C688-F6C4-906A-EFD19E13C0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68353" y="1336580"/>
            <a:ext cx="6504486" cy="43432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C2DF952-D913-4A4A-B107-55373ED3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simple example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14C05E2-D14A-0D16-65A5-33BFBF05F5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336580"/>
            <a:ext cx="5492262" cy="4894155"/>
          </a:xfrm>
        </p:spPr>
        <p:txBody>
          <a:bodyPr>
            <a:normAutofit fontScale="92500" lnSpcReduction="20000"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Nodes in the graph represent "things" (entities).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Edges in the graph represent relationships between the entities.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Nodes and Edges can have a </a:t>
            </a:r>
            <a:r>
              <a:rPr lang="en-GB" sz="2000" i="1" dirty="0">
                <a:solidFill>
                  <a:schemeClr val="tx2"/>
                </a:solidFill>
              </a:rPr>
              <a:t>type</a:t>
            </a:r>
            <a:r>
              <a:rPr lang="en-GB" sz="2000" dirty="0">
                <a:solidFill>
                  <a:schemeClr val="tx2"/>
                </a:solidFill>
              </a:rPr>
              <a:t> that specified the nature of the entity or relationship.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Structure is governed by a "grammar" or </a:t>
            </a:r>
            <a:r>
              <a:rPr lang="en-GB" sz="2000" i="1" dirty="0">
                <a:solidFill>
                  <a:schemeClr val="tx2"/>
                </a:solidFill>
              </a:rPr>
              <a:t>schema</a:t>
            </a:r>
            <a:r>
              <a:rPr lang="en-GB" sz="2000" dirty="0">
                <a:solidFill>
                  <a:schemeClr val="tx2"/>
                </a:solidFill>
              </a:rPr>
              <a:t>/</a:t>
            </a:r>
            <a:r>
              <a:rPr lang="en-GB" sz="2000" i="1" dirty="0">
                <a:solidFill>
                  <a:schemeClr val="tx2"/>
                </a:solidFill>
              </a:rPr>
              <a:t>ontology</a:t>
            </a:r>
            <a:r>
              <a:rPr lang="en-GB" sz="2000" dirty="0">
                <a:solidFill>
                  <a:schemeClr val="tx2"/>
                </a:solidFill>
              </a:rPr>
              <a:t>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Nodes and Edges can have attributes (properties).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The graph is properly normalised, with each entity and relationship represented only once.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The graph is explicit and declarative, and has intrinsic meaning.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Readable by both humans and machines.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GB" sz="2000" dirty="0">
                <a:solidFill>
                  <a:schemeClr val="tx2"/>
                </a:solidFill>
              </a:rPr>
              <a:t>Scales efficiently, often to millions of nodes.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B4D103-664C-5976-5DEB-6A10D09D5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9698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4BF2F84-3388-50B4-0FEA-2885159F0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730154" cy="632219"/>
          </a:xfrm>
        </p:spPr>
        <p:txBody>
          <a:bodyPr/>
          <a:lstStyle/>
          <a:p>
            <a:r>
              <a:rPr lang="en-US" dirty="0"/>
              <a:t>Another Example of an Ontology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201431-1B0E-AEC3-49BA-977F9219F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AF3028-DDA4-5C1C-DAC9-08788B38A4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9164" y="1013638"/>
            <a:ext cx="6416622" cy="5804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1826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520BF10-6714-496A-B6D3-19531BB874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81419"/>
            <a:ext cx="9938117" cy="632219"/>
          </a:xfrm>
        </p:spPr>
        <p:txBody>
          <a:bodyPr/>
          <a:lstStyle/>
          <a:p>
            <a:r>
              <a:rPr lang="en-US" dirty="0"/>
              <a:t>What’s wrong with a Relational DB?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F03FE0-EA08-BA23-80A1-9B349EDED21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2"/>
            <a:ext cx="5819540" cy="4894155"/>
          </a:xfrm>
        </p:spPr>
        <p:txBody>
          <a:bodyPr>
            <a:normAutofit fontScale="925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All of this could be done with a SQL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is there, but it is hardly transparent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spread over many tables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Not really human readable</a:t>
            </a:r>
          </a:p>
          <a:p>
            <a:endParaRPr lang="en-US" sz="24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24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Graphs: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Relationships are represented directly,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Naturally normalised and human-readable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400" dirty="0">
                <a:solidFill>
                  <a:schemeClr val="tx2"/>
                </a:solidFill>
              </a:rPr>
              <a:t>Entities that are related to each other are close in the graph.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742939" lvl="1" indent="-285750">
              <a:buFont typeface="Arial" panose="020B0604020202020204" pitchFamily="34" charset="0"/>
              <a:buChar char="•"/>
            </a:pPr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3A8BF3-18AD-3499-78B7-B00192622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20</a:t>
            </a:fld>
            <a:endParaRPr lang="en-US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62BE2DA-B43C-A18E-457B-303BB9220C8A}"/>
              </a:ext>
            </a:extLst>
          </p:cNvPr>
          <p:cNvGraphicFramePr>
            <a:graphicFrameLocks noGrp="1"/>
          </p:cNvGraphicFramePr>
          <p:nvPr/>
        </p:nvGraphicFramePr>
        <p:xfrm>
          <a:off x="7374816" y="1195759"/>
          <a:ext cx="3401499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33">
                  <a:extLst>
                    <a:ext uri="{9D8B030D-6E8A-4147-A177-3AD203B41FA5}">
                      <a16:colId xmlns:a16="http://schemas.microsoft.com/office/drawing/2014/main" val="2214165141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133833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staffID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Iain Styles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Hui Wang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Lu Bai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E7002012-CE10-EFC4-93BC-798E323A7321}"/>
              </a:ext>
            </a:extLst>
          </p:cNvPr>
          <p:cNvGraphicFramePr>
            <a:graphicFrameLocks noGrp="1"/>
          </p:cNvGraphicFramePr>
          <p:nvPr/>
        </p:nvGraphicFramePr>
        <p:xfrm>
          <a:off x="6789683" y="3539941"/>
          <a:ext cx="5023840" cy="2016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7172">
                  <a:extLst>
                    <a:ext uri="{9D8B030D-6E8A-4147-A177-3AD203B41FA5}">
                      <a16:colId xmlns:a16="http://schemas.microsoft.com/office/drawing/2014/main" val="317610691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473179232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283880295"/>
                    </a:ext>
                  </a:extLst>
                </a:gridCol>
                <a:gridCol w="1305556">
                  <a:extLst>
                    <a:ext uri="{9D8B030D-6E8A-4147-A177-3AD203B41FA5}">
                      <a16:colId xmlns:a16="http://schemas.microsoft.com/office/drawing/2014/main" val="19679269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dirty="0" err="1"/>
                        <a:t>uid</a:t>
                      </a:r>
                      <a:r>
                        <a:rPr lang="en-US" dirty="0"/>
                        <a:t> (PK)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moduleID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Taught By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01909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45678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Knowledge Engineering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65608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56789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Machine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54321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0347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67890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Intro to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12321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623018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267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CAC0C1-A02E-EADA-A917-05569EE3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1873A-DDD8-BB4F-9570-0DDE07890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189720" cy="632219"/>
          </a:xfrm>
        </p:spPr>
        <p:txBody>
          <a:bodyPr/>
          <a:lstStyle/>
          <a:p>
            <a:r>
              <a:rPr lang="en-US" dirty="0"/>
              <a:t>Graphs permit easy inference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8BEFD6-6B5E-7661-1738-2F183011526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11003279" cy="4905623"/>
          </a:xfrm>
        </p:spPr>
        <p:txBody>
          <a:bodyPr/>
          <a:lstStyle/>
          <a:p>
            <a:r>
              <a:rPr lang="en-GB" dirty="0">
                <a:solidFill>
                  <a:schemeClr val="tx2"/>
                </a:solidFill>
              </a:rPr>
              <a:t>Student(</a:t>
            </a:r>
            <a:r>
              <a:rPr lang="en-GB" i="1" dirty="0">
                <a:solidFill>
                  <a:schemeClr val="tx2"/>
                </a:solidFill>
              </a:rPr>
              <a:t>s</a:t>
            </a:r>
            <a:r>
              <a:rPr lang="en-GB" dirty="0">
                <a:solidFill>
                  <a:schemeClr val="tx2"/>
                </a:solidFill>
              </a:rPr>
              <a:t>)∧Module(</a:t>
            </a:r>
            <a:r>
              <a:rPr lang="en-GB" i="1" dirty="0">
                <a:solidFill>
                  <a:schemeClr val="tx2"/>
                </a:solidFill>
              </a:rPr>
              <a:t>m</a:t>
            </a:r>
            <a:r>
              <a:rPr lang="en-GB" dirty="0">
                <a:solidFill>
                  <a:schemeClr val="tx2"/>
                </a:solidFill>
              </a:rPr>
              <a:t>)∧∃</a:t>
            </a:r>
            <a:r>
              <a:rPr lang="en-GB" i="1" dirty="0">
                <a:solidFill>
                  <a:schemeClr val="tx2"/>
                </a:solidFill>
              </a:rPr>
              <a:t>c</a:t>
            </a:r>
            <a:r>
              <a:rPr lang="en-GB" dirty="0">
                <a:solidFill>
                  <a:schemeClr val="tx2"/>
                </a:solidFill>
              </a:rPr>
              <a:t>:[Course(</a:t>
            </a:r>
            <a:r>
              <a:rPr lang="en-GB" i="1" dirty="0">
                <a:solidFill>
                  <a:schemeClr val="tx2"/>
                </a:solidFill>
              </a:rPr>
              <a:t>c</a:t>
            </a:r>
            <a:r>
              <a:rPr lang="en-GB" dirty="0">
                <a:solidFill>
                  <a:schemeClr val="tx2"/>
                </a:solidFill>
              </a:rPr>
              <a:t>)∧Enrolled(</a:t>
            </a:r>
            <a:r>
              <a:rPr lang="en-GB" i="1" dirty="0" err="1">
                <a:solidFill>
                  <a:schemeClr val="tx2"/>
                </a:solidFill>
              </a:rPr>
              <a:t>s</a:t>
            </a:r>
            <a:r>
              <a:rPr lang="en-GB" dirty="0" err="1">
                <a:solidFill>
                  <a:schemeClr val="tx2"/>
                </a:solidFill>
              </a:rPr>
              <a:t>,</a:t>
            </a:r>
            <a:r>
              <a:rPr lang="en-GB" i="1" dirty="0" err="1">
                <a:solidFill>
                  <a:schemeClr val="tx2"/>
                </a:solidFill>
              </a:rPr>
              <a:t>c</a:t>
            </a:r>
            <a:r>
              <a:rPr lang="en-GB" dirty="0">
                <a:solidFill>
                  <a:schemeClr val="tx2"/>
                </a:solidFill>
              </a:rPr>
              <a:t>)∧Requires(</a:t>
            </a:r>
            <a:r>
              <a:rPr lang="en-GB" i="1" dirty="0" err="1">
                <a:solidFill>
                  <a:schemeClr val="tx2"/>
                </a:solidFill>
              </a:rPr>
              <a:t>c</a:t>
            </a:r>
            <a:r>
              <a:rPr lang="en-GB" dirty="0" err="1">
                <a:solidFill>
                  <a:schemeClr val="tx2"/>
                </a:solidFill>
              </a:rPr>
              <a:t>,</a:t>
            </a:r>
            <a:r>
              <a:rPr lang="en-GB" i="1" dirty="0" err="1">
                <a:solidFill>
                  <a:schemeClr val="tx2"/>
                </a:solidFill>
              </a:rPr>
              <a:t>m</a:t>
            </a:r>
            <a:r>
              <a:rPr lang="en-GB" dirty="0">
                <a:solidFill>
                  <a:schemeClr val="tx2"/>
                </a:solidFill>
              </a:rPr>
              <a:t>)∧¬Passed(</a:t>
            </a:r>
            <a:r>
              <a:rPr lang="en-GB" i="1" dirty="0" err="1">
                <a:solidFill>
                  <a:schemeClr val="tx2"/>
                </a:solidFill>
              </a:rPr>
              <a:t>s</a:t>
            </a:r>
            <a:r>
              <a:rPr lang="en-GB" dirty="0" err="1">
                <a:solidFill>
                  <a:schemeClr val="tx2"/>
                </a:solidFill>
              </a:rPr>
              <a:t>,</a:t>
            </a:r>
            <a:r>
              <a:rPr lang="en-GB" i="1" dirty="0" err="1">
                <a:solidFill>
                  <a:schemeClr val="tx2"/>
                </a:solidFill>
              </a:rPr>
              <a:t>m</a:t>
            </a:r>
            <a:r>
              <a:rPr lang="en-GB" dirty="0">
                <a:solidFill>
                  <a:schemeClr val="tx2"/>
                </a:solidFill>
              </a:rPr>
              <a:t>)⟹</a:t>
            </a:r>
            <a:r>
              <a:rPr lang="en-GB" dirty="0" err="1">
                <a:solidFill>
                  <a:schemeClr val="tx2"/>
                </a:solidFill>
              </a:rPr>
              <a:t>OutstandingRequirements</a:t>
            </a:r>
            <a:r>
              <a:rPr lang="en-GB" dirty="0">
                <a:solidFill>
                  <a:schemeClr val="tx2"/>
                </a:solidFill>
              </a:rPr>
              <a:t>(</a:t>
            </a:r>
            <a:r>
              <a:rPr lang="en-GB" i="1" dirty="0" err="1">
                <a:solidFill>
                  <a:schemeClr val="tx2"/>
                </a:solidFill>
              </a:rPr>
              <a:t>s</a:t>
            </a:r>
            <a:r>
              <a:rPr lang="en-GB" dirty="0" err="1">
                <a:solidFill>
                  <a:schemeClr val="tx2"/>
                </a:solidFill>
              </a:rPr>
              <a:t>,</a:t>
            </a:r>
            <a:r>
              <a:rPr lang="en-GB" i="1" dirty="0" err="1">
                <a:solidFill>
                  <a:schemeClr val="tx2"/>
                </a:solidFill>
              </a:rPr>
              <a:t>m</a:t>
            </a:r>
            <a:r>
              <a:rPr lang="en-GB" dirty="0">
                <a:solidFill>
                  <a:schemeClr val="tx2"/>
                </a:solidFill>
              </a:rPr>
              <a:t>)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50092C-D94F-ABAE-E469-FFE64F87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21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FD8A72B-6A67-EA0B-CF37-50D840ADD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5787" y="1570958"/>
            <a:ext cx="5400426" cy="4905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10733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EF0DE6-E52C-404B-8365-349AB5B21D0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2.01 Exercises Designing a Knowledge Graph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B16337-5CEC-1DC1-361C-59AD18952D4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418263"/>
            <a:ext cx="2743200" cy="365125"/>
          </a:xfrm>
        </p:spPr>
        <p:txBody>
          <a:bodyPr/>
          <a:lstStyle/>
          <a:p>
            <a:fld id="{FE9C85F8-0BD3-7742-B238-5BE9A2749A8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07808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27464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E71CB-1A33-FE60-C63D-A81F85E57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455614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0D87C4-D776-A5E9-16FF-05B29B579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189720" cy="632219"/>
          </a:xfrm>
        </p:spPr>
        <p:txBody>
          <a:bodyPr/>
          <a:lstStyle/>
          <a:p>
            <a:r>
              <a:rPr lang="en-US" dirty="0"/>
              <a:t>Graphs in </a:t>
            </a:r>
            <a:r>
              <a:rPr lang="en-US" dirty="0" err="1"/>
              <a:t>Kanren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81BF9F-CDCD-99CA-7B0D-2DD1842F8BF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11003279" cy="49056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Kanren</a:t>
            </a:r>
            <a:r>
              <a:rPr lang="en-US" sz="2400" dirty="0">
                <a:solidFill>
                  <a:schemeClr val="tx2"/>
                </a:solidFill>
              </a:rPr>
              <a:t> provides mechanisms for defining graph-like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now explore these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move to more sophisticated platforms, but this provides a good bridge across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Open 2.03 A Simple Knowledge Graph in </a:t>
            </a:r>
            <a:r>
              <a:rPr lang="en-US" sz="2400" dirty="0" err="1">
                <a:solidFill>
                  <a:schemeClr val="tx2"/>
                </a:solidFill>
              </a:rPr>
              <a:t>Kanren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nocode.ipynb</a:t>
            </a:r>
            <a:r>
              <a:rPr lang="en-US" sz="2400" dirty="0">
                <a:solidFill>
                  <a:schemeClr val="tx2"/>
                </a:solidFill>
              </a:rPr>
              <a:t> and code along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1759C3-C61A-5BA0-873C-5A70D5E8D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88462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4CB4-25FB-66E0-BBA2-A394F79CAA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D33A6-D91A-69F7-4A90-6E59446670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81419"/>
            <a:ext cx="9189720" cy="632219"/>
          </a:xfrm>
        </p:spPr>
        <p:txBody>
          <a:bodyPr/>
          <a:lstStyle/>
          <a:p>
            <a:r>
              <a:rPr lang="en-US" dirty="0"/>
              <a:t>Graphs in </a:t>
            </a:r>
            <a:r>
              <a:rPr lang="en-US" dirty="0" err="1"/>
              <a:t>Kanren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64461-473B-706F-3A0B-8852A6ACEC1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200" y="1107853"/>
            <a:ext cx="11003279" cy="4905623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tx2"/>
                </a:solidFill>
              </a:rPr>
              <a:t>Kanren</a:t>
            </a:r>
            <a:r>
              <a:rPr lang="en-US" sz="2400" dirty="0">
                <a:solidFill>
                  <a:schemeClr val="tx2"/>
                </a:solidFill>
              </a:rPr>
              <a:t> provides mechanisms for defining graph-like structures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now explore these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We will move to more sophisticated platforms, but this provides a good bridge across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Open 2.03 A Simple Knowledge Graph in </a:t>
            </a:r>
            <a:r>
              <a:rPr lang="en-US" sz="2400" dirty="0" err="1">
                <a:solidFill>
                  <a:schemeClr val="tx2"/>
                </a:solidFill>
              </a:rPr>
              <a:t>Kanren</a:t>
            </a:r>
            <a:r>
              <a:rPr lang="en-US" sz="2400" dirty="0">
                <a:solidFill>
                  <a:schemeClr val="tx2"/>
                </a:solidFill>
              </a:rPr>
              <a:t> </a:t>
            </a:r>
            <a:r>
              <a:rPr lang="en-US" sz="2400" dirty="0" err="1">
                <a:solidFill>
                  <a:schemeClr val="tx2"/>
                </a:solidFill>
              </a:rPr>
              <a:t>nocode.ipynb</a:t>
            </a:r>
            <a:r>
              <a:rPr lang="en-US" sz="2400" dirty="0">
                <a:solidFill>
                  <a:schemeClr val="tx2"/>
                </a:solidFill>
              </a:rPr>
              <a:t> and code along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2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Now you have a go: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2"/>
                </a:solidFill>
              </a:rPr>
              <a:t>2.04 Exercises on Simple Knowledge </a:t>
            </a:r>
            <a:r>
              <a:rPr lang="en-US" sz="2400" dirty="0" err="1">
                <a:solidFill>
                  <a:schemeClr val="tx2"/>
                </a:solidFill>
              </a:rPr>
              <a:t>Graph.ipynb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0F9E4A-3BA1-8853-77A6-CFBB1204F7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9C85F8-0BD3-7742-B238-5BE9A2749A8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81862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Queens University 1">
      <a:dk1>
        <a:srgbClr val="494949"/>
      </a:dk1>
      <a:lt1>
        <a:srgbClr val="9B9B9B"/>
      </a:lt1>
      <a:dk2>
        <a:srgbClr val="2F2F2F"/>
      </a:dk2>
      <a:lt2>
        <a:srgbClr val="FFFFFF"/>
      </a:lt2>
      <a:accent1>
        <a:srgbClr val="00AFAB"/>
      </a:accent1>
      <a:accent2>
        <a:srgbClr val="93D60A"/>
      </a:accent2>
      <a:accent3>
        <a:srgbClr val="D6000D"/>
      </a:accent3>
      <a:accent4>
        <a:srgbClr val="F18903"/>
      </a:accent4>
      <a:accent5>
        <a:srgbClr val="AC004D"/>
      </a:accent5>
      <a:accent6>
        <a:srgbClr val="672E6C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I_Master_PPT" id="{520EB0CF-6B0E-8A45-BC11-DA0C3C33E0F5}" vid="{AE149573-493F-1C48-9EE6-1B6DC626C8B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eaab77ea-b4a5-49e3-a1e8-d6dd23a1f286}" enabled="0" method="" siteId="{eaab77ea-b4a5-49e3-a1e8-d6dd23a1f28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7753</TotalTime>
  <Words>998</Words>
  <Application>Microsoft Macintosh PowerPoint</Application>
  <PresentationFormat>Widescreen</PresentationFormat>
  <Paragraphs>204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Calibri Light</vt:lpstr>
      <vt:lpstr>Courier New</vt:lpstr>
      <vt:lpstr>Office Theme</vt:lpstr>
      <vt:lpstr>MSc Artificial Intelligence</vt:lpstr>
      <vt:lpstr>Recap</vt:lpstr>
      <vt:lpstr>PowerPoint Presentation</vt:lpstr>
      <vt:lpstr>PowerPoint Presentation</vt:lpstr>
      <vt:lpstr>PowerPoint Presentation</vt:lpstr>
      <vt:lpstr>PowerPoint Presentation</vt:lpstr>
      <vt:lpstr>First Order Logic Programming</vt:lpstr>
      <vt:lpstr>PowerPoint Presentation</vt:lpstr>
      <vt:lpstr>PowerPoint Presentation</vt:lpstr>
      <vt:lpstr>Graph Representations of Knowledge</vt:lpstr>
      <vt:lpstr>A look back at knowledge bases</vt:lpstr>
      <vt:lpstr>Limitations of Knowledge Bases</vt:lpstr>
      <vt:lpstr>Limitations of Knowledge Bases</vt:lpstr>
      <vt:lpstr>Overcoming these Limitations</vt:lpstr>
      <vt:lpstr>A Knowledge Base in First Order Logic</vt:lpstr>
      <vt:lpstr>A Simple Knowledge Graph</vt:lpstr>
      <vt:lpstr>What is a Knowledge Graph</vt:lpstr>
      <vt:lpstr>A simple example</vt:lpstr>
      <vt:lpstr>Another Example of an Ontology</vt:lpstr>
      <vt:lpstr>What’s wrong with a Relational DB?</vt:lpstr>
      <vt:lpstr>Graphs permit easy inference</vt:lpstr>
      <vt:lpstr>PowerPoint Presentation</vt:lpstr>
      <vt:lpstr>PowerPoint Presentation</vt:lpstr>
      <vt:lpstr>PowerPoint Presentation</vt:lpstr>
      <vt:lpstr>Graphs in Kanren</vt:lpstr>
      <vt:lpstr>Graphs in Kanren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Iain Styles</dc:creator>
  <cp:lastModifiedBy>Iain Styles</cp:lastModifiedBy>
  <cp:revision>1</cp:revision>
  <dcterms:created xsi:type="dcterms:W3CDTF">2024-11-07T11:06:47Z</dcterms:created>
  <dcterms:modified xsi:type="dcterms:W3CDTF">2026-09-27T19:59:03Z</dcterms:modified>
</cp:coreProperties>
</file>