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291" r:id="rId2"/>
    <p:sldId id="319" r:id="rId3"/>
    <p:sldId id="316" r:id="rId4"/>
    <p:sldId id="611" r:id="rId5"/>
    <p:sldId id="258" r:id="rId6"/>
    <p:sldId id="406" r:id="rId7"/>
    <p:sldId id="409" r:id="rId8"/>
    <p:sldId id="411" r:id="rId9"/>
    <p:sldId id="609" r:id="rId10"/>
    <p:sldId id="610" r:id="rId11"/>
    <p:sldId id="412" r:id="rId12"/>
    <p:sldId id="322" r:id="rId13"/>
    <p:sldId id="323" r:id="rId14"/>
    <p:sldId id="324" r:id="rId15"/>
    <p:sldId id="325" r:id="rId16"/>
    <p:sldId id="618" r:id="rId17"/>
    <p:sldId id="327" r:id="rId18"/>
    <p:sldId id="293" r:id="rId19"/>
    <p:sldId id="326" r:id="rId20"/>
    <p:sldId id="257" r:id="rId21"/>
    <p:sldId id="259" r:id="rId22"/>
    <p:sldId id="292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9" r:id="rId38"/>
    <p:sldId id="310" r:id="rId39"/>
    <p:sldId id="343" r:id="rId40"/>
    <p:sldId id="312" r:id="rId41"/>
    <p:sldId id="344" r:id="rId42"/>
    <p:sldId id="311" r:id="rId43"/>
    <p:sldId id="314" r:id="rId44"/>
    <p:sldId id="315" r:id="rId45"/>
    <p:sldId id="345" r:id="rId46"/>
    <p:sldId id="318" r:id="rId47"/>
    <p:sldId id="346" r:id="rId48"/>
    <p:sldId id="347" r:id="rId49"/>
    <p:sldId id="348" r:id="rId50"/>
    <p:sldId id="349" r:id="rId51"/>
    <p:sldId id="350" r:id="rId52"/>
    <p:sldId id="352" r:id="rId53"/>
    <p:sldId id="353" r:id="rId54"/>
    <p:sldId id="328" r:id="rId55"/>
    <p:sldId id="329" r:id="rId56"/>
    <p:sldId id="330" r:id="rId57"/>
    <p:sldId id="354" r:id="rId58"/>
    <p:sldId id="331" r:id="rId59"/>
    <p:sldId id="355" r:id="rId60"/>
    <p:sldId id="317" r:id="rId61"/>
    <p:sldId id="356" r:id="rId62"/>
    <p:sldId id="622" r:id="rId63"/>
    <p:sldId id="357" r:id="rId64"/>
    <p:sldId id="360" r:id="rId65"/>
    <p:sldId id="619" r:id="rId66"/>
    <p:sldId id="620" r:id="rId67"/>
    <p:sldId id="621" r:id="rId68"/>
    <p:sldId id="623" r:id="rId69"/>
    <p:sldId id="624" r:id="rId70"/>
    <p:sldId id="359" r:id="rId7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1 September, 0930-1030" id="{C81B977D-B904-D64D-9B82-73A8047B6F1A}">
          <p14:sldIdLst>
            <p14:sldId id="291"/>
            <p14:sldId id="319"/>
            <p14:sldId id="316"/>
            <p14:sldId id="611"/>
            <p14:sldId id="258"/>
            <p14:sldId id="406"/>
            <p14:sldId id="409"/>
            <p14:sldId id="411"/>
            <p14:sldId id="609"/>
            <p14:sldId id="610"/>
            <p14:sldId id="412"/>
            <p14:sldId id="322"/>
            <p14:sldId id="323"/>
            <p14:sldId id="324"/>
            <p14:sldId id="325"/>
            <p14:sldId id="618"/>
            <p14:sldId id="327"/>
            <p14:sldId id="293"/>
            <p14:sldId id="326"/>
          </p14:sldIdLst>
        </p14:section>
        <p14:section name="21 September, 1030-1200" id="{9C17B0EA-3447-1242-AC57-26E3B2C42C96}">
          <p14:sldIdLst>
            <p14:sldId id="257"/>
            <p14:sldId id="259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9"/>
            <p14:sldId id="310"/>
            <p14:sldId id="343"/>
            <p14:sldId id="312"/>
            <p14:sldId id="344"/>
            <p14:sldId id="311"/>
            <p14:sldId id="314"/>
            <p14:sldId id="315"/>
          </p14:sldIdLst>
        </p14:section>
        <p14:section name="11 November 1200-1330" id="{10930351-D98B-FF48-9484-3C7A752B18C0}">
          <p14:sldIdLst>
            <p14:sldId id="345"/>
            <p14:sldId id="318"/>
            <p14:sldId id="346"/>
            <p14:sldId id="347"/>
            <p14:sldId id="348"/>
            <p14:sldId id="349"/>
            <p14:sldId id="350"/>
            <p14:sldId id="352"/>
            <p14:sldId id="353"/>
            <p14:sldId id="328"/>
            <p14:sldId id="329"/>
            <p14:sldId id="330"/>
            <p14:sldId id="354"/>
            <p14:sldId id="331"/>
            <p14:sldId id="355"/>
            <p14:sldId id="317"/>
          </p14:sldIdLst>
        </p14:section>
        <p14:section name="23 September 1100-1300" id="{A588EEF6-A57A-1947-A367-23B57769E0F0}">
          <p14:sldIdLst>
            <p14:sldId id="356"/>
            <p14:sldId id="622"/>
            <p14:sldId id="357"/>
            <p14:sldId id="360"/>
            <p14:sldId id="619"/>
            <p14:sldId id="620"/>
            <p14:sldId id="621"/>
            <p14:sldId id="623"/>
            <p14:sldId id="624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9A70BD-106E-EF4E-96D8-E68AEB894C1B}" v="10" dt="2026-09-23T11:04:12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8" autoAdjust="0"/>
    <p:restoredTop sz="92761" autoAdjust="0"/>
  </p:normalViewPr>
  <p:slideViewPr>
    <p:cSldViewPr snapToGrid="0" snapToObjects="1" showGuides="1">
      <p:cViewPr>
        <p:scale>
          <a:sx n="90" d="100"/>
          <a:sy n="90" d="100"/>
        </p:scale>
        <p:origin x="112" y="112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custSel addSld modSld sldOrd modSection">
      <pc:chgData name="Iain Styles" userId="befbdaae-53f8-4d26-a8dc-3366b09f768a" providerId="ADAL" clId="{5E0D2633-D8F6-500D-A7FC-C9CB56BC4BFB}" dt="2026-09-23T11:04:12.627" v="243"/>
      <pc:docMkLst>
        <pc:docMk/>
      </pc:docMkLst>
      <pc:sldChg chg="addSp delSp mod">
        <pc:chgData name="Iain Styles" userId="befbdaae-53f8-4d26-a8dc-3366b09f768a" providerId="ADAL" clId="{5E0D2633-D8F6-500D-A7FC-C9CB56BC4BFB}" dt="2026-09-22T05:29:05.818" v="1"/>
        <pc:sldMkLst>
          <pc:docMk/>
          <pc:sldMk cId="1304821645" sldId="296"/>
        </pc:sldMkLst>
        <pc:inkChg chg="del">
          <ac:chgData name="Iain Styles" userId="befbdaae-53f8-4d26-a8dc-3366b09f768a" providerId="ADAL" clId="{5E0D2633-D8F6-500D-A7FC-C9CB56BC4BFB}" dt="2026-09-22T05:08:44.551" v="0" actId="478"/>
          <ac:inkMkLst>
            <pc:docMk/>
            <pc:sldMk cId="1304821645" sldId="296"/>
            <ac:inkMk id="5" creationId="{686B1F53-3E2C-BF6B-7F6E-ED3F0ABD27ED}"/>
          </ac:inkMkLst>
        </pc:inkChg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304821645" sldId="296"/>
            <ac:inkMk id="6" creationId="{B18B3696-FC3D-0B08-DF7A-871D82F54D71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3284479578" sldId="304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3284479578" sldId="304"/>
            <ac:inkMk id="6" creationId="{3CAF14E4-7409-E3BA-F78B-1C4EE35DF780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690556488" sldId="305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690556488" sldId="305"/>
            <ac:inkMk id="6" creationId="{5E02B4D9-D837-FDFB-6581-F2B7433B2B9B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79776030" sldId="306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79776030" sldId="306"/>
            <ac:inkMk id="6" creationId="{97DC4253-D0DA-D22C-A094-492FAC345532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437246558" sldId="307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437246558" sldId="307"/>
            <ac:inkMk id="6" creationId="{32B411C2-2CB2-5D4E-07B9-92D7E007D3F0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202893673" sldId="309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202893673" sldId="309"/>
            <ac:inkMk id="6" creationId="{F10D96AD-714A-E06B-EE98-082B0982AF08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467970236" sldId="317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467970236" sldId="317"/>
            <ac:inkMk id="5" creationId="{A1258531-F793-8286-38C0-B3F8F59CEDE4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701179987" sldId="318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701179987" sldId="318"/>
            <ac:inkMk id="5" creationId="{D29737D5-EDEA-99C1-1BD0-09761202CBE6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496860457" sldId="319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496860457" sldId="319"/>
            <ac:inkMk id="3" creationId="{D1E02B07-CE94-6BF1-AF87-803FC2D283C8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330158202" sldId="328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330158202" sldId="328"/>
            <ac:inkMk id="3" creationId="{0FA24901-9939-CABB-C76B-E3EA6FD5B113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3952004508" sldId="329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3952004508" sldId="329"/>
            <ac:inkMk id="3" creationId="{495FBD54-D8D6-C498-B503-B343F8288EA7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72769195" sldId="330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72769195" sldId="330"/>
            <ac:inkMk id="3" creationId="{AB0BA783-BC6C-76A3-487C-64198577FC40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311109508" sldId="343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311109508" sldId="343"/>
            <ac:inkMk id="2" creationId="{326CD368-BA49-CD8F-D5DA-30CD8066AFAA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019959995" sldId="346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019959995" sldId="346"/>
            <ac:inkMk id="5" creationId="{3B857CD9-A6CA-727F-7884-1D0E8FEB8618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2795853998" sldId="347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2795853998" sldId="347"/>
            <ac:inkMk id="5" creationId="{F4CD6E12-B6D2-3E2A-6360-48AF4B46E976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050254540" sldId="348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050254540" sldId="348"/>
            <ac:inkMk id="5" creationId="{6D7AB3B9-BCCA-939B-D83A-7243985E1EAF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83393448" sldId="349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83393448" sldId="349"/>
            <ac:inkMk id="5" creationId="{2D22C6D9-670B-D17D-4A47-47E9DEB3886D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3465088771" sldId="350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3465088771" sldId="350"/>
            <ac:inkMk id="5" creationId="{20976BFE-A079-7BDA-3BF9-0E777FA9E18F}"/>
          </ac:inkMkLst>
        </pc:inkChg>
      </pc:sldChg>
      <pc:sldChg chg="addSp">
        <pc:chgData name="Iain Styles" userId="befbdaae-53f8-4d26-a8dc-3366b09f768a" providerId="ADAL" clId="{5E0D2633-D8F6-500D-A7FC-C9CB56BC4BFB}" dt="2026-09-22T05:29:05.818" v="1"/>
        <pc:sldMkLst>
          <pc:docMk/>
          <pc:sldMk cId="1381691829" sldId="353"/>
        </pc:sldMkLst>
        <pc:inkChg chg="add">
          <ac:chgData name="Iain Styles" userId="befbdaae-53f8-4d26-a8dc-3366b09f768a" providerId="ADAL" clId="{5E0D2633-D8F6-500D-A7FC-C9CB56BC4BFB}" dt="2026-09-22T05:29:05.818" v="1"/>
          <ac:inkMkLst>
            <pc:docMk/>
            <pc:sldMk cId="1381691829" sldId="353"/>
            <ac:inkMk id="5" creationId="{1BEB1712-D8A5-1FD7-DA33-6D0A59ED70F8}"/>
          </ac:inkMkLst>
        </pc:inkChg>
      </pc:sldChg>
      <pc:sldChg chg="addSp delSp modSp new mod">
        <pc:chgData name="Iain Styles" userId="befbdaae-53f8-4d26-a8dc-3366b09f768a" providerId="ADAL" clId="{5E0D2633-D8F6-500D-A7FC-C9CB56BC4BFB}" dt="2026-09-23T11:04:12.627" v="243"/>
        <pc:sldMkLst>
          <pc:docMk/>
          <pc:sldMk cId="2847815375" sldId="619"/>
        </pc:sldMkLst>
        <pc:spChg chg="del">
          <ac:chgData name="Iain Styles" userId="befbdaae-53f8-4d26-a8dc-3366b09f768a" providerId="ADAL" clId="{5E0D2633-D8F6-500D-A7FC-C9CB56BC4BFB}" dt="2026-09-23T09:37:42.645" v="221" actId="478"/>
          <ac:spMkLst>
            <pc:docMk/>
            <pc:sldMk cId="2847815375" sldId="619"/>
            <ac:spMk id="2" creationId="{F0ADF6F1-270B-AF6A-7649-0172E6DA6830}"/>
          </ac:spMkLst>
        </pc:spChg>
        <pc:spChg chg="del">
          <ac:chgData name="Iain Styles" userId="befbdaae-53f8-4d26-a8dc-3366b09f768a" providerId="ADAL" clId="{5E0D2633-D8F6-500D-A7FC-C9CB56BC4BFB}" dt="2026-09-23T09:37:42.645" v="221" actId="478"/>
          <ac:spMkLst>
            <pc:docMk/>
            <pc:sldMk cId="2847815375" sldId="619"/>
            <ac:spMk id="3" creationId="{FF30691F-A54F-62EB-C9A1-B9408A290733}"/>
          </ac:spMkLst>
        </pc:spChg>
        <pc:spChg chg="del">
          <ac:chgData name="Iain Styles" userId="befbdaae-53f8-4d26-a8dc-3366b09f768a" providerId="ADAL" clId="{5E0D2633-D8F6-500D-A7FC-C9CB56BC4BFB}" dt="2026-09-23T09:37:42.645" v="221" actId="478"/>
          <ac:spMkLst>
            <pc:docMk/>
            <pc:sldMk cId="2847815375" sldId="619"/>
            <ac:spMk id="4" creationId="{4FBCB6D2-414E-B23E-853B-FEB0949A6164}"/>
          </ac:spMkLst>
        </pc:spChg>
        <pc:picChg chg="add mod">
          <ac:chgData name="Iain Styles" userId="befbdaae-53f8-4d26-a8dc-3366b09f768a" providerId="ADAL" clId="{5E0D2633-D8F6-500D-A7FC-C9CB56BC4BFB}" dt="2026-09-23T09:38:10.417" v="224" actId="14100"/>
          <ac:picMkLst>
            <pc:docMk/>
            <pc:sldMk cId="2847815375" sldId="619"/>
            <ac:picMk id="5" creationId="{0FE8A7C9-1ABD-792D-448A-662C6EB3A311}"/>
          </ac:picMkLst>
        </pc:picChg>
        <pc:inkChg chg="add">
          <ac:chgData name="Iain Styles" userId="befbdaae-53f8-4d26-a8dc-3366b09f768a" providerId="ADAL" clId="{5E0D2633-D8F6-500D-A7FC-C9CB56BC4BFB}" dt="2026-09-23T11:04:12.627" v="243"/>
          <ac:inkMkLst>
            <pc:docMk/>
            <pc:sldMk cId="2847815375" sldId="619"/>
            <ac:inkMk id="6" creationId="{6FC4BFAD-9C83-FC38-4DED-B62664B6B130}"/>
          </ac:inkMkLst>
        </pc:inkChg>
      </pc:sldChg>
      <pc:sldChg chg="addSp delSp modSp new mod">
        <pc:chgData name="Iain Styles" userId="befbdaae-53f8-4d26-a8dc-3366b09f768a" providerId="ADAL" clId="{5E0D2633-D8F6-500D-A7FC-C9CB56BC4BFB}" dt="2026-09-23T11:04:12.627" v="243"/>
        <pc:sldMkLst>
          <pc:docMk/>
          <pc:sldMk cId="3564461183" sldId="620"/>
        </pc:sldMkLst>
        <pc:spChg chg="del">
          <ac:chgData name="Iain Styles" userId="befbdaae-53f8-4d26-a8dc-3366b09f768a" providerId="ADAL" clId="{5E0D2633-D8F6-500D-A7FC-C9CB56BC4BFB}" dt="2026-09-23T09:38:33.703" v="225" actId="478"/>
          <ac:spMkLst>
            <pc:docMk/>
            <pc:sldMk cId="3564461183" sldId="620"/>
            <ac:spMk id="2" creationId="{CBE67C63-626C-A9B6-DED7-E9BDD6D32103}"/>
          </ac:spMkLst>
        </pc:spChg>
        <pc:spChg chg="del">
          <ac:chgData name="Iain Styles" userId="befbdaae-53f8-4d26-a8dc-3366b09f768a" providerId="ADAL" clId="{5E0D2633-D8F6-500D-A7FC-C9CB56BC4BFB}" dt="2026-09-23T09:38:33.703" v="225" actId="478"/>
          <ac:spMkLst>
            <pc:docMk/>
            <pc:sldMk cId="3564461183" sldId="620"/>
            <ac:spMk id="3" creationId="{F2F1083E-B72E-61B7-584B-C8CE430B5955}"/>
          </ac:spMkLst>
        </pc:spChg>
        <pc:spChg chg="del">
          <ac:chgData name="Iain Styles" userId="befbdaae-53f8-4d26-a8dc-3366b09f768a" providerId="ADAL" clId="{5E0D2633-D8F6-500D-A7FC-C9CB56BC4BFB}" dt="2026-09-23T09:38:33.703" v="225" actId="478"/>
          <ac:spMkLst>
            <pc:docMk/>
            <pc:sldMk cId="3564461183" sldId="620"/>
            <ac:spMk id="4" creationId="{42B64113-F172-6D9A-7611-1A768ADD9139}"/>
          </ac:spMkLst>
        </pc:spChg>
        <pc:picChg chg="add mod">
          <ac:chgData name="Iain Styles" userId="befbdaae-53f8-4d26-a8dc-3366b09f768a" providerId="ADAL" clId="{5E0D2633-D8F6-500D-A7FC-C9CB56BC4BFB}" dt="2026-09-23T09:38:40.867" v="228" actId="14100"/>
          <ac:picMkLst>
            <pc:docMk/>
            <pc:sldMk cId="3564461183" sldId="620"/>
            <ac:picMk id="5" creationId="{F5A93318-A721-CACD-ED2F-29D7929A4E4C}"/>
          </ac:picMkLst>
        </pc:picChg>
        <pc:inkChg chg="add">
          <ac:chgData name="Iain Styles" userId="befbdaae-53f8-4d26-a8dc-3366b09f768a" providerId="ADAL" clId="{5E0D2633-D8F6-500D-A7FC-C9CB56BC4BFB}" dt="2026-09-23T11:04:12.627" v="243"/>
          <ac:inkMkLst>
            <pc:docMk/>
            <pc:sldMk cId="3564461183" sldId="620"/>
            <ac:inkMk id="6" creationId="{CCE1DF15-48E2-58D6-913F-20E7C4C8DB06}"/>
          </ac:inkMkLst>
        </pc:inkChg>
      </pc:sldChg>
      <pc:sldChg chg="addSp delSp modSp new mod">
        <pc:chgData name="Iain Styles" userId="befbdaae-53f8-4d26-a8dc-3366b09f768a" providerId="ADAL" clId="{5E0D2633-D8F6-500D-A7FC-C9CB56BC4BFB}" dt="2026-09-23T09:39:18.896" v="232" actId="14100"/>
        <pc:sldMkLst>
          <pc:docMk/>
          <pc:sldMk cId="2228116565" sldId="621"/>
        </pc:sldMkLst>
        <pc:spChg chg="del">
          <ac:chgData name="Iain Styles" userId="befbdaae-53f8-4d26-a8dc-3366b09f768a" providerId="ADAL" clId="{5E0D2633-D8F6-500D-A7FC-C9CB56BC4BFB}" dt="2026-09-23T09:38:49.104" v="229" actId="478"/>
          <ac:spMkLst>
            <pc:docMk/>
            <pc:sldMk cId="2228116565" sldId="621"/>
            <ac:spMk id="2" creationId="{207C7376-14EE-8EC6-E2D7-479759254EF0}"/>
          </ac:spMkLst>
        </pc:spChg>
        <pc:spChg chg="del">
          <ac:chgData name="Iain Styles" userId="befbdaae-53f8-4d26-a8dc-3366b09f768a" providerId="ADAL" clId="{5E0D2633-D8F6-500D-A7FC-C9CB56BC4BFB}" dt="2026-09-23T09:38:49.104" v="229" actId="478"/>
          <ac:spMkLst>
            <pc:docMk/>
            <pc:sldMk cId="2228116565" sldId="621"/>
            <ac:spMk id="3" creationId="{2DCB88C9-EED9-D73E-CE21-594D0C37251C}"/>
          </ac:spMkLst>
        </pc:spChg>
        <pc:spChg chg="del">
          <ac:chgData name="Iain Styles" userId="befbdaae-53f8-4d26-a8dc-3366b09f768a" providerId="ADAL" clId="{5E0D2633-D8F6-500D-A7FC-C9CB56BC4BFB}" dt="2026-09-23T09:38:49.104" v="229" actId="478"/>
          <ac:spMkLst>
            <pc:docMk/>
            <pc:sldMk cId="2228116565" sldId="621"/>
            <ac:spMk id="4" creationId="{BE0F527C-FAEF-91D5-D4E9-C025A69AA914}"/>
          </ac:spMkLst>
        </pc:spChg>
        <pc:picChg chg="add mod">
          <ac:chgData name="Iain Styles" userId="befbdaae-53f8-4d26-a8dc-3366b09f768a" providerId="ADAL" clId="{5E0D2633-D8F6-500D-A7FC-C9CB56BC4BFB}" dt="2026-09-23T09:39:18.896" v="232" actId="14100"/>
          <ac:picMkLst>
            <pc:docMk/>
            <pc:sldMk cId="2228116565" sldId="621"/>
            <ac:picMk id="5" creationId="{FB118023-0082-B35E-0885-227F08577C8A}"/>
          </ac:picMkLst>
        </pc:picChg>
      </pc:sldChg>
      <pc:sldChg chg="modSp new mod ord">
        <pc:chgData name="Iain Styles" userId="befbdaae-53f8-4d26-a8dc-3366b09f768a" providerId="ADAL" clId="{5E0D2633-D8F6-500D-A7FC-C9CB56BC4BFB}" dt="2026-09-23T09:36:21.531" v="220" actId="20577"/>
        <pc:sldMkLst>
          <pc:docMk/>
          <pc:sldMk cId="1710953466" sldId="622"/>
        </pc:sldMkLst>
        <pc:spChg chg="mod">
          <ac:chgData name="Iain Styles" userId="befbdaae-53f8-4d26-a8dc-3366b09f768a" providerId="ADAL" clId="{5E0D2633-D8F6-500D-A7FC-C9CB56BC4BFB}" dt="2026-09-23T08:48:40.328" v="44" actId="20577"/>
          <ac:spMkLst>
            <pc:docMk/>
            <pc:sldMk cId="1710953466" sldId="622"/>
            <ac:spMk id="2" creationId="{9FEA9023-EA5E-E0DD-6AAF-092E2AE92D71}"/>
          </ac:spMkLst>
        </pc:spChg>
        <pc:spChg chg="mod">
          <ac:chgData name="Iain Styles" userId="befbdaae-53f8-4d26-a8dc-3366b09f768a" providerId="ADAL" clId="{5E0D2633-D8F6-500D-A7FC-C9CB56BC4BFB}" dt="2026-09-23T09:36:21.531" v="220" actId="20577"/>
          <ac:spMkLst>
            <pc:docMk/>
            <pc:sldMk cId="1710953466" sldId="622"/>
            <ac:spMk id="3" creationId="{296CFE5B-C151-4DFD-6263-40344737792D}"/>
          </ac:spMkLst>
        </pc:spChg>
      </pc:sldChg>
      <pc:sldChg chg="addSp delSp modSp add mod">
        <pc:chgData name="Iain Styles" userId="befbdaae-53f8-4d26-a8dc-3366b09f768a" providerId="ADAL" clId="{5E0D2633-D8F6-500D-A7FC-C9CB56BC4BFB}" dt="2026-09-23T09:42:20.285" v="242" actId="14100"/>
        <pc:sldMkLst>
          <pc:docMk/>
          <pc:sldMk cId="3305196678" sldId="623"/>
        </pc:sldMkLst>
        <pc:picChg chg="add del mod">
          <ac:chgData name="Iain Styles" userId="befbdaae-53f8-4d26-a8dc-3366b09f768a" providerId="ADAL" clId="{5E0D2633-D8F6-500D-A7FC-C9CB56BC4BFB}" dt="2026-09-23T09:42:12.428" v="239" actId="478"/>
          <ac:picMkLst>
            <pc:docMk/>
            <pc:sldMk cId="3305196678" sldId="623"/>
            <ac:picMk id="2" creationId="{412DDCD2-9400-6475-5A8C-A7D87A209399}"/>
          </ac:picMkLst>
        </pc:picChg>
        <pc:picChg chg="add mod">
          <ac:chgData name="Iain Styles" userId="befbdaae-53f8-4d26-a8dc-3366b09f768a" providerId="ADAL" clId="{5E0D2633-D8F6-500D-A7FC-C9CB56BC4BFB}" dt="2026-09-23T09:42:20.285" v="242" actId="14100"/>
          <ac:picMkLst>
            <pc:docMk/>
            <pc:sldMk cId="3305196678" sldId="623"/>
            <ac:picMk id="3" creationId="{D4ECFC1E-3791-C821-7EAE-B9A1DE40D631}"/>
          </ac:picMkLst>
        </pc:picChg>
        <pc:picChg chg="del">
          <ac:chgData name="Iain Styles" userId="befbdaae-53f8-4d26-a8dc-3366b09f768a" providerId="ADAL" clId="{5E0D2633-D8F6-500D-A7FC-C9CB56BC4BFB}" dt="2026-09-23T09:40:33.212" v="235" actId="478"/>
          <ac:picMkLst>
            <pc:docMk/>
            <pc:sldMk cId="3305196678" sldId="623"/>
            <ac:picMk id="5" creationId="{16F7063A-74F9-2A57-C794-2EA8E242A116}"/>
          </ac:picMkLst>
        </pc:picChg>
      </pc:sldChg>
      <pc:sldChg chg="add">
        <pc:chgData name="Iain Styles" userId="befbdaae-53f8-4d26-a8dc-3366b09f768a" providerId="ADAL" clId="{5E0D2633-D8F6-500D-A7FC-C9CB56BC4BFB}" dt="2026-09-23T09:42:07.392" v="238" actId="2890"/>
        <pc:sldMkLst>
          <pc:docMk/>
          <pc:sldMk cId="2531486675" sldId="6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09:12.32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11716 11580 7533,'27'-56'899,"-5"11"-674,-23 7 0,-9-2 315,-26-20-630,13 33 0,-6 3-45,-20-1 0,-8 12 75,13 17 0,-2 10 0,-1 5 60,2 0 0,-3 3 0,1 4 0,1 4 0,-3 8 0,1 6 0,1 2 0,2 1 135,1-2 0,0 1 0,3 1 0,9 2 164,3 13 1,10 2 0,12-1-180,13-7 0,11-1 0,12-5-75,11-8 0,13-4 0,5-2 0,-1-4 0,-3-2 0,0-2 0,3-4 0,2-5 134,-3-5 1,4-2 0,0-5 0,-1-5 0,-7-9-45,0-11 0,-4-8 0,-5-8 0,-5-6-171,-7-7 0,-5-8 0,-4-6 0,-7-1 0,-8 3-414,-10 2 0,-9-1 1,-6 0-1,-2 1 0,2 2 426,0-8 0,-1 0 1,-2 5-1,-6 10 0,-12 5 1,-6 9-1,12 20 0,13 32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0:05.360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C00000"/>
    </inkml:brush>
    <inkml:brush xml:id="br2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5513 8491 5914,'-13'-5'1709,"-9"-8"-1260,8-1-359,-11-9 540,1 15 90,-1-8-181,33 15-209,25-4 0,19-1 0,11 0-139,-14 2 0,7 1 0,7-1 0,3 0 0,4 1 0,2-1 1,0 0-1,0 0-297,-10 1 0,2-1 1,1 1-1,1-1 0,2 0 1,0 1-1,1-1 1,0 0-1,0 1 0,0-1 1,0 0 164,-3 1 1,1-1 0,1 0 0,0 0 0,1 1 0,0-1 0,-1 0 0,0 0 0,-1 1 0,0-1 0,-2 1 0,0 0-105,4-1 0,1 1 0,0-1 0,-1 1 0,-1 0 0,-1-1 0,-3 2 0,-3-1 0,-4 1 1,-4 0-361,22-1 0,-7 0 0,-7 1 0,-5 2 45,21 1 1,-34 6 89,-65 6 180,17 5-180,-17-11-2788,11-2 3573,8 1 1,-30 17-1,6 10 1</inkml:trace>
  <inkml:trace contextRef="#ctx0" brushRef="#br0" timeOffset="1366">10633 8418 6183,'-25'6'1530,"11"0"-541,3-6-89,22 0-338,20-3 0,19-3 0,12-1 0,6 1-293,-16 3 1,7-1 0,5 1 0,4 1 0,4-1 0,2 1 0,1-1 0,0 1 0,-1-1 0,-1 1-409,-8-1 1,0 1 0,0-1-1,0 1 1,1 0 0,0-1-1,1 1 1,2 0 0,0-1-1,1 1 1,2 0 0,1 0 153,-11 1 0,1-1 0,2 1 0,2-1 0,1 1 0,1 0 0,0-1 0,1 1 0,1 0 0,-1 0 0,0 0 0,-1 0 0,-1 0 0,-2 0 0,-1-1 0,-1 1 0,-3 0 0,-2 0-33,18 0 0,-2 0 0,-2 0 0,-1 0 0,-3 0 0,-1 0 0,-2 0 0,0 0 0,-2 0 0,0-1-162,5 2 0,4 0 0,0 0 0,-3 0 0,-4-1 0,-8-1 0,-10-2 0,-13-2-2614,9-19 635,-81 21 1,-24 5 2158,6-3 0,3 1 0,-14 3 0,80-11 0</inkml:trace>
  <inkml:trace contextRef="#ctx0" brushRef="#br0" timeOffset="2533">10534 7765 7533,'49'-21'689,"1"1"1,-14-6 0,-7-4-825,-3-4 0,-16-2-225,-47-5 0,-27 3 382,19 16 1,-6 2-1,-5 3 1,-6 2-139,6 6 0,-6 2 1,-4 2-1,-2 2 1,-2 1-1,0 2 0,3 2 52,0 0 1,-1 2 0,0 1-1,0 3 1,0 1 0,2 5-1,0 2 372,-2 4 1,-4 3-1,0 3 1,2 3-1,7 3 1,11 5-1,12 4-164,10 13 0,11 9 0,11 2 0,11 0 0,10-7 185,10-10 1,10 0 0,9-3 0,7-4 0,5-3 0,2-6-131,-5-9 1,6-3 0,4-3 0,3-3 0,3-3 0,0-3 0,1-3 0,-3-4 0,-2-3-280,-1-5 0,0-4 0,1-3 0,0-4 0,-2-3 0,-1-2 0,-3-1 0,-2-2 0,-4 0-550,7-9 0,-3-3 1,-3-3-1,-5-2 1,-3 0-1,-5 0 630,8-12 0,-3-3 0,-13 4 0,-22 7 0,-46-8 0,-22 23 0,16 45 0,-1 1 0</inkml:trace>
  <inkml:trace contextRef="#ctx0" brushRef="#br0" timeOffset="7699">5292 12885 7263,'-11'-25'3148,"8"-5"-1529,-19 4-989,19 1-540,-8 8 719,11 21 271,-10 64-586,2-17 1,2 9-338,2-12 1,1 7-1,-1 1 1,1-4-218,-1 4 0,0-2 0,1-2-30,3 22 0,0-10 180,0-14-1529,-11-50-1889,9-1 3328,2-4 0,13-6 0,12-2 0</inkml:trace>
  <inkml:trace contextRef="#ctx0" brushRef="#br0" timeOffset="8666">5661 13426 7533,'-27'38'3867,"5"-13"-2787,11-31-181,8-47-809,-8 9 0,0-6 0,9 3 0,2-4 0,-1 1 270,-5-16 0,1 2-225,9 7 0,3 5 314,7-7-539,22 35-449,13 11-1081,-12 15 1,0 7-2428,17 23 4047,-7-4 0,-47 17 0,-14-19 0</inkml:trace>
  <inkml:trace contextRef="#ctx0" brushRef="#br0" timeOffset="9132">5636 13229 7533,'-35'7'4587,"18"-7"-2158,6-7-1440,47-5-6836,27 10 5847,-9 4 0,-7 16 0,-36 1 0</inkml:trace>
  <inkml:trace contextRef="#ctx0" brushRef="#br0" timeOffset="10733">6424 12896 5914,'14'-17'2968,"-4"-2"-1709,-10-6-539,0 6-1080,0 7 1259,-10 23 0,7 20 1,3 13-660,-4 6 0,0 7 0,1 1-240,2 0 0,1 1 0,1-1-240,3-2 0,1 0 0,-3-8-300,-8-4 1,4-13-1080,10-20-1979,-19-17 3598,22 5 0,2-32 0,12-2 0</inkml:trace>
  <inkml:trace contextRef="#ctx0" brushRef="#br0" timeOffset="11099">6399 13279 8882,'0'-25'4228,"11"-5"-3419,36 14-1529,-10 2 1,2 1-990,1 5 0,0 2 1709,20-1 0,-49 13 0,-25 20 0</inkml:trace>
  <inkml:trace contextRef="#ctx0" brushRef="#br0" timeOffset="11900">6793 12896 7353,'-14'-11'2159,"-8"-7"-1530,9 10 1,-1-3 539,3 11-89,33 60-991,-15-15 1,-3 7 0,1 2-150,3 6 0,1 2 1,-1-2-61,-1 1 0,0-1 0,1-11-1050,6-3 451,21-106 1753,-20 15 1,-2-1-496,-2 2 1,2 14-180,-2 28 539,0 60-1889,-6-21 1,4 0 989,6-1 0,5-11 0,19-30 0,10-36 0</inkml:trace>
  <inkml:trace contextRef="#ctx0" brushRef="#br0" timeOffset="12699">7162 13389 7533,'11'13'3148,"14"-13"-2518,24-13-361,14-12 46,-31 4 0,-1-4 899,-3-2 1,-7-3-136,-18-35-1978,-31 22-541,-24 43 2115,21 16 0,2 11 584,5 19 0,10 5-1304,13-8 0,10-3-1259,13 1 0,8-10 1304,39-20 0,-20-10 0,-41-10 0</inkml:trace>
  <inkml:trace contextRef="#ctx0" brushRef="#br0" timeOffset="13699">8368 13155 7982,'14'-38'5307,"-14"8"-6746,-36 18 1349,1 15 0,-3 5 0,3 0 0,1 4 360,-2 4 0,12 5 674,38 16 1,16 7-406,-6 3 1,1 3-720,6 8 1,-10-1-136,-22-13 0,-14-8 809,-20-19 1,-7-10-3193,-24-12 2698,42-7 0,73 19 0,-4 3 0,0-1 0</inkml:trace>
  <inkml:trace contextRef="#ctx0" brushRef="#br0" timeOffset="14599">8664 13279 5824,'-14'-7'1979,"3"-4"-91,0 4 181,8-11-989,-8-1-2699,11 5 989,-22 41 1484,12 5 1,4 6-990,4 13 0,12-5-315,22-17 1,10-14 808,11-24 1,1-16 1439,-4-13 0,-10-8-1035,-14-4 1,-19 14-2384,-35 46 630,23 46 269,13 0 1,11-1 719,12-21 0,4-7 0,17 1 0,-19-55 0</inkml:trace>
  <inkml:trace contextRef="#ctx0" brushRef="#br0" timeOffset="15199">9180 13303 8522,'0'-25'4857,"0"12"-4677,0 40-360,0 21-405,19-13 1,6-11 404,8-33 1754,9-19 0,-2-11-585,-24 2 1,-2 3-630,30 11-1440,-26 52 1,-1 13-1440,9-3 1,0-1 2518,-5 1 0,-1-14 0,13-42 0,-33-30 0</inkml:trace>
  <inkml:trace contextRef="#ctx0" brushRef="#br0" timeOffset="16199">10485 13254 6633,'-11'-29'4498,"8"-9"-2160,-8-2-89,22 54-1844,-8 21 0,-3 11-675,6 16 0,-1 1-1484,-6-10 0,2-9-2024,10-11 3778,24-51 0,-5-28 0,17 14 0</inkml:trace>
  <inkml:trace contextRef="#ctx0" brushRef="#br0" timeOffset="16732">11002 13204 9691,'-11'-38'4768,"-25"8"-5713,1 25 1,-4 9 674,-18 20 1080,21 16 134,68-18 0,18 0-90,-5 2 1,-2 4-990,-3 3 1,-14 5-451,-29 3 0,-14 0-899,-13 2 0,-8-7-2744,-22-3 4228,49-22 0,25-38 0,10 3 0</inkml:trace>
  <inkml:trace contextRef="#ctx0" brushRef="#br0" timeOffset="16933">10608 12995 7892,'-11'-46'404,"0"0"1,4 3 0,11 6 0,33 19 0,0-1 0</inkml:trace>
  <inkml:trace contextRef="#ctx0" brushRef="#br0" timeOffset="17999">12060 13241 7533,'33'-57'4407,"8"8"-3417,-11-7-1620,-55 38 450,-21 20 0,-9 10 495,0-1 0,4 4-135,-12 9 1079,79-1 0,17 5-1304,4 5 0,0 4 45,1 4 0,-13 2-225,-31-3 1,-16-6-766,-15-11 1,-5-10-2969,-2-8 3958,28-6 0,46-9 0,22-2 0,-7 2 0,0-1 0</inkml:trace>
  <inkml:trace contextRef="#ctx0" brushRef="#br0" timeOffset="18766">12405 12712 6183,'-25'-48'5487,"11"14"-4947,3 9 270,22 59-541,-3 5 1,1 11 0,-1 4-360,-1 1 0,-1 5 0,1 1 0,0-3 120,4 8 0,1-1 0,1-3 30,-3-2 0,0-1 0,5-29-959,35-67 944,-28 2 0,-3-5 449,-1-8 1,-1 8 135,5 20-181,3 70-2023,-12-11 0,1 3-630,10 0 1,-1-4 2203,-7 3 0,17-57 0,-20-18 0</inkml:trace>
  <inkml:trace contextRef="#ctx0" brushRef="#br0" timeOffset="19066">12922 13168 6183,'13'-33'6837,"-13"20"-7287,-13 54-4677,21 25 5127,-14 0 0,50-31 0,-17-37 0</inkml:trace>
  <inkml:trace contextRef="#ctx0" brushRef="#br0" timeOffset="19702">13143 13180 9871,'0'-14'2879,"0"36"-3419,11 25 270,25-16 630,-6-61 629,0-1 1,-3-4-451,-19-4 1,0 9-900,36 37-3417,-27 47 3777,6-13 0,0-1 0,-7 5 0,6-18 0</inkml:trace>
  <inkml:trace contextRef="#ctx0" brushRef="#br0" timeOffset="20000">13611 13155 8792,'-14'-13'4857,"3"29"-8005,33 40 3148,-6 0 0,20-8 0,-12-38 0</inkml:trace>
  <inkml:trace contextRef="#ctx0" brushRef="#br0" timeOffset="20999">13980 13192 11221,'-25'27'1619,"22"-4"-1619,28-24-270,1-23 0,0-9 764,0-2 1,0 4 675,10 5-900,-15 76-1395,-10-9 1,3 2-1350,9-3 1,3-7 2473,15-3 0,-5-30 0,-25-14 0</inkml:trace>
  <inkml:trace contextRef="#ctx0" brushRef="#br0" timeOffset="21666">14472 13180 7533,'27'-30'3867,"-27"9"-3777,-5-2-629,-28 21 449,19 26 1079,1 32-1349,24-1-1259,38-57 1934,-25-27 0,-4-9 494,0-4 1,-5 17 719,-7 80-1687,-5-6 1,-2 14 0,-2 7 0,-2-2 462,0-8 1,-2 2 0,-2 1 0,0-1 0,-1-3 188,2 9 1,1 0 0,-4-7 0,-12-13-630,-35 0 0,-8-32-1215,27-34 1,2-18 0,0-1 1349,0 2 0,0-1 0,7 2 0,5-6 0,10 7 0,16 13 0</inkml:trace>
  <inkml:trace contextRef="#ctx0" brushRef="#br0" timeOffset="21932">13783 13020 7533,'-14'-55'-68,"14"21"1,25 0-1,13 22 1</inkml:trace>
  <inkml:trace contextRef="#ctx0" brushRef="#br0" timeOffset="22266">13045 12934 7533,'-28'-29'472,"61"-9"0,1 10 0,0-1 1</inkml:trace>
  <inkml:trace contextRef="#ctx0" brushRef="#br0" timeOffset="23365">15580 12724 7533,'-50'0'0</inkml:trace>
  <inkml:trace contextRef="#ctx0" brushRef="#br0" timeOffset="24333">15530 12737 6903,'14'-32'2024,"0"-1"0,8-16-585,-44 99-1889,15-7 0,2 9 1,0 3 149,-2 8 0,-2 3 0,1-5 525,-8 16 0,10-31 135,14-50-315,6-30 0,8-10-90,23 7 0,8 2 494,1-1 1,-1-3-150,-21 5 0,-2-2 0,-5-4-240,-6-4 0,-4-3 0,-5 2-240,0-14 0,-9 24 809,-9 47-479,6 28 0,7 21 0,0 1-360,-4 5 0,1 1 1,6-4-286,10 9 0,13-22 180,12-45 0,2-20 1304,-9-31 1,-4-7 494,-1 12 1,-5 19-2115,-4 57 630,4 21 0,6 2 0,-1-25 0,6-7 0,18-12 0,-1 1 0</inkml:trace>
  <inkml:trace contextRef="#ctx0" brushRef="#br0" timeOffset="26332">16564 13032 12120,'58'-12'764,"-16"4"1,3-2-360,8-2 0,-2-6-136,-7-6 1,-11-6-360,-22-35-1169,-63 19 584,8 48 1,0 17 1438,7 23 1,8 12 224,3 8 1,17 0-1665,30-7 1,15-10 674,-2-22 0,3-11 0,8-15 0,-2-10 0,14-23 0</inkml:trace>
  <inkml:trace contextRef="#ctx0" brushRef="#br0" timeOffset="26799">17081 13007 7892,'0'-31'5487,"-11"45"-5127,8 32-989,14 10-271,49-75 2519,-25-7 0,-1-4-720,-2 1 1,-1 13-2249,23 59 1349,-28-2 0,-2 4 0,1-7 0,4-9 0,7-29 0,-1 0 0</inkml:trace>
  <inkml:trace contextRef="#ctx0" brushRef="#br0" timeOffset="28100">18607 13045 7533,'27'-25'4047,"-27"22"-3687,-5 44-540,0-4 0,10-1-225,30-6 1,12-15 359,6-36 0,1-22 344,-13-4 1,-2-10 0,-5-4-30,-9 7 0,-2-4 0,-4-1 0,-4 3-61,-3-4 1,-5 2 0,-1 12-659,5 2 808,-20 69 1,-4 23 247,9-2 0,3 10 1,1 3-1,0-2-667,-4 13 0,2-1 0,8-2-450,11-4 0,8-2 1,4-10-1560,4-6 0,5-17 2069,4-24 0,-10-13 0,-32-14 0,-41 11 0</inkml:trace>
  <inkml:trace contextRef="#ctx0" brushRef="#br0" timeOffset="28366">19001 12774 7533,'19'-30'1664,"24"14"0,10 6-1664,-8-2 0,0 4 0,7 5 0,-8 6 0,-25 11 0</inkml:trace>
  <inkml:trace contextRef="#ctx0" brushRef="#br0" timeOffset="28599">18755 12762 7533,'-58'-11'467,"91"-3"1,-8-11 0,36 13 0,1-1-1</inkml:trace>
  <inkml:trace contextRef="#ctx0" brushRef="#br0" timeOffset="29966">19985 12946 8072,'-13'0'2699,"2"-5"-1800,0 9 541,8 52-1261,5-22 1,7 1-180,20 13 0,13-12-585,18-31 1,6-18 809,-4-6 0,-4-10 344,-17-2 1,-2-6 0,-12 1 59,-14-32-1978,-18 31 450,-9 53 1888,27 21 1,10 11-541,-6 10 1,-1 2-675,7-5 0,-11-7-4632,-36-7 4857,5-48 0,8-28 0,38 17 0</inkml:trace>
  <inkml:trace contextRef="#ctx0" brushRef="#br0" timeOffset="30174">20158 12700 7533,'-17'-50'359,"53"23"1,3 16 0,1 0 0</inkml:trace>
  <inkml:trace contextRef="#ctx0" brushRef="#br0" timeOffset="31300">21437 12921 9871,'-11'-14'1709,"-2"20"-1529,-8 28 0,6 13-270,14-8 0,8-4 90,9-4-45,14-49 0,3-21 630,-5-22 0,-4-2 539,-6 21 0,0 17-494,3 31-1530,-8 38 1,-1 12-2564,12-9 0,1-2 3463,-11-8 0,2-7 0,39-8 0,-28-29 0</inkml:trace>
  <inkml:trace contextRef="#ctx0" brushRef="#br0" timeOffset="31801">22077 12983 7533,'-11'-50'5936,"-13"13"-6385,-36 46 224,29 9 0,7 9 315,13 19 0,16 1-945,17-15 1,11-12 674,25-16 0,-1-20 1304,-28-15 1,-12-9-676,-9-4 1,-13 4-4498,-39 6 4048,12 55 0,78 12 0,-13-16 0,0 1 0</inkml:trace>
  <inkml:trace contextRef="#ctx0" brushRef="#br0" timeOffset="32166">22496 12589 6633,'0'-22'6297,"0"78"-6807,-3-15 0,-2 7 0,2 3-330,1 14 1,1 3 0,1-3 839,0-14 0,0-2 0,0-5 0,0 2 0,3-20 0,8-48 0</inkml:trace>
  <inkml:trace contextRef="#ctx0" brushRef="#br0" timeOffset="32433">22397 12909 8612,'-2'-40'2968,"-1"-1"0,26 7 1,14 5-4588,10 12 0,11 6 0,-2 3 1619,-8 2 0,-2 3 0,0 0 0,24 1 0,-12 0 0,-25 1 0</inkml:trace>
  <inkml:trace contextRef="#ctx0" brushRef="#br0" timeOffset="33366">23653 13020 6993,'-11'-26'5127,"-14"58"-4588,9 4 1,5 5-990,3 12 1,13-11 89,33-30 360,6-45 0,0-22 869,-19 12 1,-4-4 0,1 4 119,6-11 1,1 20-91,15 56-2698,-29 25 0,0 9 1799,19-13 0,3-5 0,4 8 0,6-68 0</inkml:trace>
  <inkml:trace contextRef="#ctx0" brushRef="#br0" timeOffset="33632">24194 12946 7533,'5'-38'4317,"1"1"1,-3 35-5757,8 52 1439,3 9 0,4 2 0,-5-23 0,5-6 0,12-9 0,0 0 0</inkml:trace>
  <inkml:trace contextRef="#ctx0" brushRef="#br0" timeOffset="34299">24563 13045 7533,'3'-52'6026,"-17"5"-7825,-24 55 1979,6 15 0,4 9 90,8 8 0,10 1-1530,21 8 1170,14-65 1,4-17 853,-2-12 1,1 8 1034,16 33-1530,-36 46 1,-16 31 0,-3 5-288,2-18 0,-4 6 0,-1 2 0,-2 0 0,-1-5 445,1 4 0,-1 0 1,-4-6-1,-7-9-67,-16 1 0,-7-9 0,2-27-570,7-37 0,3-24 0,5-2 210,6 4 0,6-4 0,6 3 0,5-5 0,14 8 0,49 10 0</inkml:trace>
  <inkml:trace contextRef="#ctx0" brushRef="#br0" timeOffset="35066">24834 12774 7533,'0'-48'1754,"0"0"0,11-21-225,-19 42-675,6 63 1,1 30-795,-4-7 0,-1 8 0,3-1-240,3-3 0,1-1 0,9-6 270,16 7 0,8-25 270,24-64 674,-25-6 1,-6-3-945,-5-2-2069,-11 79-765,-1-3 1,4 2 2743,3-1 0,5-7 0,27-16 0,0-53 0</inkml:trace>
  <inkml:trace contextRef="#ctx0" brushRef="#br0" timeOffset="35366">25375 12749 7533,'-13'-39'5756,"2"42"-6071,7 34 1,8 17-1935,1 13 0,1 3 2249,-5-6 0,0-4 0,5-14 0,-1-11 0,-5-26 0</inkml:trace>
  <inkml:trace contextRef="#ctx0" brushRef="#br0" timeOffset="35599">25326 13045 7533,'-15'-41'2728,"0"1"1,41-2-1,16 5-6101,11 7 0,7 8 3373,5 1 0,-2 6 0,-18 8 0,-11 3 0,-23 4 0</inkml:trace>
  <inkml:trace contextRef="#ctx0" brushRef="#br0" timeOffset="36366">25941 12724 11580,'0'-13'1260,"0"2"-1080,0 65-1215,0 7 1,0 7-166,0-20 1,0 0 0,0 0 1199,-1 21 0,2-8 0,10-18 0,3-63 0</inkml:trace>
  <inkml:trace contextRef="#ctx0" brushRef="#br0" timeOffset="36632">25818 13082 7533,'-16'-67'3912,"42"30"1,16 5-4903,9 6 1,8 6-1080,0 5 0,6 4 1,-6 3 2068,-8 4 0,-6 2 0,20-9 0,-78-3 0</inkml:trace>
  <inkml:trace contextRef="#ctx0" brushRef="#br0" timeOffset="36899">26384 12946 12030,'0'14'720,"0"19"-5757,11 10 5037,-8-11 0,19 17 0,-8-35 0</inkml:trace>
  <inkml:trace contextRef="#ctx0" brushRef="#br0" timeOffset="37600">26581 13007 7533,'14'-7'4857,"-3"13"-4407,-11 24-1620,22 15 1800,5-27-91,3-30 1,0-13-270,-7-11 0,-5-3-315,3 1 0,-6 16 225,-15 52-540,3 9 0,2 5 405,-2 6 0,8-15-674,49-51 1303,-21-21 1,-1-9 989,-5-3 0,-1 10-495,15 28-2788,-38 43 0,-7 15 1619,1 6 0,5-2 0,27 7 0,17-46 0</inkml:trace>
  <inkml:trace contextRef="#ctx0" brushRef="#br0" timeOffset="38333">27394 13093 8612,'43'-25'2338,"-1"13"1,4 1-1979,8-4 0,-1-5-135,-5-9 0,-20-3-495,-74-19 360,-6 38 0,-6 18 329,11 16 1,1 12 0,11 6-780,10 23 0,22 3-2024,30-2 1,15-7 2383,-7-17 0,4-15 0,4-23 0,-10-13 0,-33-15 0</inkml:trace>
  <inkml:trace contextRef="#ctx0" brushRef="#br0" timeOffset="38599">26483 12860 7533,'-27'-33'1199,"16"4"0,24 17 1</inkml:trace>
  <inkml:trace contextRef="#ctx0" brushRef="#br0" timeOffset="39166">24416 12724 7533,'-44'4'269,"0"1"1,14 0 0,24 31 0</inkml:trace>
  <inkml:trace contextRef="#ctx0" brushRef="#br1" timeOffset="47800">5907 12749 7353,'-11'-49'989,"8"5"-989,-19-9 90,-26 27 0,-16 7 0,15 3 0,-3 3 0,-5 3-45,-2 6 0,-4 3 0,-2 3 0,3 5-90,4 4 0,0 3 0,2 5 0,4 4 112,1 6 1,2 5-1,4 4 1,6 4 44,7 4 1,5 4-1,4 3 1,4 3-24,3 7 1,3 3 0,7 1 0,6 1 36,6-13 0,5 1 0,4 0 0,3-1 0,3-2 31,7 9 1,5-1-1,4-3 1,4-6-69,2-5 1,3-4 0,3-5 0,2-7 90,0-8 0,4-5 0,1-8 0,1-8-54,-3-9 0,3-9 0,0-6 0,-2-3 0,-2-1 53,5-8 1,-4-3 0,-1-4 0,-2-6-15,-9 4 0,1-4 0,-1-3 0,-3-3 0,-5 1 0,-7 0 194,-6-12 1,-9-2 0,-6 1 0,-1 1-1147,0 4 0,-2 0 0,-4 2 0,-6 8 787,-26-11 0,3 13 0,27 11 0,33 49 0</inkml:trace>
  <inkml:trace contextRef="#ctx0" brushRef="#br1" timeOffset="49399">17352 12786 7533,'30'-25'1889,"0"-1"0,0-27-1889,-41 4-450,-20 29 0,-15 4 0,-8 1 432,-3 2 0,-8 2 0,-6 1 0,-2 0 0,2 0-36,11 1 0,0 0 0,-1 1 0,-1 0 0,-2 0 0,-1 0 79,0 2 1,-3 0 0,-1 0 0,-1 1 0,1 0-1,2 0 1,2 0-8,-8-1 0,2-2 0,2 2 0,2 2 0,0 3 18,5 4 0,1 2 0,1 2 0,3 3 0,4 4-18,-10 6 1,7 7-1,9 9 12,8 18 0,10 10 0,15 6-143,15-8 1,11 6 0,9 0 0,5-1 25,1-9 0,6-1 0,4 0 1,4-1-1,4-3 162,-1-4 0,3-1 0,3-2 0,4-1 0,2-4 0,2-4-123,-2-8 1,2-2-1,3-4 1,1-2-1,2-2 1,1-3-1,1-2 70,-2-3 1,1-2-1,2-3 1,1-2 0,0-1-1,0-2 1,-2-2-1,-1-2 235,2-1 0,-1-1 0,0-2 0,-1-3 0,-2-2 0,0-3 0,-2-3 58,-1-3 1,2-2-1,-1-3 1,-2-3-1,-5-3 1,-5-3 0,-9-3-227,-2-13 1,-8-5 0,-8-4 0,-6-1 0,-4 2-765,-4-10 1,-7-1-1,-8 2 1,-6 5 674,-10-4 0,-9 5 0,-9 13 0,-5 16 0,-7 10 0,2 13 0,-6 28 0,-1 0 0</inkml:trace>
  <inkml:trace contextRef="#ctx0" brushRef="#br2" timeOffset="53665">22963 12724 7353,'63'-18'3148,"-3"-11"-2428,-21-15-1800,-37-18 810,-31 37 0,-18 2 1,-2 3 329,-5-1 0,-3 2 0,-7 1-1,11 7 1,-4 1 0,-5 0 0,-1 2 0,0 1 0,2 0-108,-6 1 0,1 2 0,0 1 0,-1 2 0,0 0 48,6 2 0,-1 0 0,-1 1 0,1 2 0,0 0 0,3 2 36,-5 1 0,2 1 0,1 1 0,1 3 0,0 4 179,0 5 1,-1 3 0,1 3 0,3 3 0,5 3-126,-3 7 0,3 3 0,7 4 0,11 5-270,13 9 0,10 7 0,10 2 0,13-4 72,9-8 0,11-1 0,9-2 0,6-2 1,6-5 253,-8-14 0,7-2 0,4-2 0,3-2 0,2-2 1,1-2-1,0-2 0,-3-3-24,5-1 0,0-2 1,0-2-1,1-3 0,0-3 1,1-4-1,0-4 35,0-3 1,2-4-1,2-2 1,0-3-1,-2-4 0,-2-2 1,-4-4-1,-7-3-112,2-8 0,-6-5 0,-3-3 0,-4-4 0,-3-1 0,-3 0-693,2-7 1,-2-3-1,-6-1 1,-5 1-1,-8 3 624,-4-11 1,-11 3 0,-15 10 0,-26 2 0,-10 23 0,-13 51 0</inkml:trace>
  <inkml:trace contextRef="#ctx0" brushRef="#br0" timeOffset="60565">6547 13979 6183,'-30'-17'0,"11"-2"0</inkml:trace>
  <inkml:trace contextRef="#ctx0" brushRef="#br0" timeOffset="62266">6522 13943 6183,'-13'7'-179,"-9"4"718,8-10-629,0 5 180,3-6 0,11-11 540,-10-9 89,7-16-898,-19-8 538,19 0 1,-8-4-270,0 10 270,-13 6 180,-15 42-46,17 17 1,6 13-285,16 10 0,9 8 0,1-2-165,-1 9 0,4-2 14,3-14 1,4 0 0,4-12-15,7-18 0,7-10-75,4-7 0,6-6 0,4-1 30,2 3 0,3 0 0,5 0 0,3 0-183,-6 0 0,4-1 1,3 0-1,2 0 1,0 0-1,-1 1 228,1-1 0,0 1 0,0 0 0,1 1 0,2-1 0,3 0 15,-13 0 0,3 0 0,1 0 0,1-1 0,1 1 0,1 0 0,-2 0 0,-1 0 0,-2-1-72,1 1 1,-3 0 0,-1 0 0,0-1-1,0 1 1,1 0 0,1-1 0,3 0 2,-3 1 0,2-1 0,2 0 0,1 0 0,1 0 0,-1 0 0,1-1 0,-2 2 0,-1-1 0,-2 0-144,5 1 1,-2 0 0,-2 1 0,-1-1 0,1 1-1,0-1 1,2 0 0,1-1 197,-4 0 0,0 0 0,2-2 0,0 1 0,1 0 0,1-1 0,-1 1 0,-1 0 0,0 0 0,-1 1-5,1 0 0,0 1 0,-1 0 0,0 1 0,0-1 0,0 1 0,-1-1 0,1 0 0,0 0-41,-1-1 1,1 0-1,0 0 1,0-1-1,-1 1 1,1-1-1,-1 1 1,0 0 0,0 1 134,6-1 1,0 1 0,-1 1 0,1 0 0,-1-1 0,-1 1 0,1 0 0,-2-1-102,-3 1 1,-1-1 0,0 0 0,-1 1-1,0-1 1,0 1 0,0-1 0,1 1-1,-1 0 1,1 0 0,0-1 0,0 2-1,0-1 1,0 0 0,0 0 0,0 1-9,7 0 1,0-1 0,0 1-1,0 0 1,0 0 0,-1 0 0,0 1-14,-2 0 1,0-1 0,1 1 0,-2 0 0,0 1 0,-2-1-1,-1 0-12,11 0 0,-2 0 0,-2 1 0,-3-1 0,-3 1-45,-5-1 0,-2 0 0,-5 1 1,-6-1-363,12 2 1,-26 0 406,-45-2 2942,0 5-1233,3-17-441,22-25-1493,1-3 0,1-7 315,6-13 0,0-2-720,-4 8 1,-2 7-4228,-2 3 4857,-3 68 0,5 32 0,26-3 0</inkml:trace>
  <inkml:trace contextRef="#ctx0" brushRef="#br0" timeOffset="65432">18656 13549 6993,'0'-32'1079,"0"3"-719,0 9 90,0 8 989,0 62-810,0 15 1,0 9-720,0-6 0,0-1 30,0-16 0,0 0 1,0-9 688,0 3-269,0-41-810,55-20 660,-6 7 0,11 1 0,9 0-105,-13 2 0,7-1 0,4 0 0,4 1 0,1-1 0,1 2-368,-16 1 1,3 1 0,0-1 0,2 2-1,1-1 1,0 0 0,1 1 0,0-1-1,1-1 281,-4 1 0,2-1 0,0 0 0,0 0 0,1 0 0,0-1 0,1 1 0,-1 1 0,1-1 0,0 1 27,2 0 0,0 1 0,2 0 0,-1 0 0,1 1 0,-1-1 0,0 0 0,-1 0 0,0 0 0,-2 0-158,1-1 0,-1-1 1,-1 1-1,-1-1 0,0 1 1,0-1-1,1 0 1,0 1-1,1-1 140,-2 1 0,2 0 0,-1 0 0,2-1 0,-1 1 0,1 0 0,-1 0 0,-1 0 0,-1 1 0,-1-1 6,6 0 1,-1 1 0,-2-1 0,0 1-1,0-1 1,0 1 0,2 0 0,1 0-8,-5 0 1,2 0 0,0 0 0,2 0 0,0 0 0,0 0 0,-1 0 0,0 1 0,-1-1 0,-2 1-39,6 0 1,-1 0 0,-2 0 0,0 0 0,-1 0 0,2 0 0,1 1-1,2-1 21,-5 0 0,3 1 0,1-1 0,2 0 0,0 0 0,-1 1 0,0-1 0,-1 1 0,-1 0 0,-3 0-32,4 0 1,-2 0-1,-2 1 1,0 0 0,-1 0-1,0 0 1,1-1 0,1 1 41,-4-1 1,2 0 0,0 1 0,0-1 0,0 0 0,0 0 0,-2 0 0,-1 0 0,-2 0 10,13 1 0,-1 0 0,-3 1 0,0-1 0,-2 0 0,2-1 99,-4 0 0,1-1 0,-1 0 0,-1 0 0,-1 0 0,0-1 69,3 1 0,0 0 0,-1-1 0,-2 1 0,-1-1-266,6 1 1,-1-1-1,-2 0 1,-1 1-23,-6 0 0,-1 1 0,-1 0 0,-2 1-60,7-1 0,-2 0 0,-4 1 510,12 2 1,-8 0 628,4-3-716,-29 0 87,-44-6 1247,9-6-1247,-9-7 359,33-33-764,-9 0 0,1-4-2878,0 9 0,-1 1 2923,-2-9 0,0 14 0,0 36 0,3 39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1:26.792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18927 11531 7623,'-14'-26'1529,"3"-3"1259,11 10-269,0 0-990,0 6-1169,-11 8 539,9 21 720,-9 43-1080,5-14 1,1 11 0,0 4 0,-1 1-495,-1 5 0,0 2 0,0 1 0,0 0-68,0 0 1,0 1-1,0-3 1,1-7-1417,-2 27 0,5-40-1260,6-63-1708,8-42 4407,-11 18 0,11 34 0,2 6 0</inkml:trace>
  <inkml:trace contextRef="#ctx0" brushRef="#br0" timeOffset="501">18927 11482 7533,'-33'-35'9830,"36"-10"-6798,32-2-2523,3 28 1,10 4 0,3 3-870,11 5 1,4 3-1,-2 2-1109,-13-2 0,-3 0 0,-2 1-780,6 1 0,-14-2 2249,-30-3 0,-19-5 0,11 0 0</inkml:trace>
  <inkml:trace contextRef="#ctx0" brushRef="#br0" timeOffset="1134">18878 11863 7263,'-39'31'4317,"15"-12"-269,24-8-360,57-11-2789,-8-2 1,10-3-1,0 1-929,-3 2 0,-1-1 0,1 1-390,2-2 1,-1 0-1,-11 4-2278,-2 13-2519,-63 2 5217,-17 3 0,36-7 0,14-4 0</inkml:trace>
  <inkml:trace contextRef="#ctx0" brushRef="#br0" timeOffset="2133">19050 13721 7533,'-14'-37'9830,"-8"39"-9393,8 46 0,4 24-767,0-15 0,1 4 0,0 1-330,0 8 1,1 1-1,1-5-554,0 10 0,3-16-3374,4-26 4588,0-43 0,11-19 0,3 2 0</inkml:trace>
  <inkml:trace contextRef="#ctx0" brushRef="#br0" timeOffset="2634">18509 13820 7533,'-33'-16'3276,"0"0"1,57-6 0,26-2-2167,-3 5 0,12-1 0,6 0 1,3 2-1,-4 1-1362,-4 2 0,0 2 0,0 1 0,1 0 1,-1 0 215,5-1 0,4-2 0,-1 1 0,-7 3 0,-12 6-729,1 4 1,-24 7-6522,-34 4 7286,-3-14 0,28-33 0,18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1:33.093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19050 9156 7533,'-25'22'3687,"20"35"1,8 18-3658,-6-10 0,-1 5 0,2 1-413,4-16 1,1 2 0,1-3 0,-2-5-2047,-1 14 1,-2-16 2428,1-25 0,0-65 0,0 6 0</inkml:trace>
  <inkml:trace contextRef="#ctx0" brushRef="#br0" timeOffset="432">18607 9438 7533,'-31'-28'4915,"-1"0"0,48-37-3575,25 28 1,19 0 0,6 4-1341,-16 14 0,5 3 0,1 1 0,2 1 0,-3-1-540,9-5 0,1-2 1,-3 2-1,-2 4-510,9 3 1,-4 3 0,-15 7-2909,-18 8 3958,-32-15 0,11 7 0,3-8 0</inkml:trace>
  <inkml:trace contextRef="#ctx0" brushRef="#br0" timeOffset="1533">18755 12023 7533,'-39'25'7825,"15"-23"-7645,35-64-210,-6 14 0,1-9 0,-1-4 232,0 4 1,-1-4-1,-1-1 1,-1 0 291,-4 1 1,-2-1 0,0 1 0,0 3-46,0-7 1,1 2 0,5 9-1,4 10 1,12 10-300,20 19 0,13 11 0,2 1-450,10 0 0,4 2 1,-2 1-211,-6 1 0,0 1 0,-5-1-165,8-1 1,-20 0-4543,-37 2 5217,-29 3 0,13-5 0,11 0 0</inkml:trace>
  <inkml:trace contextRef="#ctx0" brushRef="#br0" timeOffset="1932">18779 11666 7533,'-63'19'8365,"80"-6"-7376,26-11 1,15-4-3209,-7 1 0,4 0 1,-2 1 2218,15 2 0,-8 2 0,-5 4 0,-83 10 0</inkml:trace>
  <inkml:trace contextRef="#ctx0" brushRef="#br0" timeOffset="2999">18681 14201 7533,'-14'21'5487,"25"-70"-5173,3-8 1,-1-12-360,-9 16 0,-3-5 0,-1-2 0,1 1 494,1 3 1,1 0 0,-2 1 0,-2 2 269,-7-10 1,-4 2 0,8 7-46,9 7 1,12 12 44,20 21 1,10 12-480,0 3 0,5 4 0,0 1-780,-3 1 0,0 0 1,-2-2-271,16-1 1,-6-5-1620,1-13-2878,-45-8 5307,-2 4 0,-33 36 0,-5 15 0</inkml:trace>
  <inkml:trace contextRef="#ctx0" brushRef="#br0" timeOffset="3432">18681 13918 7533,'-28'-5'9830,"83"-8"-8850,-13 7 1,6 0 0,2-1-3410,0 1 1,0-1 0,0 1 2428,25-4 0,-19 8 0,-45 13 0,-52 9 0</inkml:trace>
  <inkml:trace contextRef="#ctx0" brushRef="#br0" timeOffset="4566">18582 16343 7533,'0'26'5577,"11"-80"-5128,-4 2 1,0-12-563,-1 6 1,1-9 0,-1-2-1,0 2 495,-2 6 0,-1 1 1,0 0-1,0 3 277,-1-12 1,-1 3 0,7 8 374,9 3 1,10 16-630,7 31 0,9 10-555,15-1 0,10 1 0,-3 1-900,-16-1 1,-2 0 0,-1 1-346,28 0 1,-17 1-3193,-37 1 4587,-37-5 0,-16 6 0,20 0 0</inkml:trace>
  <inkml:trace contextRef="#ctx0" brushRef="#br0" timeOffset="5001">18705 15998 7533,'-49'0'9174,"22"0"-6205,92-6-3329,-2 3 0,6-1 360,-16 3 0,2 0 0,-5 2 0,7 2 0,-15 7 0,-26 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1:41.592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19050 9254 7533,'-11'-44'4857,"8"24"-4048,-7 45 1,-2 22-900,3 10 0,1 10 0,1 1-330,1-3 0,0 0 1,1-1-871,0 2 1,0 0 0,4-12 1289,15 8 0,-22-75 0,-8-13 0</inkml:trace>
  <inkml:trace contextRef="#ctx0" brushRef="#br0" timeOffset="367">18533 9390 7533,'-46'-52'3957,"64"19"1,21 1-3089,6 7 1,10 4 0,6 2-1158,-9 6 0,4 2 0,3 2 0,1 1 1,-2 1-590,11 0 0,1 2 0,-2 2 0,-4 1-952,1 1 0,-3 2 0,-12-1 1829,5 0 0,-44-5 0,3-2 0</inkml:trace>
  <inkml:trace contextRef="#ctx0" brushRef="#br0" timeOffset="1133">19173 11309 7533,'-11'-52'6116,"8"99"-6386,-6 0 0,-4 12 1,3 3-181,6-7 0,2 4 0,2 0 1,0-1-511,-1 15 1,1-2-1,1-7 960,-2 2 0,8-23 0,14-44 0,-21-31 0</inkml:trace>
  <inkml:trace contextRef="#ctx0" brushRef="#br0" timeOffset="1533">18730 11531 7892,'-31'-30'2309,"-1"-1"0,42-3 0,18 0-1590,21 6 1,16 6-1,5 2-701,-19 9 0,4 1 0,2 2 0,0 0 0,-1 0-1233,10-3 1,1 0 0,-3 2 0,-4 2 44,2 6 1,-4 2 0,-17-4 1169,-19-8 0,-25 6 0,-8-2 0</inkml:trace>
  <inkml:trace contextRef="#ctx0" brushRef="#br0" timeOffset="2333">19099 13524 7533,'0'-38'2743,"0"0"1,0 31-2025,-9 46 1,-4 33-1035,10-23 0,3 7 0,0 1 0,-2 0-360,-3 0 1,-2 0-1,0 0 1,4-4 674,7 6 0,3-3 0,-7-21 0,-8-27 0,5-46 0</inkml:trace>
  <inkml:trace contextRef="#ctx0" brushRef="#br0" timeOffset="2733">18607 13648 7533,'3'-63'3276,"32"35"1,21 4 0,6 5-3104,-2 5 1,6 6-1,3 1 1,-2 0-804,2-1 0,1 0 1,-1 1-1,-3 1-480,7 4 1,-4 1 0,-12 0 1109,12-4 0,-55-4 0,-4-9 0</inkml:trace>
  <inkml:trace contextRef="#ctx0" brushRef="#br0" timeOffset="3667">18730 16367 7892,'-38'0'5847,"35"-44"-5892,14-12 0,5-14-23,-7 19 1,-2-6 0,1-2-1,-2 1 517,1 0 1,-1 0 0,-1 0 0,-1 2 149,-2-13 1,-3 2 0,9 9-240,9 5 0,12 13-1,32 21 1,12 14-420,-21 1 0,2 3 1,-1 0-1201,-1 1 1,-1 1 0,-4 0-181,0 0 1,-12-2 1439,-24-6 0,-36 22 0,-13 6 0</inkml:trace>
  <inkml:trace contextRef="#ctx0" brushRef="#br0" timeOffset="3967">18828 15937 7533,'-27'5'9830,"82"-3"-9214,5-5 1,8 0-617,-18 2 0,1 0 0,-4 0 0,9-1 0,-14 4 0,-25 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1:53.025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30273 5538 6183,'0'-40'3508,"0"0"-1799,0 32 270,-11-3-719,9 11-811,-20 0-269,19 0-270,-8 0 630,0 6 674,3 29 1,2 19-878,-3 4 0,-4 13 1,0 4-1,2-6-675,2-15 1,1-2 0,1-1 0,1 1-316,-2 16 1,-1 7 0,5-12 0,11-30-6274,21-38 6926,13-43 0,-6-3 0,-24 53 0</inkml:trace>
  <inkml:trace contextRef="#ctx0" brushRef="#br0" timeOffset="467">29781 5796 7533,'-34'-31'1918,"0"-1"1,9 5 0,3-2-570,-11-8 1,17 1-91,44 7 0,27 4 1,7 3-1103,-1 6 0,7 4 1,3 3-1,0-2-139,-15 2 0,2-1 0,-1 1 0,0 1 0,-1 1-311,11-1 1,2 2 0,-6 0 0,-16 4-6724,0 2 7016,-53 0 0,14 5 0,22 2 0</inkml:trace>
  <inkml:trace contextRef="#ctx0" brushRef="#br0" timeOffset="1534">29855 7691 8342,'-14'-30'5667,"3"10"-7466,11 24 135,1 28 0,-2 18 2323,-7 11 1,-4 11 0,-1 1-31,4-14 1,-2 1 0,1 0-1,-1-1-494,1-3 0,0 1 0,-1-4 0,1-9-1125,-4 1 1,7-21 989,20-52 0,-1-15 0,1-5 0,-1 11 0,0 0 0</inkml:trace>
  <inkml:trace contextRef="#ctx0" brushRef="#br0" timeOffset="2068">29879 7777 7533,'-38'-52'6926,"35"11"-5577,32 25 0,14 4-1199,5 0 0,8 3 0,1-2-600,1-1 0,1-1 1,-4 0-766,13-3 1,-10 6-3463,-6 21 4677,-66 2 0,-8 31 0,9-18 0</inkml:trace>
  <inkml:trace contextRef="#ctx0" brushRef="#br0" timeOffset="2567">29781 8196 7533,'-14'0'8365,"-8"-6"-5577,74-12-2024,0 6 1,9-1-1065,-7 2 0,4 0 1,-1 1-1680,-7 1 0,-2 0 0,-4 2-450,3 4 1,-14 0 2428,-25-2 0,-19 17 0,11-6 0</inkml:trace>
  <inkml:trace contextRef="#ctx0" brushRef="#br0" timeOffset="3566">30126 9783 7533,'0'-24'6386,"0"10"-4767,-11 63-1170,3 1 1,0 11 0,-1 2-840,-3 2 1,-2 2-1,2-1-630,1 3 1,2-1 0,1-11-3209,-3 12 4228,47-105 0,-21 6 0,0-4 0,8 1 0,1 0 0</inkml:trace>
  <inkml:trace contextRef="#ctx0" brushRef="#br0" timeOffset="4034">29830 9919 7533,'-44'-12'3283,"1"-1"0,2-17-1529,62-2 0,26 0-1260,7 11 1,15 4 0,5 3 0,-6-1-316,-14 0 1,-2 1 0,0 1 0,1 1-922,11 2 0,5 1 0,-6 2 0,-16 2-3485,-3 1-1440,-36 1 5667,-16-9 0,52 7 0,-3 5 0</inkml:trace>
  <inkml:trace contextRef="#ctx0" brushRef="#br0" timeOffset="5000">30199 12072 7533,'0'-53'5756,"0"17"-4316,0 50-1111,-7 28 1,-6 22 0,1 1-690,1 2 0,2 2 1,-1 1-294,-1-13 1,0 1 0,1-2 0,3-6-1237,3 7 0,8-16 1889,13-30 0,18-56 0,-10 12 0</inkml:trace>
  <inkml:trace contextRef="#ctx0" brushRef="#br0" timeOffset="5433">29732 12146 7533,'-36'-26'3276,"65"8"1,34 1 0,7 1-2401,-16 7 0,6 2 1,3 1-1,1 0 1,-2-1-877,-2-2 0,0-2 0,0 0 0,-2 1 0,-1 2-1440,10 1 1,2 1 0,-8 1 0,-20-2-3149,-16-4 4588,-17 11 0,-19-5 0,11-2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2:03.059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18878 10337 7623,'-11'-42'4407,"-3"14"-2608,0 43-1559,2 28 0,0 22 0,4 1-330,4-4 0,4 2 0,-2 0-158,-3-11 1,-1 3 0,-1-3-1,3-7-1281,2 16 0,4-28 1529,9-55 0,-8-13 0,8-7 0</inkml:trace>
  <inkml:trace contextRef="#ctx0" brushRef="#br0" timeOffset="466">18459 10423 7533,'-46'-36'2878,"-1"0"0,52 1 1,20 2-2632,15 12 0,17 6 1,7 3-1,-3 1-742,-2-1 0,1 1 1,0 1-1,-1-1-202,-1-1 0,2-2 0,-5 3 0,-9 5-3081,17 13 3778,-80 4 0,-5 11 0,22-22 0</inkml:trace>
  <inkml:trace contextRef="#ctx0" brushRef="#br0" timeOffset="1433">18607 12638 7533,'14'-63'2608,"-14"14"-539,-3 24-720,-19 91-1169,13-9 0,1 11 0,0 1-405,1-17 0,0 0 0,0 1 0,1-2-255,1 18 1,1-1-1,-1-13-3837,-3-2 4317,19-77 0,-11-17 0,0 23 0</inkml:trace>
  <inkml:trace contextRef="#ctx0" brushRef="#br0" timeOffset="1800">18582 12676 7533,'4'-53'2398,"1"0"1,14 14 0,11 7-2040,16 7 1,9 9-720,-4 11 0,4 6 1,-2-1-3644,9-5 0,-4 0 4003,-1 9 0,-18-6 0,-39-9 0,-41 17 0</inkml:trace>
  <inkml:trace contextRef="#ctx0" brushRef="#br0" timeOffset="2200">18632 12909 7533,'-36'0'6656,"20"-6"-5307,59-6-2878,11 6 0,7 4 1529,7 8 0,-2 5 0,-11-5 0,-11 6 0,-14 29 0</inkml:trace>
  <inkml:trace contextRef="#ctx0" brushRef="#br0" timeOffset="3466">18533 15469 7533,'-14'-38'1191,"1"1"1,6-11 0,4-5 0,2-2-1282,4-2 0,2 0 0,1-3 270,-2-10 0,1-2 0,-1 6 944,2 2 1,-1 9-46,-5-9 0,0 37 1,44 8-1080,1 7 0,8 3-540,0 3 0,4 2 1,-3 1-91,10 0 0,-5 2-674,-3 6 0,-10-4-3104,-24-12 4408,-20 8 0,-2 14 0,-13 17 0</inkml:trace>
  <inkml:trace contextRef="#ctx0" brushRef="#br0" timeOffset="3966">18558 15173 6633,'-36'0'6207,"9"0"-3509,24-11-1889,44 3 1,22 3-2294,-7-3 0,3 2-1530,11 6 1,-3 6 3013,-26-2 0,-14 7 0,-27 13 0,-14-6 0</inkml:trace>
  <inkml:trace contextRef="#ctx0" brushRef="#br0" timeOffset="4866">18681 16945 7533,'13'-24'6206,"-2"38"-5801,-8 32 0,-6 19-1005,0-3 0,-1 7 1,0-3-61,3-8 0,1-2 1,-1-3-1320,-5 23 0,1-33 1979,5-44 0,-11-51 0,-3 13 0</inkml:trace>
  <inkml:trace contextRef="#ctx0" brushRef="#br0" timeOffset="5266">18336 17081 7533,'-46'-45'6926,"48"-3"-5607,26 16 0,18-2 0,6 4-1067,-5 10 0,6 2 0,3 2 0,1 1 0,-2 1-455,8-2 1,0 2 0,-1 2-1,-1 1-944,-1 0 0,1 2 1,-6 1-1,-12 4 1147,1 6 0,-44-26 0,0-16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2:19.525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18878 935 7263,'-25'-5'2249,"0"3"-810,1-3 1169,10 0-1169,3 3 450,11-3-1619,0 5 270,33 0-1035,1 0 0,6 0 270,11 0 1,2 0 448,-6-1 1,-4 2 765,15 4-1620,-48 7 181,-10-3 1888,0 1-1259,0-15-450,0 9 360,0 35-360,11 22-1349,-8 4-1979,8-18 3598,-11-36 0,11-28 0,3-3 0</inkml:trace>
  <inkml:trace contextRef="#ctx0" brushRef="#br0" timeOffset="800">19567 812 8432,'-14'-12'3148,"3"11"-1618,11 40-856,0 13 1,0 6-855,-1-5 0,2-1-1709,2-1 0,5-10-2428,6-28 4317,0-29 0,-4-6 0,-10 22 0</inkml:trace>
  <inkml:trace contextRef="#ctx0" brushRef="#br0" timeOffset="1501">19616 923 7533,'0'-39'2068,"0"0"1,-1 3 0,2 1-1260,8-1 1,4 3-270,14-9-945,12 28 0,4 10 495,4 15 360,10 10-1349,-68 21 359,-38 2 1619,5 5-584,12-25 0,7 2 224,33 28 181,19 2-1755,-2-26 1,2-4-5982,23 7 6836,-26-11 0,-13-33 0,-11-3 0</inkml:trace>
  <inkml:trace contextRef="#ctx0" brushRef="#br0" timeOffset="2500">20133 1169 10231,'-14'0'2069,"3"0"0,11 0-1170,11-27-854,11-7 0,3-5-135,-3-7 0,0-1 0,3 3 0,-1 5 0,-2-7 1889,-11 86-809,2 26-2699,-1-27 0,1 0-4408,11 16 6117,-10-33 0,-3-33 0,-11-3 0</inkml:trace>
  <inkml:trace contextRef="#ctx0" brushRef="#br0" timeOffset="3300">20724 886 7533,'0'-31'4587,"-22"11"-5307,-17 15 990,3 24 0,-1 13 629,6 0 1,7 8-271,7 24 1,20 1-1350,27-20 1,14-14 1573,19-25 1,3-21 854,-13-23 0,-11-15-1080,-19 8 1,-6-6 0,-13 2-1080,-24-10 1,-12 8 449,10 17 0,0 8 0,1 2 0,48 19 0</inkml:trace>
  <inkml:trace contextRef="#ctx0" brushRef="#br0" timeOffset="4833">22225 1046 12120,'0'-19'3958,"-11"7"-4408,8 6 1350,14 6-1,38 0-854,4 4 0,4-2-270,-3-6 0,-1-2 450,-7 3 0,-5-2 45,3-9-90,-55 14 269,-3 30-1888,1 21-2069,2-10 3508,22-7 0,13-45 0,14-9 0</inkml:trace>
  <inkml:trace contextRef="#ctx0" brushRef="#br0" timeOffset="5567">23160 702 8702,'0'-31'3778,"0"5"-3868,-11 2-180,-35 39 1529,1 28 1,2 19-601,15-5 1,4 6 0,5 2-2010,6-3 1,4 1 0,7-2 1349,2-7 0,6-3 0,9-13 0,24-16 0,5-16 0,18-34 0</inkml:trace>
  <inkml:trace contextRef="#ctx0" brushRef="#br0" timeOffset="6600">23603 898 7533,'25'-45'6116,"0"-1"-5936,-12 20-1079,-46 1 1348,-10 7 1,-8 22 0,-5 7-180,9-1 0,4 8 449,0 21 1,9 10 44,9 9 1,15 3-585,20 7 0,15-2-1800,5-11 1,6-8 1619,2-15 0,0-12 0,12-22 0,-29-17 0</inkml:trace>
  <inkml:trace contextRef="#ctx0" brushRef="#br0" timeOffset="7500">23677 1108 8162,'-14'-6'2969,"4"5"-2879,20-5 1079,-7 6-360,8 0-179,-11 0 360,0-5 89,0 3-539,0-3 539,0 5-90,22 27-1079,5 35-629,12-5 539,-4-20 1619,1-70-1484,-22 0 0,-1-5-2474,6 0 1,-2 1 2518,-4-12 0,-2 47 0,-11 24 0</inkml:trace>
  <inkml:trace contextRef="#ctx0" brushRef="#br0" timeOffset="8401">24194 923 7533,'0'-40'5487,"-11"17"-5038,-14 46 1,-13 28 44,23-8 1,3 5-540,-3 4 1,8-2-721,18-7 0,11-9-44,30-14 1213,-8-43 1,-1-17 584,-12-5 1,-7-3-765,-2-1 0,-11 15-1124,-14 33 1078,-8 56-1393,23 2 0,9 2-855,-2-19 0,3-4 2069,-2 2 0,1-13 0,12-42 0,-33-17 0</inkml:trace>
  <inkml:trace contextRef="#ctx0" brushRef="#br0" timeOffset="8800">24588 726 9961,'11'1'3238,"13"47"1,-2 24-3030,-12-26 1,-3 1 0,-2 2-1260,-1 14 1,-3 2 0,-6-6-2054,-7 0 0,-9-12 3103,-28-11 0,16-20 0,20-9 0</inkml:trace>
  <inkml:trace contextRef="#ctx0" brushRef="#br0" timeOffset="10067">26212 997 8432,'-27'-11'6746,"49"-3"-6431,35 5 0,17 4-1485,-22 2 1,2 1 0,1 2-241,5 1 1,1 1 0,-7 2 1409,4-1 0,-20 6 0,-38 9 0,-41 1 0</inkml:trace>
  <inkml:trace contextRef="#ctx0" brushRef="#br0" timeOffset="10467">26188 1169 7533,'-14'-6'7375,"69"0"-7870,8 3 1,10 4-1485,-16 2 0,1 2 0,0 0 1979,-6-2 0,0 0 0,-6 0 0,0 3 0,-13-6 0,-22-14 0</inkml:trace>
  <inkml:trace contextRef="#ctx0" brushRef="#br0" timeOffset="11300">26729 849 7533,'-14'-44'6746,"3"18"-4497,44 26-2249,7 26 0,5 12-585,3 4 0,0 3 495,4 3 0,-6-1 0,-19-14 0,-7-5 180,-9-6-449,-11-22 1438,0 0-359,0-6 89,-33 21-210,-7 3 1,-11 4 0,2 2-1890,8-1 1,2 1 0,-1 0-420,-4 2 0,-1-1 0,11 0 1709,7 13 0,76-55 0,0-3 0</inkml:trace>
  <inkml:trace contextRef="#ctx0" brushRef="#br0" timeOffset="37699">19715 1821 8792,'13'-19'-540,"-2"1"990,-11 6 989,0 5 720,-11 62-2204,4 3 0,1 8-195,1-17 0,0 1 0,1-1 105,-3 17 1,3-8-2115,4-8 2249,0-64 0,0-16 0,0-1 0</inkml:trace>
  <inkml:trace contextRef="#ctx0" brushRef="#br0" timeOffset="38100">19665 1846 5824,'11'-32'2293,"18"13"1,11 3-3239,20-1 1,5 3-405,-8-1 0,-1 3 1349,7 2 0,-23 8 0,-50 14 0,-32 14 0</inkml:trace>
  <inkml:trace contextRef="#ctx0" brushRef="#br0" timeOffset="38400">19690 2092 7263,'-6'-11'1169,"43"-2"1,19 1-3014,-5 4 0,2 0 1844,13-7 0,-9 8 0,-24 23 0,-60 5 0</inkml:trace>
  <inkml:trace contextRef="#ctx0" brushRef="#br0" timeOffset="39633">19690 2880 8072,'14'-14'2969,"-3"63"-3329,-15 2 0,-3 6-405,4 7 1,3 0 764,-1-3 0,2-13 0,2-30 0,8-47 0</inkml:trace>
  <inkml:trace contextRef="#ctx0" brushRef="#br0" timeOffset="39933">19739 2929 7533,'-1'-41'1409,"-1"0"0,25 4 0,12 7-2623,19 10 0,7 8-540,-6 4 0,-1 5 1754,2 2 0,-19 9 0,-48 21 0,-30 3 0</inkml:trace>
  <inkml:trace contextRef="#ctx0" brushRef="#br0" timeOffset="40166">19764 3125 7623,'16'14'629,"18"-14"1,9-5-630,-1 3 0,3 0 0,15-7 0,-5 1 0,-6 8 0</inkml:trace>
  <inkml:trace contextRef="#ctx0" brushRef="#br0" timeOffset="40999">19862 3839 7982,'-24'11'1304,"4"34"1,4 17-1995,5-15 1,2 2-1,2 1 690,1 3 0,2 0 0,0-6 0,-3 6 0,6-24 0,12-48 0</inkml:trace>
  <inkml:trace contextRef="#ctx0" brushRef="#br0" timeOffset="41300">19788 3975 7533,'11'-41'1439,"0"0"0,20 7 0,9 7-3238,16 8 0,3 7 630,-4 5 0,-3 4 1169,-2 0 0,-18 6 0,-32 2 0,-27 1 0</inkml:trace>
  <inkml:trace contextRef="#ctx0" brushRef="#br0" timeOffset="41500">19838 4110 7533,'-22'26'1889,"74"-19"-1889,-1-10 0,7-2 0,5 0 0,-3 1 0,-19 2 0,0 0 0</inkml:trace>
  <inkml:trace contextRef="#ctx0" brushRef="#br0" timeOffset="43267">19838 4935 7533,'0'-36'2968,"0"14"-2788,0 87-585,-6-1 0,1 8-75,3-17 1,1 2-1,1-2-824,-1 19 0,2-10 1304,2-13 0,8-78 0,-11-14 0</inkml:trace>
  <inkml:trace contextRef="#ctx0" brushRef="#br0" timeOffset="43535">19862 4910 7533,'8'-31'1978,"22"13"1,12 6-4228,15 0 1,3 4 2248,-4 3 0,-5 3 0,6 9 0,-73 13 0</inkml:trace>
  <inkml:trace contextRef="#ctx0" brushRef="#br0" timeOffset="43802">19838 5230 7533,'-36'18'4047,"96"-26"-5351,-19 6 0,3 0 1304,10-8 0,1 0 0,-3 5 0,-13 5 0,-28 7 0</inkml:trace>
  <inkml:trace contextRef="#ctx0" brushRef="#br0" timeOffset="60266">19887 10140 8522,'0'-30'2609,"0"10"-1530,-11 84-1649,6-20 1,1 7-1,-1 0-300,0 0 1,0 0-1,2 0 870,1 2 0,2 0 0,2-18 0,0-24 0,9-45 0</inkml:trace>
  <inkml:trace contextRef="#ctx0" brushRef="#br0" timeOffset="60567">19616 10214 7533,'-35'-35'6656,"84"-4"-6566,-1 15 0,12-1 0,1 3-1949,0 5 0,1 4 0,1-1 1859,5-2 0,1 1 0,-12 5 0,9 12 0,-80 17 0</inkml:trace>
  <inkml:trace contextRef="#ctx0" brushRef="#br0" timeOffset="61066">19961 10842 7982,'-14'34'472,"0"0"0,1 12 1,1 6-1,4 2-1402,8 4 1,5 3 0,-1-2 929,-3-1 0,-1-2 0,1-13 0,2-16 0,-6-68 0</inkml:trace>
  <inkml:trace contextRef="#ctx0" brushRef="#br0" timeOffset="61366">19690 10990 7533,'3'-59'3508,"41"27"0,21 6-3508,-15 12 0,6 2 0,2 1 0,-3 0 0,6-2 0,-2 0 0,-1-2 0,-6-3 0,0 0 0,-1 1 0</inkml:trace>
  <inkml:trace contextRef="#ctx0" brushRef="#br0" timeOffset="62266">19911 11974 7533,'-24'-25'4227,"10"44"-4182,7 27 0,3 15-1035,3 2 1,2 7 0,-1-1 89,0-6 1,0-2-1,0-1 900,1-2 0,1-1 0,-5-15 0,-8-13 0,-2-38 0</inkml:trace>
  <inkml:trace contextRef="#ctx0" brushRef="#br0" timeOffset="62567">19616 12195 7533,'8'-41'2428,"0"0"1,34 11 0,15 9-3929,-1 9 1,6 4 0,0 1 1499,0 2 0,0 0 0,-5-1 0,9-4 0,-12-6 0,-10-28 0</inkml:trace>
  <inkml:trace contextRef="#ctx0" brushRef="#br0" timeOffset="64099">19936 13106 9242,'-25'8'989,"10"31"1,6 15-1500,3-9 0,2 2 0,0 1-210,0 2 1,0 1 0,1-3 719,3 52 0,0-100 0,0-34 0</inkml:trace>
  <inkml:trace contextRef="#ctx0" brushRef="#br0" timeOffset="64366">19665 13204 7533,'2'-36'2338,"-1"0"1,39-8 0,18 7-3449,-4 19 1,5 5 0,1 1 1109,-3-3 0,1 2 0,-6 4 0,2 9 0,-15 1 0,-31-2 0</inkml:trace>
  <inkml:trace contextRef="#ctx0" brushRef="#br0" timeOffset="65299">19838 5907 7533,'0'45'779,"-1"-4"1,1 8-1,1 3-1979,2 11 1,1 4 0,0-2 1199,-4-5 0,1-1 0,0-7 0,5 2 0,-1-25 0,-5-37 0</inkml:trace>
  <inkml:trace contextRef="#ctx0" brushRef="#br0" timeOffset="65599">19838 6030 7533,'4'-43'1829,"0"0"0,40 6 0,16 10-4303,1 9 0,4 10 2474,7 7 0,-16 17 0,-45 51 0,-52-26 0,0 0 0</inkml:trace>
  <inkml:trace contextRef="#ctx0" brushRef="#br0" timeOffset="65766">19862 6288 7533,'-16'44'584,"57"-27"1,19-8 0,-19-2-1,3-3 1,14-6 0,0 0-1,1 0 1</inkml:trace>
  <inkml:trace contextRef="#ctx0" brushRef="#br0" timeOffset="66365">19961 7063 7892,'0'-55'2249,"-16"79"0,-1 23-3059,7 0 1,4 8-1,3 0 810,3 1 0,4-1 0,0-2 0,-3 17 0,9-25 0,47-78 0</inkml:trace>
  <inkml:trace contextRef="#ctx0" brushRef="#br0" timeOffset="66600">19961 7052 7533,'8'-41'1679,"0"1"0,34 1 0,15 9-3089,-11 16 1,5 6 0,-1 3 1409,20 1 0,-11 11 0,-16 31 0,-84 11 0</inkml:trace>
  <inkml:trace contextRef="#ctx0" brushRef="#br0" timeOffset="66832">19961 7322 7533,'-47'15'5127,"96"-22"-5127,-5 4 0,8 3 0,-3 4 0,5 8 0,-6 11 0,-13 17 0,1 0 0</inkml:trace>
  <inkml:trace contextRef="#ctx0" brushRef="#br0" timeOffset="67232">20010 7962 8072,'-25'14'1619,"15"21"1,7 13-2730,0 8 1,3 8-1,3-3 1110,3 6 0,1-3 0,-4 6 0,-3-28 0,-3-59 0</inkml:trace>
  <inkml:trace contextRef="#ctx0" brushRef="#br0" timeOffset="67499">19985 8097 7533,'6'-51'2008,"-1"0"1,29 8 0,12 7-4168,10-2 1,5 9 2158,-4 14 0,-4 12 0,4 28 0,-87 20 0</inkml:trace>
  <inkml:trace contextRef="#ctx0" brushRef="#br0" timeOffset="67699">20034 8135 7533,'3'13'681,"63"-8"0,-14 2 0,5 1 0,-9-3 0,-1 0 0,0 0 0</inkml:trace>
  <inkml:trace contextRef="#ctx0" brushRef="#br0" timeOffset="68333">19985 8959 8702,'-24'8'1124,"7"49"1,9 23-1815,4-21 0,4 3 1,1 0 689,2-1 0,1-1 0,3-7 0,5 3 0,3-25 0,21-78 0</inkml:trace>
  <inkml:trace contextRef="#ctx0" brushRef="#br0" timeOffset="68567">19985 9008 7533,'6'-54'2158,"-1"-1"1,24 16 0,11 9-4318,10 11 0,3 14 2159,-1 13 0,-8 14 0,-13 9 0,-15 6 0,-31-4 0,0 1 0</inkml:trace>
  <inkml:trace contextRef="#ctx0" brushRef="#br0" timeOffset="68800">19936 9266 7533,'-38'24'2563,"65"-20"1,20-4-2564,7 0 0,4-1 0,9-3 0,0-2 0,-11-2 0,0-1 0</inkml:trace>
  <inkml:trace contextRef="#ctx0" brushRef="#br0" timeOffset="69967">19739 14693 8342,'0'33'4678,"11"-48"-4364,-7-23 1,-5-15-405,-1 4 0,-1-7 0,0-3 0,0 4 689,0-9 1,0 2 0,3 0-390,2-2 0,2 0 0,12 14-390,23 13 0,10 17-855,14 23 1,2 12-1575,-5 0 1,-5 3 2608,-12-1 0,-15 4 0,-28 9 0,-27-12 0</inkml:trace>
  <inkml:trace contextRef="#ctx0" brushRef="#br0" timeOffset="70233">19764 14435 7713,'-25'19'7735,"77"-23"-8500,-2-2 1,4-3 764,2-1 0,0 0 0,1-2 0,-10 1 0,-25 5 0</inkml:trace>
  <inkml:trace contextRef="#ctx0" brushRef="#br0" timeOffset="71132">19764 15604 7533,'0'48'4137,"0"-30"-3237,0-41-855,0-30 0,0-16 247,-3 18 0,0-5 1,-1-2-1,3 5 187,1 1 1,2 2 0,4 2-525,10-26 0,15 20-45,20 47 0,10 17-1754,-1 2 1,0 1 1843,4-6 0,-19 4 0,-42 7 0,-47 1 0</inkml:trace>
  <inkml:trace contextRef="#ctx0" brushRef="#br0" timeOffset="71399">19838 15432 7533,'-33'3'7375,"60"-17"-7375,21 1 0,8 4 0,-9 6 0,-1 5 0,-6 9 0,-1 0 0</inkml:trace>
  <inkml:trace contextRef="#ctx0" brushRef="#br0" timeOffset="72200">19715 16761 8252,'-14'-4'1979,"11"-27"0,6-19-2024,-3 1 0,0-9 0,1-3 0,1 3 1064,1-10 1,1 1-1,0 2-659,-5 0 0,0 1 0,13 14-91,28 14 1,11 17-1619,1 18 0,5 9-210,-10-5 0,1 0 0,-3 3 1559,5 3 0,-16 5 0,-34 12 0,-41 11 0</inkml:trace>
  <inkml:trace contextRef="#ctx0" brushRef="#br0" timeOffset="72466">19764 16441 7533,'-30'10'7825,"76"-30"-9984,5 8 1,5 0 2158,0-8 0,-6 11 0,-14 26 0,-14 11 0,-39 39 0</inkml:trace>
  <inkml:trace contextRef="#ctx0" brushRef="#br0" timeOffset="73133">19690 17782 8252,'14'13'2608,"-11"-43"1,-6-21-2429,-1 6 0,-1-6 0,0 0 179,-2-8 1,1-1 0,5 3-450,10-14 0,15 14-225,16 32 1,8 16-1800,-1 15 0,1 8 2114,-1-2 0,-9 3 0,-16 10 0,-36 13 0</inkml:trace>
  <inkml:trace contextRef="#ctx0" brushRef="#br0" timeOffset="73499">19715 17512 7533,'0'2'1259,"31"-14"0,17-11 0,-8 10 1,2-1-1,13-12 0,-1 1 1</inkml:trace>
  <inkml:trace contextRef="#ctx0" brushRef="#br0" timeOffset="76599">19715 17290 6813,'13'-21'5037,"-2"5"-3328,-11 16 1260,0 0-2520,0-6 451,33 0-900,6 2 0,7 1-495,6 0 0,2 1 135,0 4 1,-6 1-721,-2-2-1528,-49 5 2608,-10-6 0,13-17 0,13-3 0</inkml:trace>
  <inkml:trace contextRef="#ctx0" brushRef="#br0" timeOffset="77300">19764 17512 8972,'-28'0'6566,"7"0"-4947,64 0-1349,-7-3 0,5 0-495,21 5 0,2 0 180,-22-1 0,-2 0-854,25 6-3059,-65-18 3958,0-4 0,11-5 0,3 9 0</inkml:trace>
  <inkml:trace contextRef="#ctx0" brushRef="#br0" timeOffset="85399">23357 1895 6723,'3'-31'3598,"5"-5"-2159,-30 10-899,20 2 270,-9 38-226,4 34 1,3 15-765,-1-13 0,0 2 0,1-1-930,3-2 1,0-2 0,0-3-330,-6 9 0,6-17 1439,12-33 0,-11-25 0,0 8 0</inkml:trace>
  <inkml:trace contextRef="#ctx0" brushRef="#br0" timeOffset="85799">23013 1908 6813,'-50'-27'7466,"56"10"-6657,37 5 1,20 7-1950,-8 1 1,4 2 0,0 0 1139,-1-1 0,0 0 0,-5 2 0,8-2 0,-18 7 0,-35 9 0</inkml:trace>
  <inkml:trace contextRef="#ctx0" brushRef="#br0" timeOffset="88066">23259 5956 7443,'-36'-5'3598,"9"-13"-2429,2 3 0,14 79-1349,10-18 0,2 7 1,-1 0-541,0-2 0,-1 1 1,2-1-1215,5 24 0,-1-14 1934,-2-31 0,19-64 0,-9 1 0</inkml:trace>
  <inkml:trace contextRef="#ctx0" brushRef="#br0" timeOffset="88401">22963 6153 7533,'-52'-44'5397,"39"7"-4858,44 17 1,26 2 0,2 4-1170,6 4 0,3 3 1,2 0-451,-12-2 1,2-1 0,-1 1-1,-4 3 1080,4 1 0,-4 3 0,-16 3 0,-17 5 0,-49 0 0</inkml:trace>
  <inkml:trace contextRef="#ctx0" brushRef="#br0" timeOffset="89565">23160 10116 7263,'-24'-39'5847,"10"9"-4588,3 83-1529,3 8 0,0 14 0,2-3-660,3-20 1,2-2 0,0 2 929,-1 20 0,1 2 0,4-25 0,2-35 0,17-53 0</inkml:trace>
  <inkml:trace contextRef="#ctx0" brushRef="#br0" timeOffset="89899">22890 10300 7533,'-32'-32'3822,"1"0"1,47-27-3194,23 38 1,18 7 0,3 1-1192,-7 2 0,4 1 0,2 0 0,-1 1-563,1 1 1,0-1-1,-1 2 1,-4 0 1124,0 0 0,-3 1 0,-17 2 0,-23 4 0,-38 0 0</inkml:trace>
  <inkml:trace contextRef="#ctx0" brushRef="#br0" timeOffset="91866">23136 14176 6543,'0'-32'3958,"0"20"-1799,0 74-1860,-3-11 1,-1 8 0,0 1-420,-1 1 0,1 1 0,-1-2-240,0-2 1,0-1-1,1-9-3778,4 12 4138,3-76 0,-3-20 0,-14 11 0</inkml:trace>
  <inkml:trace contextRef="#ctx0" brushRef="#br0" timeOffset="92299">22865 14300 7533,'-58'-24'4317,"15"9"-1708,37-8-2070,46 7 1,32 4 0,2 1-540,-20 2 0,2 2 0,1 0 0,0 0-518,7-2 1,2 0 0,-2 2 0,-6 0-1687,18 2 1,-15 1 2203,-17-6 0,-39 0 0,17-20 0</inkml:trace>
  <inkml:trace contextRef="#ctx0" brushRef="#br0" timeOffset="113469">26138 11149 6543,'0'-26'3059,"0"3"-991,0 17-628,0 22-1306,0 31 1,0 15-345,0-15 0,0 3 1,0-1-451,0 1 0,-1 0 1,2-5 659,5 11 0,-1-25 0,-2-47 0,8-34 0</inkml:trace>
  <inkml:trace contextRef="#ctx0" brushRef="#br0" timeOffset="113804">26138 11285 7533,'-13'-36'3867,"-1"1"1,14-31-3418,34 26 0,14 6-1080,8 9 0,6 7-1619,-16 6 1,2 2-1,-3 3 2249,10 0 0,-11 7 0,-20 11 0,-40 9 0</inkml:trace>
  <inkml:trace contextRef="#ctx0" brushRef="#br0" timeOffset="114105">26261 11420 6094,'-27'0'7105,"93"-6"-7105,-12 5 0,5-2 0,0 0 0,1 3 0</inkml:trace>
  <inkml:trace contextRef="#ctx0" brushRef="#br0" timeOffset="115106">26261 12121 7443,'-38'-21'4497,"14"77"-4902,21-6 1,6 7-226,0-8 0,2 3 1,0-2-631,2 9 1,0-6 1259,-1-13 0,-1-10 0,-5-22 0,0-11 0</inkml:trace>
  <inkml:trace contextRef="#ctx0" brushRef="#br0" timeOffset="115473">26212 12282 7263,'-13'-46'2158,"-1"0"1,19 3 0,12 4-2114,16 4 0,10 7-1484,8 6 0,2 8-630,-1 9 0,-5 5 2069,2 6 0,-38 23 0,-25 4 0</inkml:trace>
  <inkml:trace contextRef="#ctx0" brushRef="#br0" timeOffset="115808">26212 12404 8612,'0'-2'3868,"55"-19"-5307,-12 9 0,4 1 1439,1-2 0,0 4 0,-3 12 0,-8 7 0,-15 9 0</inkml:trace>
  <inkml:trace contextRef="#ctx0" brushRef="#br0" timeOffset="116444">26261 13131 7533,'11'-25'2698,"-22"69"1,-8 30-4139,15-15 1,0 2 239,-5-6 1,-1 3 0,4-4 1199,9 8 0,8-23 0,6-45 0,4-14 0</inkml:trace>
  <inkml:trace contextRef="#ctx0" brushRef="#br0" timeOffset="116776">26311 13155 7533,'-25'-61'6296,"33"15"-6206,23 26 0,9 5-2834,7 4 1,2 4 2743,8-2 0,-13 11 0,-30 32 0,-58 13 0</inkml:trace>
  <inkml:trace contextRef="#ctx0" brushRef="#br0" timeOffset="116976">26286 13328 7533,'-30'23'7106,"87"-24"-7106,-4 0 0,4-1 0,-8-7 0,-2-3 0,15-11 0</inkml:trace>
  <inkml:trace contextRef="#ctx0" brushRef="#br0" timeOffset="127320">26532 1944 6903,'14'-30'2878,"-3"4"-1708,-11 2-361,0 11 271,0 62-1440,0-1 0,0 6-675,0 3 1,0 1 1034,0-7 0,0-11 0,0-25 0,0-47 0</inkml:trace>
  <inkml:trace contextRef="#ctx0" brushRef="#br0" timeOffset="127621">26409 2018 7533,'-49'-47'3103,"60"17"0,16-2-2653,14-6 0,11 4-1290,-3 12 1,5 4-1,-1 2 840,13 0 0,-6 4 0,8 1 0,-57 4 0</inkml:trace>
  <inkml:trace contextRef="#ctx0" brushRef="#br0" timeOffset="129790">26704 2843 10231,'0'61'-72,"0"1"0,0-7 0,0 6 0,0 3 0,0 2 0,2-7 0,0 1 0,1 2 0,0 1 1,-2 2-112,0-2 1,0 3 0,0 1 0,-1 0 0,0-1 0,0-3 434,1 3 0,-1-3 0,0 0 0,0-1 0,-1 0 89,-1 0 1,0-1 0,-1 0 0,0 0 0,-1 0-73,0 0 1,-2 0 0,1 0 0,0 0 0,1 0-342,2 1 0,1-1 0,2 1 0,-1 0 0,-1 0 0,0 4 0,-2 0 0,1 1 0,0 0 0,2 0 126,1 1 0,1 2 0,1-1 0,0 0 0,-1-1 24,-2-6 0,1-1 0,-2 0 0,1 0 0,0 2-34,0-5 1,0 2 0,0 0 0,0 0 0,0 0 0,0-1 27,0 5 0,0-1 0,0 0 0,0-1 0,0 2-18,0 1 0,0 2 0,1 0 0,-1-1 0,-1-2-252,-1-4 0,0 0 0,0-2 0,0 0 1,-1-1 62,0 6 0,0-2 0,0 0 0,-2-1 566,0-4 1,-1-1-1,-1 0 1,1 0-432,-1-1 0,1 0 0,-1-1 0,2 1 0,1-2 0,0 1 0,1-1 0,0 0 89,-1 16 1,1-1 0,-1 2-99,1-13 1,0 2 0,1 0 0,-1 0 8,2 0 0,1 1 0,0 0 0,-1 1-45,-2 4 0,0 1 0,0 0 0,1 1 22,1 1 1,1 1-1,1-1 1,-1 0-1,0-2 1,0-1 0,0 0-1,0-3 68,0-5 0,0-2 0,0-1 0,0-2-15,0 3 0,0-2 0,0-5 105,0 1 0,0-7-855,0-4-45,0-30 1,-11-43-1,-3-23 1</inkml:trace>
  <inkml:trace contextRef="#ctx0" brushRef="#br0" timeOffset="130323">26384 9968 7533,'-51'-7'4587,"26"45"-3463,41 1 1,14 5-541,6 12 1,8-2-450,10-4 0,4-22-315,-13-41 0,-3-19-1124,-2-13 0,-9-10-91,-9-6 1,-5 1 1394,-6 17 0,2 17 0,9 39 0,-8 19 0</inkml:trace>
  <inkml:trace contextRef="#ctx0" brushRef="#br0" timeOffset="131757">26311 14300 8432,'-14'-36'4408,"3"9"-3689,22 73-1933,-9 1 0,-1 6-1080,4 5 0,1 0 2294,-9 1 0,6-19 0,8-40 0,2-28 0</inkml:trace>
  <inkml:trace contextRef="#ctx0" brushRef="#br0" timeOffset="132057">26138 14362 7623,'-54'-28'8365,"108"-11"-9175,-9 21 1,10 1-1,1-1-764,-7 1 0,1-1 0,0-1 0,-2 1 1574,6-2 0,-2 0 0,-10 0 0,2-13 0,-72 46 0</inkml:trace>
  <inkml:trace contextRef="#ctx0" brushRef="#br0" timeOffset="132924">26384 15161 7533,'-24'15'1619,"15"20"0,6 18 0,2 12 0,0 2-1709,-1-14 0,0 4 0,1 4 0,-1 3 0,1 2 0,0 0 0,0 0 0,0-2-199,1 2 1,-1 0 0,1 0-1,1 1 1,-1 0 0,0 0-1,0 1 1,0-1 437,0-4 1,0 2 0,0 0 0,0 1 0,0-1 0,0-1 0,0-3 0,0-4 0,0-3-443,0 22 1,0-4 0,0-9 0,0-9-808,0 2 1,0-27-1060,0-35 2224,0-44 0,0 44 1,0 34-1</inkml:trace>
  <inkml:trace contextRef="#ctx0" brushRef="#br0" timeOffset="133291">26138 16982 9422,'14'46'1866,"0"0"0,6 3 1,6 2-1,7-6-1506,10-9 0,6-7 0,1-13-2294,17-17 0,-8-22 1934,-17-28 0,-13-14 0,-17 16 0,-5-2 0,-4 12 0,-3 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4:52.24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26828 16564 24575,'0'0'0</inkml:trace>
  <inkml:trace contextRef="#ctx0" brushRef="#br1" timeOffset="21748">13734 3704 6723,'-11'-7'1259,"8"2"-629,-8 0-540,22-24-180,17-8 0,12-4 150,1 3 0,5-3 0,4-1-15,-3 4 0,3-1 0,2-1 0,2 2-9,-7 5 0,2 0 0,0 1 0,2 1 0,-1 0-18,-2 1 0,0 2 0,0 0 0,2 0 0,2-1-48,-1 2 0,2 1 0,1-1 0,1 0 0,0 0 0,-1 0-52,-1 1 1,0-1 0,0 1 0,0 0 0,0 0 0,2 0 140,7-2 1,1 0 0,1 0 0,0 0 0,0 0 0,0 0 0,-3 0 0,1 0 0,-1 1 0,0 0 0,0-1 0,-1 2-60,-4 1 0,0 0 0,-1 1 0,0 0 0,1-1 0,2 0-13,1-1 0,2-1 0,1-1 0,1 0 1,0 0-1,-2 1 0,0 0 73,2-2 0,-1 0 0,0 1 0,-1 0 0,1 0 0,2 0-22,-3 1 1,1-1-1,1 1 1,0 0 0,1-1-1,-1 2 1,-1 0-212,-3 2 0,0 1 1,0 0-1,-1 1 0,1 0 1,0 0-1,1 1 95,2-1 1,0 1 0,1 1 0,0 0 0,1 0 0,0 1 0,1-1 122,-5 2 0,1-1 0,1 1 0,-1 0 0,2 1 0,-1-1 0,1 1 0,0-1-129,2 1 0,1 0 0,-1-1 0,1 2 0,1-1 0,0 0 0,0 1 0,0-1 84,-4 2 0,0-1 0,1 1 0,0 0 0,0 0 0,0 0 0,1 0 0,-1 1 0,0 0-10,-1 1 0,0 0 0,1 0 0,-1 1 0,0 0 0,1 0 0,-1 1 0,1 0 0,0 0-10,1 1 0,1 0 0,-1 0 0,1 1 0,-1 0 0,1 1 0,0-1 0,0 1 0,0 1 0,0-1 0,0 1 0,0 0 0,1 1 0,-1 0 0,1 0 0,-1 0 0,1 0 0,1 0 47,-5 1 0,0-1 0,1 1 0,-1 0 0,1 1 0,0-1 0,0 0 0,0 1 0,0-1 0,0 1-27,0 0 0,-1 0 0,1 0 0,0 1 0,-1-1 0,1 1 0,0-1 0,-1 1 0,1 0 0,0-1 27,1 1 0,0-1 0,0 0 0,1 1 0,-1-1 0,0 1 0,1 0 0,-1 0 0,0 1 0,-1 1-7,6 1 0,0 1 0,0 0 0,-1 0 0,0 2 0,0-1 0,0 1 0,0 0 0,0 1 0,-3 0 0,0 0 0,0 0 0,0 1 0,-1 1 0,1-1 0,0 1 0,0-1 0,0 1 10,3 1 0,0-1 0,0 1 0,1 0 0,-1 0 0,1 0 0,-1 0 0,1 1 0,-1-1-70,-2 0 0,1 1 0,-1 0 0,1 0 0,-1 0 0,0-1 0,1 1 0,-1-1 0,1-1-20,0 0 0,0 0 0,1-1 0,0 0 0,-1 0 0,1-1 0,-1 1 0,0-1 0,0 1 70,-3 0 0,0-1 0,0 1 0,0-1 0,0 1 0,-1-1 0,0 1 0,0 0 0,-1-1 147,4 1 1,1 0-1,-2 0 1,1 0-1,-1 0 1,0 0-1,-1 1 1,0-1-276,-2 0 0,-1 1 0,-1-1 1,1 0-1,-1 1 0,-1-1 1,1 2-1,-1 0-37,6 1 1,0 1 0,-1 0 0,0 1 0,-1 0 0,0 0 0,0 0 124,5 2 0,0 0 0,0 0 0,-2 0 0,1 1 0,0 0 57,0 1 1,-1 1 0,1-1 0,-1 2 0,0 0 0,-2 1 17,-4 1 0,-1 0 0,0 1 0,-1 1 0,0 0 0,0 1-15,3 0 0,0 1 0,0 0 0,0 1 0,-2 1 0,-1 1 24,2 4 0,-3 1 0,-1 0 0,1 2 0,0 1-24,-3-2 0,1 0 0,1 1 0,-1 1 0,-1 0 0,-3 0-174,2 4 0,-4 0 0,0 1 0,-1 1 0,2 0 249,-2-2 0,0 1 0,1 0 0,0 1 0,-1 0 0,-3 1-141,4 7 0,-1 0 0,-3 1 0,1 1 0,-1 0 0,1 0 0,1 1 0,-1 1 0,-2 0 0,-2 2 70,-5 1 0,-3 1 0,-2 1 0,1 1 0,1-3 109,1-2 1,1-1 0,0 0 0,-1 0 0,-2 0-288,-4-1 0,-1 1 0,-1-1 0,-2 0 1,1-1 75,3 5 1,-1-2-1,-1 0 1,-3 1 657,-4 0 0,-1 0 1,-4 0-1,-2-1-560,-1 10 0,-5-2 0,-4 1-158,-6-1 0,-4 1 0,-8-5 247,-7-7 1,-7-3 0,-8-4 172,-9-9 1,-9-4-1,-4-2 1,-1-1-203,9-4 0,-1-1 0,-1-1 0,-1 0 0,-1-1-252,-6 2 0,-2-1 0,-1 0 0,0-1 0,2 1 72,3-1 0,1 1 0,0 0 0,2-2 0,3-1 644,-16 5 0,4-3 0,5-2 120,-8 0 1,11-7-2924,12-11 2249,58 1 0,10 18 0,1 8 0</inkml:trace>
  <inkml:trace contextRef="#ctx0" brushRef="#br1" timeOffset="22982">31553 4836 6993,'-14'-55'-180,"-7"16"270,18 3-540,14 19 1889,-6 10 271,17 7-1441,-66 34-329,8-11 0,-9 1 0,-5 3 217,-5 1 1,-5 3-1,-2-1 1,1 0-113,6-4 0,1 0 0,0-2 0,1-1 165,-21 5 0,2-3 0,29-1 149,41-2-269,46-12 0,24-4-120,-4 9 0,6 3 0,-2 3-660,-5 2 1,-2 4 0,-2 1 689,-3 1 0,-2 1 0,-10 0 0,-16-1 0,-7-2 0,1 0 0</inkml:trace>
  <inkml:trace contextRef="#ctx0" brushRef="#br1" timeOffset="25248">32562 4787 7533,'25'-48'-360,"-1"9"2159,-10-15-1080,-14 27-1348,-14 31 599,-2 33 0,0 26 0,2 8-6,5-14 0,3 6 0,1 4 0,0 2 0,0 2-71,0-11 1,0 3-1,1 1 1,-1 1-1,0 1 1,0 1-1,-2 0 298,0-3 0,-1 1 0,-1 1 1,0 1-1,0-1 0,1 1 0,0-2 1,1 0-218,1 5 0,2-1 0,0 0 1,1-1-1,-1 1 0,-2-1 1,-3-1 25,-3 1 0,-2-1 0,-2 0 0,-1 0 0,0-1 0,2 1 0,2-1 38,3-2 1,1 0-1,1 0 1,1 0-1,1-1 1,-1 0 0,0 0-129,-3 6 0,1 0 0,-1 0 0,1-2 0,2 0 0,2-1-111,4 5 0,3-2 0,1 0 1,1-2-1,-1-3 133,-1 3 1,-1-2-1,1-3 1,1-3 337,6 2 0,1-4 0,-7-5-270,-12 0 0,-6-7-90,-13 9-360,4-12 736,24-6-286,-8 14 0,-6-11 0,-24 3 0</inkml:trace>
  <inkml:trace contextRef="#ctx0" brushRef="#br1" timeOffset="25715">31110 9057 8072,'49'-19'869,"4"14"1,14 4 0,5 0-996,-19-1 0,2 0 0,3 0 0,0 1 0,-1-1 162,1 1 0,0-1 0,-1 1 0,0 0 0,-2-1-329,8-1 1,1 0 0,-8-1 0,-15 0 292,-11-3 0,-57 9 0,-20 3 0,-3 5 0,-1 0 0</inkml:trace>
  <inkml:trace contextRef="#ctx0" brushRef="#br1" timeOffset="26214">31725 8774 7353,'39'-46'4587,"-102"50"-4977,12 18 0,-9 11 1,-4 3 353,13-9 0,-3 2 0,-2 0 0,0 0 0,2 0 463,-8 1 0,0 0 1,3-1-1,10 1 112,-17 16 1,36-8-630,71-23 0,30-8 90,-23 2 0,4 1 0,3 1 0,-2 0 0,13 5 0,-1 1 0,-2 4 0,-9 5 0,0 0 0,-1 1 0</inkml:trace>
  <inkml:trace contextRef="#ctx0" brushRef="#br1" timeOffset="26948">32316 9205 7533,'-14'-56'2788,"3"45"-2399,9 37 1,5 31 0,-4 8-455,-4-17 1,-3 5 0,-2 6 0,-2 3 0,-1 1 0,-1 1 0,0 0-278,-2-2 1,-1 3 0,-1 0 0,-2 2 0,0-1 0,0 1 0,0 0-1,0-1 432,2 0 0,-1 2 0,1 0 0,0 0 0,-1-2 0,0-1 0,-2-3 0,0-3-105,-5 3 0,-4-1 0,-1-3 0,2-4 0,6-7 0,9-8-1356,11 27 1371,25-88 0,3-10 0,0-4 0,-4-17 0</inkml:trace>
  <inkml:trace contextRef="#ctx0" brushRef="#br1" timeOffset="27415">30962 11026 7533,'-5'-37'2608,"41"21"1,21 6-2632,-2 5 1,10 3-1,4 2 1,-1 1-698,0 0 0,1 3 1,-1 0-1,-2 0 720,-9 1 0,0-1 0,-4 2 0,-7 0 0,8 3 0,-26-1 0,-77-2 0</inkml:trace>
  <inkml:trace contextRef="#ctx0" brushRef="#br1" timeOffset="27981">31332 10743 7533,'23'-28'1709,"0"0"0,18-6-990,-24 13-1214,-42 48 1,-22 20 381,8-14 1,-9 3-1,-2 1 1,1-2 292,5-2 0,-1-1 0,1 0 0,0-3 299,-19 5 1,0-2 0,33-5 959,52 1-1889,20-15 0,17-4 1,1 3 449,0 5 0,0 3 0,-2 0 0,-5-2 0,-1 1 0,-10 4 0,-16 9 0,0 0 0</inkml:trace>
  <inkml:trace contextRef="#ctx0" brushRef="#br1" timeOffset="35849">8737 4996 6004,'14'-12'539,"-3"0"-449,-11 5 90,-11 1 90,-14 17 270,9-3-630,-17 4 90,20-1 90,-1-4 629,3 6-629,11-6 0,-11 4 90,8-10 180,-8 5-540,11-12 90,0 5 720,0-10-720,0 9-270,0-3 360,0 5 1439,0 0-1169,0 5-180,0-3 0,0 3 0,0-5 0,0-5 90,0-2-630,0-11 630,0-1-90,0-6-450,0 6 0,11 1 360,36 11 90,-7-1 0,7 0-90,5 1 0,6 1 0,2 0 0,2-2 0,2-1 0,1 0-45,-11 2 0,2 1 0,0 0 0,0 0-23,1 2 1,0 0 0,1 2-1,-1 0 90,2 2 1,-1 1 0,0 1-1,3 0-4,-7 1 0,1 1 0,2 0 0,0 0 0,1 1-73,7 0 1,0 2-1,2-1 1,0 1-1,0-1 85,-8-1 0,1 1 0,0-1 0,1 0 0,-1 0 0,1 1 30,2-1 0,1 1 0,0 0 0,0 0 0,0 0 0,0 0-105,1 0 0,0 0 0,0 0 0,1 0 0,-1 0 0,0 1 0,1 0 0,-1 1 0,1 0 0,-1 0 0,1 1 0,0 0 10,1 1 1,1 1-1,0 0 1,0 1-1,0-1 1,0 1 46,-7-1 1,1 1 0,-1-1 0,1 1 0,0 0 0,-1 0 0,0-1-58,8 2 0,-1 0 0,0 0 0,0 0 0,0-1 0,1 1 70,-9-3 1,1 1 0,-1-1-1,1 1 1,0-1 0,0 0 0,2 0 38,3 1 0,1-1 0,1 1 1,0-1-1,0 0 0,0 0 0,0-1-52,-2 0 1,1 0 0,-1-1 0,0 1 0,0-1 0,2 0 0,0 0-159,-2-1 0,0 1 1,2-1-1,-1 1 1,1-1-1,0 0 1,-1-1-1,-1 0 168,-3 0 1,-1-1-1,-1 0 1,0 0 0,1-1-1,-1 0 1,1 0-1,1-1-69,4-1 1,1 0 0,1-1 0,0 0 0,0 0 0,0-1 0,-1 0 0,0 0-44,-2-1 0,0 0 0,-1 0 0,-1 0 0,2-1 0,-1 0 0,1 0 0,1-1 100,-2 0 0,1 0 0,0-1 0,1 0 0,1-1 0,-1 1 0,-1-1 0,0 1 0,0-1 91,2 1 0,0-1 0,0 0 1,-1 0-1,0 0 0,0 0 1,-1 0-1,1-1-124,0 1 1,0 0-1,-1 0 1,1 0-1,-1-1 1,0 1-1,-1-1 1,-1 1-27,3-1 1,0 1 0,-1-1 0,-1 0 0,0 0 0,-2 0 0,-2 0 63,0 0 0,-1 0 0,-2 0 0,0-1 0,-2 1 0,1-1 111,8-2 1,0-1 0,-1 0 0,-3 0-1,-4 0-186,11-5 0,-4-1 1,-5 3-827,15-5 0,-14 10 886,-24 19 0,-64 12 0,-3 1 0,0 0 0</inkml:trace>
  <inkml:trace contextRef="#ctx0" brushRef="#br1" timeOffset="36481">19419 4972 7533,'-26'-29'-360,"0"-1"0,-9 4 810,78 26-405,9 26 0,9 12 0,-17-15 0,4 1 0,2 1 0,-4-1 254,6 3 1,-2 0 0,-4 1-255,17 11 0,-22 3-495,-55 20 1035,-13-28 0,-9-3-855,-6-3 0,-3-2-855,1-1 1,0 2 1124,-5 9 0,3 6 0,11 4 0,4 5 0,7-8 0,1 0 0,-1 0 0</inkml:trace>
  <inkml:trace contextRef="#ctx0" brushRef="#br1" timeOffset="38515">17573 5685 7533,'-12'-35'90,"0"1"0,-2-6-90,3-6 359,11 91-269,5-6 0,4 9 0,-1 4-68,-1 6 1,0 5 0,0 4-1,-1-1-4,0-9 0,0 1 0,-1 0 0,0 1 0,1-2 117,0 11 0,0 1 0,0-3 0,-3-2-225,-1 3 0,-3-4 0,0-7 315,1-10 0,0-5 45,0 28-450,39-43 0,21-9 359,-4-6 1,10-4 0,5-2 0,1 1-60,-16-2 0,2 1 0,0-1 0,3-1 0,0 0 0,1 0-141,-2-2 0,2-1 1,2 0-1,-1-1 1,0 0-1,-2 1 1,-2-1-142,8 1 0,-2-1 0,-2 0 0,-4 2 0,-4 0-408,5 3 1,-6 2-1,-7 2 30,0 2 1,-17 6 539,-52 38 0,5-13 0,-18 12 0</inkml:trace>
  <inkml:trace contextRef="#ctx0" brushRef="#br1" timeOffset="39015">19099 6780 7533,'-38'-39'90,"24"27"899,55 23 1,30 15-946,-26-7 1,3 5 0,2 0 0,2 0 0,5 1 0,4-1 0,-1 0 0,-3 2 45,10 5 0,-4 2 0,-10 1-90,-6 5 0,-26-1-270,-45-13 0,-24-2 1,-3 1-451,3 5 0,-3 1 1,-3-1 719,5-7 0,-4-1 0,0-1 0,6 0 0,-19 9 0,11-2 0,12 0 0</inkml:trace>
  <inkml:trace contextRef="#ctx0" brushRef="#br1" timeOffset="50615">13168 6202 6273,'-14'-19'180,"3"1"-90,11 12 360,0 6 180,11 28-496,4 12 1,6 9-195,5 4 0,6 7 1,5-1 126,1-9 0,4 0 1,3 0-1,3 1-120,-3-3 0,3 0 1,2 1-1,2-2 1,1-2 52,-6-10 0,2-2 0,2-2 0,0 0 0,-1 0 0,0-1 71,8 5 1,-1 0 0,1-1 0,-1 0 0,1 1-18,0 0 0,0 1 0,0-1 0,0 0 0,-1-2-54,-2-3 0,-1-1 0,0-2 0,0 1 0,0 0 36,1 0 0,0 0 0,0 1 0,0-2 0,-1 0 54,9 3 0,0-2 0,0 0 0,-3 1-158,-7 0 1,0 1 0,-2 1-1,-1 1 45,1 2 1,0 1 0,-1 1-1,1 1 90,0 0 1,0 2-1,1-1 1,4-2-137,-2-4 1,3-1-1,2-1 1,2-2-1,1-1-66,-5-5 0,1-2 0,1-1 0,2-1 1,0-1-1,1-1 90,4 0 0,1-1 0,1-1 0,1-2 0,1 0 0,0-2 56,-5-1 0,0-2 0,2 0 0,-1-2 0,2 1 0,-1-2 0,0 1-34,-6-2 1,0 1-1,0-1 1,0-1-1,1 0 1,0 0-1,0-1 1,1-1-71,2 0 0,0-1 0,1 0 1,0-1-1,1 0 0,-1-1 0,2 0 1,-1-1 52,-4 0 0,1-1 0,1 1 0,-1-2 0,1 1 0,0-1 0,-1-1 0,0 1 0,-1 0 28,4-1 1,-1 0 0,0-1 0,-1 1 0,0-1-1,0-1 1,2 0 0,0-2 21,-2 0 0,1 0 0,1-2 0,0 0 0,1 0 0,-1-1 0,0 0 0,-1 0 0,0 0 0,-4 0 0,-1 1 0,0-1 0,0 0 0,-1 0 0,0-1 0,1 0 0,0-1 0,1-1-1,-1 0 0,0-1 0,0 0 0,1-2 0,0 1 0,0-1 0,0-1 0,0 0 0,0 1 0,-1-1-9,-1 0 0,0 0 0,0 0 0,-1-1 0,1 0 0,-1 0 0,0 0 0,0-1 0,0 1 0,-1-1-20,6-2 0,0-1 0,0 1 0,-1-1 0,0-1 0,0 1 0,-1-1 0,0 1 0,-1-1 0,-3 1 0,0 0 0,-1 0 0,0-1 0,-1 1 0,0-1 0,-1 0 0,0 1 0,-1-1-78,3-1 1,0 0-1,-1 0 1,-1 0-1,1 0 1,-2-1 0,0 0-1,0-2 154,-1 1 0,1-2 0,-2-1 1,1 0-1,-1 0 0,-2 0 1,0-1-1,-1 1 108,9-7 1,-2 0 0,-1 0 0,-2 0 0,1 0 0,-2 0-209,-1 1 1,0 0 0,-1 0-1,-1 0 1,-2 0 0,-2 0-11,1-2 0,-1 0 0,-2 0 0,-4 0 0,-4 0 655,6-19 1,-8 1 0,-3-1-332,-5 4 0,-2-1 0,-6 1 31,-6 4 0,-4 0 1,-3 4-572,-2-6 0,2 6 126,18-17-2465,-22 41 2658,0 19 0,0 21 1,0 5-1</inkml:trace>
  <inkml:trace contextRef="#ctx0" brushRef="#br1" timeOffset="51448">25991 4443 7533,'-17'-46'-240,"1"1"0,-16 5 0,-10 3 90,-1 6 0,-7 2 0,-5 4 217,5 7 1,-5 3 0,-2 4-1,-2 4 41,3 4 0,-3 3 0,-1 3 0,-1 2 0,2 3-64,-3 3 0,0 1 0,1 4 0,0 3 0,3 6-44,-1 5 0,1 6 0,2 4 0,3 4 0,5 1-54,6 1 0,1 3 0,5 3 0,6 2 0,7 2 90,9 5 0,6 5 0,7 0 0,7 0 0,6-5 161,6-4 1,7-1 0,5-3 0,6-2 0,5-5-153,1-7 0,6-2 0,4-3 0,3-4 0,2-5 0,1-6-105,4-6 0,4-7 0,1-5 0,2-5 0,-1-4 1,-1-2 136,-7-2 0,1-4 0,0-2 0,-1-4 0,-2-2 0,-1-3 0,-4-2 13,6-8 0,-1-4 0,-2-3 0,-5-4 0,-7-1 0,-8-1-172,-6-6 0,-6-4 0,-7-1 1,-11 2-1,-12 6 82,-23-4 0,-19 4 0,-9 6 0,0 6 0,5 7 0,-2 5 0,-2 5 0,-4 7 0,0 17 0,1-1 0,-1 1 0,1 0 0,-1 0 0</inkml:trace>
  <inkml:trace contextRef="#ctx0" brushRef="#br1" timeOffset="52782">23653 7297 7533,'-14'-19'-630,"3"18"1080,33 15-181,9 5 1,9 4-150,13 3 0,9 2 0,3 2-143,-8-4 1,2 1 0,0 1-1,-1 4 23,-11-3 0,0 1 0,0 3 0,-2 1 0,-1 0 112,7 9 1,0 1-1,-5 2 1,-6 0-113,-5 6 0,-8 0 0,-1 2 30,-1 5 0,-2 0 0,0-4-255,8 0 0,-2-5 225,-13-5 0,-2-5-1619,8 0 1619,-25-34 0,-30 0 0,6-6 0</inkml:trace>
  <inkml:trace contextRef="#ctx0" brushRef="#br1" timeOffset="53581">25646 8380 7533,'-11'-35'299,"0"-1"1,-4 3 0,-8 1-570,-9 0 0,-8 1 1,-6 3 224,0 9 0,-5 4 0,-4 2 0,0 2 247,-7-1 0,-2 3 1,-1 4-1,-2 5-22,8 4 0,-2 3 0,0 4 0,2 5 0,4 5-90,-5 11 0,2 9 0,7 5 0,7 5-135,7 7 0,7 6 0,8 4 0,10 1 63,10-7 0,8 2 0,7 2 0,6-2 0,5-3-128,2-9 0,6 0 0,4-1 0,4-3 0,4-4 0,2-4 80,8-2 0,4-3 0,5-5 0,2-4 0,1-4 0,0-6 164,0-5 1,2-5 0,0-4 0,1-5 0,-1-5 0,-2-6 147,-9-2 1,2-4 0,-1-4 0,-1-3 0,-3-4-1,-3-3 1,-4-4 136,1-10 1,-2-6 0,-4-5 0,-6-2 0,-5 0 0,-7 3-645,-4-13 0,-9 0 0,-9 3 0,-8 4 230,-13-4 1,-11 5 0,-11 15 0,-12 20 0,-9 14 0,2 10 0,8 17 0,0 0 0,0 0 0</inkml:trace>
  <inkml:trace contextRef="#ctx0" brushRef="#br1" timeOffset="57515">19690 3950 7533,'0'-57'449,"11"14"-404,25 41 0,18 9 22,3-5 1,10 0 0,6 1-1,4 0 10,-20 0 0,2 0 0,3 0 0,2 0 1,1 0-1,2 0 0,2-1-246,-5-1 1,2 0-1,2 0 1,1 0-1,1-1 1,1 0-1,0 0 1,0 0-1,-1 0 196,-3-1 0,0 0 0,0 0 0,0 0 0,1-1 0,0 1 0,1-1 0,-1 1 0,1 0 0,0 0-44,-5 0 1,2 0 0,-1 0-1,1 1 1,0-1 0,0 0-1,0 1 1,0-1 0,-1 1-1,1-1 1,0 1 32,-2-1 0,1 1 1,-1-1-1,0 1 1,1-1-1,-1 1 0,0-1 1,0 1-1,1-1 1,-1 1-1,1-1 41,0 1 0,1-1 0,0 1 1,0-1-1,0 1 0,0-1 0,0 0 1,0 1-1,0-1 0,0 1 1,0 0-34,-2-1 1,1 1-1,0 0 1,0 0-1,0 0 1,-1 0-1,1 0 1,0 0-1,-1 0 1,0 0-1,1-1-15,4 1 0,0-1 0,1 0 0,-1 0 0,0-1 0,-1 1 0,1 0 0,1 0 0,-1-1 0,0 1 15,-4 0 1,-1 0-1,1 0 1,-1 0 0,1 0-1,0 0 1,-1 0-1,1-1 1,0 1 0,0 0-1,-1 0-24,1 0 0,0-1 0,0 1 0,0 0 0,0 0 0,0-1 0,0 1 0,-1 0 0,1 0 0,0-1 0,0 1-49,0 0 0,0 0 0,1-1 0,-1 1 0,0 0 0,0 0 0,0 0 0,0 0 0,1 0 0,-1 0 0,0 0 24,0 0 0,0 0 1,0 0-1,1 1 1,-1-1-1,0 1 1,0-1-1,0 1 1,0-1-1,-1 1 1,-1 0 131,4 0 1,0 0 0,0 1 0,-1-1 0,0 0 0,-1 1 0,0 0 0,0 0 0,0 0 0,-1 0-138,3 0 0,0 1 0,0-1 0,-1 1 0,0 0 0,0 0 0,-2 1 0,0-1 0,0 1-80,0-1 1,-1 1 0,0 0 0,-1 0 0,-1 0 0,0 1 0,-2 0 0,0 0 19,10 1 0,-1 1 0,-1 0 0,-2 1 0,-1-1 1,-3 1 111,13 1 1,-3 0-1,-4 0 1,-6-1 201,18 1 1,-21 3-45,-39 6-719,-74-16 2529,-8 5-1270,6-6-411,62 16-354,3 21 0,1 12 105,4 6 0,2 8 0,-2 4-83,-7-3 1,-2 5-1,-2 3 1,-1 1-79,1-7 0,-1 3 0,-1 1 0,-3 0 0,-2 0 116,-3-11 0,-3 0 0,-2-1 0,-1 1 0,2 0 0,2-1-51,1 8 0,3 1 0,1 0 0,-1-2 0,-1-2 81,-5 3 0,-1-1 0,0-2 0,4 0 0,6-5 0,3 1 0,2-3 0,-1-4-90,-1 19 0,3-8 0,6-9 0,4-9 405,12-10-270,2-37-810,8-18 595,-32 8 665,-38 6-315,-9 6 0,-11 0-180,8 0 0,-6 1 0,-4-1 0,-2-1 9,1 1 0,-2-1 0,-3-1 0,-1 1 0,-3 0-210,11 1 0,-2 0 0,-2 0 1,-1 0-1,0 0 0,-1 0 1,-1-1 188,4 0 1,-2 0 0,0-1 0,0 1-1,-1-1 1,-1 1 0,1-1 0,-1 1-77,-2 0 0,-1 0 1,0 0-1,0 0 1,0 0-1,-1 1 0,0-1 1,-1 0-28,6 1 0,0 0 0,-1 0 0,0 0 0,0-1 0,-1 1 0,1 0 0,0 0 0,0 0 81,-7 0 0,1-1 1,-1 0-1,0 0 0,1 1 1,-1-1-1,0 1 0,0 0 69,8 0 0,-1 0 0,0 1 0,1 0 0,-1-1 0,0 1 0,1 0 0,-1 0 0,1-1-137,-6 1 1,-1 0 0,1-1 0,0 1 0,1 0-1,-1-1 1,1 1 0,1 0-46,3 0 1,0-1 0,2 1 0,-1 0 0,1 0 0,-1-1 0,-1 1 0,0 0 110,2 1 1,-2-1 0,0 0 0,0 1 0,-1-1 0,1 1 0,0-1 0,1 1 0,1-1 131,-10 0 0,1 0 1,2 0-1,-1-1 1,1 1-1,-1 0 1,0 0-210,4 1 1,-2-1-1,1 1 1,-1-1-1,0 1 1,1-1 0,1 0-1,2 0 68,1 0 0,1-1 0,1 1 0,1-1 0,0 0 0,0 0 0,-2 0 38,-2 0 1,0 0-1,-2 0 1,1 1 0,1-1-1,0-1 1,1 1-42,-3-2 1,2 0 0,0 0 0,1 0-1,-1 0 1,-1 0-13,-4 0 0,-1 0 0,-1 0 0,0 1 0,0 0 0,2 0-105,2 1 0,0 1 0,1-1 0,0 2 0,0-1 1,0 1 119,1 0 0,0 1 0,0 0 0,0 1 0,1 0 0,0 1 74,2 0 1,0 0 0,1 2 0,0-1 0,0 1 0,1-1-93,-11 3 0,1-1 0,0 1 0,1 0 0,2-1-36,7-1 0,1-1 0,2 1 0,0-1 0,0 1 144,-9 2 0,-1 1 0,3-1 0,0-2 130,9-2 1,0-2 0,2 0 0,2 0-221,-7 1 0,4 0 0,1-1 414,-10-2 0,4-2-459,14 1 0,3 0 1128,-22-5-1263,25-2-360,16 0 810,22 1 270,0 6-270,0-22-180,11-43 30,-3 15 0,0-8 0,1-3-8,-2 8 0,0-2 1,0-2-1,-1-2-130,0 3 0,-1-3 0,0-2 0,0 1 0,-1 1 153,-1-8 0,0 1 0,-1 1 0,1 1-158,-1 3 1,0 1-1,1 1 1,1 1-136,1 2 1,1 1 0,1-1-1,-1-1 360,1-5 1,-1-2-1,1-1 1,1 1 359,1-1 0,1 1 0,-1 0 1,-2 1-473,-4 3 0,-3-1 0,-1 3 0,2 6-1755,3-18 1,0 11-1754,-4-1 3418,14 59 0,-12 1 0,-4 6 0</inkml:trace>
  <inkml:trace contextRef="#ctx0" brushRef="#br1" timeOffset="63983">8147 8873 8432,'0'-44'6297,"22"2"-4408,-6-1-1889,-46 21-45,-29 32 0,-16 18 472,23-7 0,-4 4 0,0 5 1,1 2-339,9 1 1,0 2 0,2 3 0,1 2 0,3 2 180,-7 11 0,0 4 0,9 2 0,14 0 44,17-2 1,11 3 0,8-3 0,10-7-563,8-8 1,11-5 0,4-5 0,3-4-698,2-5 1,4-3-1,1-6 1,-1-5 944,12-4 0,-2-9 0,-8-3 0,-5-7 0,-23-1 0,-31 9 0</inkml:trace>
  <inkml:trace contextRef="#ctx0" brushRef="#br1" timeOffset="64715">8664 9279 7533,'-25'-36'6476,"22"3"-3238,61 2-3373,5 24 0,10 7-2234,-20 3 1,1 2-1,-2 1 2369,19 1 0,-16 6 0,-33 16 0,-77-10 0</inkml:trace>
  <inkml:trace contextRef="#ctx0" brushRef="#br1" timeOffset="65015">8639 9537 7533,'-19'-23'7106,"68"-14"-6957,-6 25 1,10 6 0,1 1-2249,3 1 0,0 2 1,-1 2 2098,16 3 0,-7 5 0,-26 4 0,-10 0 0,-18-7 0</inkml:trace>
  <inkml:trace contextRef="#ctx0" brushRef="#br1" timeOffset="65615">9156 9082 7533,'-52'-25'8365,"49"6"-7736,32 16 1,16 10-720,1 6 0,6 7 0,0 1-60,8 1 0,1 3 1,-4 1 508,-10 1 1,-4 1 0,-4 0 45,5 1 0,-20 0-810,-52 7 0,-23 2 615,4-3 0,-6 1 0,0-1-840,-2-1 0,1-1 1,1-2-1560,9-4 0,2-1 0,8-8 2189,4-11 0,50-24 0,17-7 0,-4 5 0,0 0 0</inkml:trace>
  <inkml:trace contextRef="#ctx0" brushRef="#br1" timeOffset="66415">10608 9045 7533,'-25'-48'6836,"23"108"-6537,3-4 1,2 12 0,-5 2-278,-3-7 1,-3 2 0,-4 0-1,-4-2 180,-3-1 1,-3 0-1,-5-5 1,-6-12-473,-11-11 0,-7-11 0,1-13-1439,-18-20 0,10-21 1709,25-20 0,20-5 0,25 13 0,14 5 0,12 9 0,1 0 0</inkml:trace>
  <inkml:trace contextRef="#ctx0" brushRef="#br1" timeOffset="66715">10140 9193 7533,'-24'-34'2848,"-1"1"0,36 0 1,16 3-1500,24 2 0,17 4 1,5 3-1872,-21 8 0,3 2 0,3 1 1,-1 1-1,0 0-1435,12-1 1,1 0 0,-2 2-1,-5 0 1957,9-1 0,-5 1 0,-22 3 0,-32 3 0,-29-3 0</inkml:trace>
  <inkml:trace contextRef="#ctx0" brushRef="#br1" timeOffset="67649">7999 10596 7533,'36'-49'6386,"-20"-7"-6566,-38 17 0,-30 34 0,-16 18 652,13 6 0,-6 9 1,-1 7-1,5 2 135,3 6 0,2 4 1,5 4-1,5 2-158,3 5 1,2 4 0,11 0 0,19-4-338,21-11 1,16 0-1,9-6 1,4-7-901,11-7 1,8-9 0,4-6 0,-2-3 787,-7-4 0,1-4 0,-3-3 0,-4-3 0,4-5 0,-5-2 0,-15-3 0,-16-9 0</inkml:trace>
  <inkml:trace contextRef="#ctx0" brushRef="#br1" timeOffset="68381">6645 12109 8072,'-13'10'4408,"24"-1"-5038,-6 11 630,-5-26 1170,-49-4-5038,16 9 3868,0 5 0,80 25 0,18-10 0</inkml:trace>
  <inkml:trace contextRef="#ctx0" brushRef="#br1" timeOffset="68948">6252 12663 7533,'-36'0'5217,"20"0"-6297,-6-11 810,11-3-1528,-3 6 1798,0 10 0,80 6 0,-18-3 0,0 1 0</inkml:trace>
  <inkml:trace contextRef="#ctx0" brushRef="#br1" timeOffset="69316">6793 12626 7533,'-55'26'3328,"55"21"-4003,33-22 1,11-7 1933,16-12 1080,-49-49-4588,-36-3 2249,-21 18 0,81 46 0,-2-4 0,0-1 0</inkml:trace>
  <inkml:trace contextRef="#ctx0" brushRef="#br1" timeOffset="71148">8073 12023 7533,'-14'-51'6386,"14"26"-5262,11 63 1,3 34-946,-8-21 1,-2 6 0,-1 4 0,0-1-135,3 3 0,0 3 0,-3-1 0,-7-4-113,-6-3 1,-4 1 0,-5-8-1,-6-18-1281,-19-21 0,-5-21 569,8-14 1,2-12-1,4-3 780,-3-17 0,13 1 0,17-5 0,46 57 0</inkml:trace>
  <inkml:trace contextRef="#ctx0" brushRef="#br1" timeOffset="71449">7728 12048 7533,'-2'-50'3276,"34"30"1,23 5 0,3 1-3306,-6 0 0,4 0 0,2 0 0,0 1 29,2 1 0,2 1 0,-1 1 0,-4-2 0,7 0 0,-4-1 0,-20-4 0,-23-13 0</inkml:trace>
  <inkml:trace contextRef="#ctx0" brushRef="#br1" timeOffset="73181">2338 14706 9961,'-13'-20'3688,"2"8"-3328,11 1-1439,-11 10 539,-36 23 1034,4 9 1,-1 10-165,10-5 0,1 4 0,7 5-1,3 13 1,8 5 0,12-1-390,12-5 0,12-2 0,12-11-90,20-12 0,14-13 1,-2-13 1108,-11-11 0,-2-11 1,-4-10-181,3-17 1,-4-12 0,-17-5-870,-21-3 0,-15-3 0,-11 5-600,-9 12 0,-9 5 1,-2 7-1200,-12 1 0,2 16 1889,-5 28 0,72 32 0,23-27 0,1 1 0</inkml:trace>
  <inkml:trace contextRef="#ctx0" brushRef="#br1" timeOffset="73582">2855 15161 7533,'-36'29'7016,"31"-7"-4858,8-31-1034,14-29 1,4-14-900,-8-3 0,1-1-2384,10 5 0,7 12 2159,32 22 0,-29 30 0,0 9 0,7 1 0,0 0 0</inkml:trace>
  <inkml:trace contextRef="#ctx0" brushRef="#br1" timeOffset="74348">4283 14448 7533,'-11'-48'4227,"-14"13"-4722,-12 34 1,-8 16 1063,3 19 1,-1 14 0,2 7 104,5-3 1,0 5 0,4 3-1,5 2-719,5 2 0,5 3 0,6 0 0,6-3-1125,8-5 1,4-1 0,7-3 0,6-8 1169,10-7 0,8-7 0,1-8 0,11-4 0,-2-14 0,9-27 0</inkml:trace>
  <inkml:trace contextRef="#ctx0" brushRef="#br1" timeOffset="74781">4504 15001 7533,'-30'-18'2788,"0"1"1,-22 6-3779,46 67 1574,17 2 1,9 7 104,2-14 1,4 2 0,-9-1 299,-13 12 1,-13-11-6207,-16-24 5217,-27-36 0,66-33 0,51 21 0</inkml:trace>
  <inkml:trace contextRef="#ctx0" brushRef="#br1" timeOffset="75181">4750 15248 9871,'8'-31'2474,"23"10"0,10 0-2654,6-8 0,1-4 1034,0-3 1,-16-3-316,-57-25 271,-20 63 0,-6 20-1800,2 17 1,16 14-1125,35 15 0,21 1 2114,9-9 0,12-14 0,21-30 0,2-21 0,-25-19 0,0-1 0</inkml:trace>
  <inkml:trace contextRef="#ctx0" brushRef="#br1" timeOffset="76048">5562 15100 7533,'-21'-41'4947,"-7"28"-5487,-32 42 405,36 9 0,7 9 855,2 16 0,16-6-316,25-28 1,8-13 944,27-29-1079,-13-19 0,-14 12-585,-48 47 0,-13 21 540,14-4 0,2 8 0,-1 5 0,-2-2 494,-6 2 1,-4 2 0,0-1-1,5-1-210,-1 14 1,3-1 0,18-23-2758,35-26-1935,6-43 0,3-13 4183,-4 8 0,0-1 0,13-14 0,-4-1 0,-18 14 0,-1 0 0</inkml:trace>
  <inkml:trace contextRef="#ctx0" brushRef="#br1" timeOffset="76548">5907 15370 7533,'-5'-50'2698,"-1"0"1,3-9-2789,-8 49 629,11 55-674,-2-8 1,4 1-541,16 0 0,8-11 1755,29-34 359,-16-14 0,-2-9 270,-10-9 0,-4 4-3328,-2 21 1619,23 53 0,0 8 0,-2-31 0,1 0 0</inkml:trace>
  <inkml:trace contextRef="#ctx0" brushRef="#br1" timeOffset="77848">6645 15284 9691,'43'-39'1199,"-1"0"1,-20 4-1,-11-1-2098,-25-21 674,-23 61 0,-5 18 585,7 13 0,13 11 314,17 20 1,23 0-585,13-33 0,10-6 0,2-7-810,12-10 1,-1-11 1528,-1-8 1,-13-4-91,-29 6-2248,-2 44 720,26-7 899,20-67 854,-22 9 1,-3-4-631,-11-6 1,-3 15-1664,6 47 539,4 5 1,6-7 854,13-30 0,0-21 944,-14-15 1,-5-15-1,-1-3-360,-3 7 1,1-3 0,-4-1 0,-4 2-630,-8-17 0,-5 1 0,3 38-1439,6 49 1648,-8 31 1,-6 24 0,3 1-188,6-15 1,2 2-1,1 0 1,1-3-1013,-3 9 1,1-2 0,7-11 989,14-6 0,2-21 0,-4-38 0,-5-22 0</inkml:trace>
  <inkml:trace contextRef="#ctx0" brushRef="#br1" timeOffset="78048">7482 15062 7533,'-27'-55'4092,"52"33"1,15 5-4093,7 5 0,5 7 0,-4 6 0,4 3 0,-2 3 0,16 6 0,0 0 0</inkml:trace>
  <inkml:trace contextRef="#ctx0" brushRef="#br1" timeOffset="78749">8836 15444 7533,'-25'29'6296,"12"-62"-5397,11-17 1,4-15-406,-3 4 1,1-9 0,0-5 0,3 4-46,3 2 1,1 2 0,2-1 0,2 2-428,-1 0 1,1-1-1,4 5 1,9 15-1148,33 6 1,9 24-1485,1 27 1,-2 16 2608,-3 6 0,-12 8 0,-31-5 0,-14 1 0,-35 13 0</inkml:trace>
  <inkml:trace contextRef="#ctx0" brushRef="#br1" timeOffset="78982">8811 15026 7533,'-33'12'4272,"1"0"1,73 2-7511,19-5 0,11-2 3238,-25-4 0,1 0 0,-1 4 0,4 4 0,-1 4 0,-11 5 0,-2 39 0</inkml:trace>
  <inkml:trace contextRef="#ctx0" brushRef="#br1" timeOffset="80149">9402 15248 7533,'-22'-42'8275,"6"14"-8815,-53 25 990,39 27 0,6 14-91,-6 19 1,19 6-2159,36-3 0,18-14 854,-5-33 1,3-15 2203,8-15 1,-10-17 1033,-29-24 1,-15-6-2474,0 21 1,2 5-1980,19-10 3058,50 46-269,-33 24 0,-3 10-1350,-4 6 0,-6 3 225,-7 3 1,-1-10 854,13-20 539,-1-67 90,-17 13 1,0 0-1080,15-16-449,2 68-721,4 42 1530,-7-20 0,4-10-720,25-32 990,-9-31-450,-6-9-990,-24 73-179,33 22 1349,0-36 1754,-12-26 0,-2-11-1485,-11-8 1,-2 7-7916,5 28 7376,2 44 0,-1-13 0,4-2 0,4-13 0,1 0 0</inkml:trace>
  <inkml:trace contextRef="#ctx0" brushRef="#br1" timeOffset="80515">10509 14582 7533,'-13'-35'4915,"30"57"0,10 23-4787,-11 3 1,-1 12-1,-1 5 1,-2 0-291,-3-8 0,0 2 0,-2 1 0,-2-1 0,-2-1 162,-3 10 0,-2-1 0,-4-2 0,-5-6 0,-8 3 0,-4-5 0,-4-18 0,-22-20 0,41-8 0</inkml:trace>
  <inkml:trace contextRef="#ctx0" brushRef="#br1" timeOffset="81982">13881 14706 7533,'14'-65'9534,"-14"7"-10613,-46 32 449,5 19 0,-8 6 1,-4 7 1101,-2 9 0,-5 8 1,-2 5-1,1 3 175,6 0 1,-1 3 0,0 2-1,2 4 1,5 3-145,2 2 1,0 3 0,5 3 0,8 1 0,12 0-257,13 8 0,12 3 1,11-4-1,11-9-697,18-11 0,16-9 1,7-6-1,-1-4-1552,0-3 1,3-5 0,1-5 0,-3-3 2001,-8-6 0,1-6 0,-5 1 0,-9 3 0,20 10 0,-78 21 0</inkml:trace>
  <inkml:trace contextRef="#ctx0" brushRef="#br1" timeOffset="82582">14472 15051 8522,'-25'-6'7916,"56"-12"-8951,13 12 1,10 3-2249,7-4 0,1 3 3283,-1 4 0,-10 6 0,-18 18 0,-60 1 0</inkml:trace>
  <inkml:trace contextRef="#ctx0" brushRef="#br1" timeOffset="82882">14300 15284 7533,'-36'0'4002,"65"-12"1,24-3-4393,-9 6 0,5 1 1,3 1-1275,-1 3 0,3 0 0,0 0 0,-2 2 1664,7-4 0,-3 1 0,-10 9 0,9 30 0,-82-8 0</inkml:trace>
  <inkml:trace contextRef="#ctx0" brushRef="#br1" timeOffset="83482">14891 14829 8432,'-14'-32'8365,"-8"13"-6116,63 24-2519,4 25 0,8 10-510,1-9 1,4 1 0,-3 4 1228,-6 4 1,-4 3 0,-5 0-675,11 9 0,-22-1-720,-49-5 1,-21-2 1364,-2-10 0,-9-1 0,0-4-690,2-3 0,0-3 0,2-1-1889,-13 8 1,10-7 2158,21-15 0,79-32 0,14 5 0</inkml:trace>
  <inkml:trace contextRef="#ctx0" brushRef="#br1" timeOffset="84182">16121 14841 7533,'-27'-20'3732,"33"50"1,10 22-3044,-4 9 1,0 10 0,-4 2-465,-3-15 0,-2 2 0,-2 0 0,-4-1-495,-4 14 0,-6-1 0,-11-14-405,-23-11 1,-7-23-2295,13-26 1,5-12 2968,1-17 0,38-8 0,21-1 0</inkml:trace>
  <inkml:trace contextRef="#ctx0" brushRef="#br1" timeOffset="84482">15752 15038 7533,'-27'-39'3276,"-1"-1"1,41 3 0,18 4-1577,19 6 1,15 6-1,6 2-2600,-17 5 1,4 1-1,3 0 1,0 2 0,-2 2-788,10-1 1,1 3-1,-2 1 1,-5 0 1483,4-2 0,-4 0 0,-12 8 0,3 19 0,-67 12 0</inkml:trace>
  <inkml:trace contextRef="#ctx0" brushRef="#br1" timeOffset="84849">16736 15358 9332,'9'-12'3643,"-4"39"0,-5 22-5293,-2-3 1,-3 5 0,-7-3 749,-9-2 1,-6-3 0,-2-3 899,-11 13 0,-4-17 0,4-34 0,9-13 0,22-14 0</inkml:trace>
  <inkml:trace contextRef="#ctx0" brushRef="#br1" timeOffset="85848">18016 14903 7533,'11'-41'7735,"-8"6"-6655,-25-2-1755,-15 33 0,-11 13 705,-5 8 0,-7 10 0,1 5 622,9-2 0,0 3 1,1 3-1,4 5 0,1 5 0,2 6 0,7 1 0,14 1-202,13 9 0,15 1 0,16-7-765,9-17 0,14-5 0,5-4 0,0-7 315,15 0 0,3-10 0,-2-5 0,-6-5 0,-3-5 0,-10-6 0,7-23 0</inkml:trace>
  <inkml:trace contextRef="#ctx0" brushRef="#br1" timeOffset="86681">19173 15124 12570,'-14'0'2608,"14"-16"-5486,-8 12 2878,16-7 0,3 56 0,17 15 0</inkml:trace>
  <inkml:trace contextRef="#ctx0" brushRef="#br1" timeOffset="87082">19173 15481 10051,'-38'25'5487,"24"-1"-5937,28-10 540,2-14 1799,-27-8-1979,-8 12-3688,5 11 3778,42 0 0,2-38 0,3-31 0</inkml:trace>
  <inkml:trace contextRef="#ctx0" brushRef="#br1" timeOffset="87982">20305 14964 7982,'-16'32'2908,"13"16"1,6 16-1,0 4-2593,-3-10 0,0 3 0,-2 0 0,-2-2-270,-1-2 0,-2 0 0,-3-4 0,-6-8-900,-20 13 1,-8-26-1620,-2-43 0,5-18 2474,14-26 0,32 2 0,20 27 0,-1 1 0</inkml:trace>
  <inkml:trace contextRef="#ctx0" brushRef="#br1" timeOffset="88248">19911 15038 7533,'-19'-38'3276,"58"16"1,35 6 0,5 2-3732,-23 6 0,5 2 0,3 1 0,-1 1 0,-1-2 455,-3-2 0,0 0 0,-1-1 0,-1 0 0,-3 2 0,30 1 0,-5 1 0,-42-3 0,-67-10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5:52.93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19567 3716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6:35.49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25425 7642 7623,'38'-56'5576,"-13"1"-6295,-36 12-136,-29 28 1,-13 14 914,8 13 0,-3 9 0,-2 4 389,4 0 1,-3 3 0,1 4 0,3 5 71,6 1 1,1 4 0,2 4-1,4 1 1,4 0-118,2 7 1,4 1 0,7 0 0,10-1-495,13 12 0,13-1 0,10-9-810,8-14 1,8-8 0,4-8 899,3-8 0,3-8 0,-4-5 0,5-6 0,-9-5 0,-3-6 0</inkml:trace>
  <inkml:trace contextRef="#ctx0" brushRef="#br0" timeOffset="400">25597 7913 8072,'-27'-14'7196,"70"3"-9445,11 7 1,7 3 2248,2 2 0,-3 2 0,-10-3 0,-15 7 0,-30 12 0</inkml:trace>
  <inkml:trace contextRef="#ctx0" brushRef="#br0" timeOffset="734">25646 8110 7533,'-63'-13'9804,"58"1"-12053,68 5-539,-6 12 0,3 1 2788,-6-5 0,-4 2 0,-11 6 0,-9-1 0,-20-8 0</inkml:trace>
  <inkml:trace contextRef="#ctx0" brushRef="#br0" timeOffset="1534">25966 7752 7533,'-11'-36'4587,"-13"15"-1709,7 16-989,6 29-1664,33 0 0,14 2-855,7 5 1,4 1 314,5 0 0,0-1 405,-7-8 0,-5-3 450,-5 3-450,-24-17-90,-11-6 449,-11 11-988,-35 24 1078,9-7 1,-6 4 0,2-1-1035,-5 3 0,2-1-1304,-8 3 0,22-8 1799,46-20 0,25-25 0,6 4 0</inkml:trace>
  <inkml:trace contextRef="#ctx0" brushRef="#br0" timeOffset="2467">26754 7777 7533,'-14'-42'2698,"14"15"540,25 42-2339,-9 40 1,-5 19-750,-3-18 0,-3 3 0,-4 0-90,-7 4 0,-6-1 0,-6-8-465,-11-3 0,-8-18-854,-7-31 0,1-17-945,13-16 0,8-6 2204,0-15 0,69 6 0,-15 33 0,1 1 0</inkml:trace>
  <inkml:trace contextRef="#ctx0" brushRef="#br0" timeOffset="2767">26557 7815 7533,'-52'-44'9085,"49"12"-8096,32 16 0,16 4-1649,10 0 1,10 3 0,-2 0-1650,-11 1 0,-1 0 0,-1 2 2309,5-1 0,0 1 0,-12 6 0,-7 14 0,-39 17 0</inkml:trace>
  <inkml:trace contextRef="#ctx0" brushRef="#br0" timeOffset="3467">27271 8208 8162,'-25'-8'6836,"22"42"-10613,-5 32 2068,-1-21 0,-4-1 1709,0-10 0,-4-5 0,-32-1 0,13-29 0</inkml:trace>
  <inkml:trace contextRef="#ctx0" brushRef="#br0" timeOffset="4368">28157 7765 7533,'-11'-42'3957,"-25"9"-3417,-16 8-945,-9 30 1,-6 18 913,21 3 1,2 10 0,2 4 277,6-2 0,-1 4 0,5 3 0,9 1-308,8 16 1,13 2 0,13-4-480,14-8 0,13-4 0,6-11-3277,8-15 0,8-11 0,-2-3 2836,14 0 0,-8-12 0,-24-14 0,-11-2 0,-18 6 0</inkml:trace>
  <inkml:trace contextRef="#ctx0" brushRef="#br0" timeOffset="5100">28797 8048 11041,'0'-27'90,"0"16"1978,0 14-179,-11 8-6656,8-11 4767,-8 5 0,22 18 0,3 10 0</inkml:trace>
  <inkml:trace contextRef="#ctx0" brushRef="#br0" timeOffset="5433">28772 8257 8432,'-25'7'4048,"23"-7"-3149,-7-18-2518,20 3 1619,-11 9 0,11 30 0,3 21 0</inkml:trace>
  <inkml:trace contextRef="#ctx0" brushRef="#br0" timeOffset="6033">29461 7752 7533,'0'-24'7375,"11"93"-6686,0-27 1,3 6 0,-3 2-660,-7 16 0,-5 4 0,-5-3-840,-2-9 1,-3-2 0,-8-12-811,-14-10 1,-6-17 1619,-13-25 0,9-16 0,26-21 0,23 18 0</inkml:trace>
  <inkml:trace contextRef="#ctx0" brushRef="#br0" timeOffset="6300">29166 7888 7533,'-25'-30'3276,"0"0"1,58-6 0,27 4-3419,-13 14 1,7 2 0,4 3-1,-1 1 142,7-1 0,2 1 0,0 2 0,-2 3 0,-5 2 0,0 3 0,-4 1 0,-9 3 0,-9 5 0,0-1 0</inkml:trace>
  <inkml:trace contextRef="#ctx0" brushRef="#br0" timeOffset="17833">9747 12331 11580,'2'-14'1170,"6"-3"-1170,-40 11 629,-18-7-269,5 15 0,-8 6 29,6 0 1,-3 1 0,-1 6-60,-7 7 0,-2 6 0,3 6 7,13-2 0,2 4 1,1 2-1,4 3 82,-9 13 1,6 4 0,14 2-390,20 1 0,13 1 0,11-4-60,10-11 0,9-6 0,5-5-510,7-8 1,5-6-1,-1-7-2428,12-6 0,-7-7 2968,-1-5 0,-46-13 0,-11 10 0</inkml:trace>
  <inkml:trace contextRef="#ctx0" brushRef="#br0" timeOffset="18667">9968 12638 7533,'-25'-12'7825,"45"5"-7870,13 5 0,7 4-3283,13 6 0,1 2 3328,1-7 0,-9 4 0,-21 20 0,-55-14 0</inkml:trace>
  <inkml:trace contextRef="#ctx0" brushRef="#br0" timeOffset="18967">9943 12860 7533,'-41'-5'8095,"74"-2"-8590,9 7 1,9 4-1545,-2 1 0,3 2 0,-2 0 2039,4 0 0,-4 2 0,-12 5 0,-8-1 0,-19-6 0</inkml:trace>
  <inkml:trace contextRef="#ctx0" brushRef="#br0" timeOffset="19801">10313 12528 7533,'-39'-13'4947,"4"1"-2698,21 5-630,3 7-450,55 29-1484,-8 0 0,4 3 15,1-4 0,3 0 1,-3 0 119,8 11 0,-5-1 360,-5-11 0,-9-7 90,-19-14-360,-11-9 90,-11 3 225,-19 21 0,-9 10 314,1-6 1,-6 2 0,0-1-211,0-1 1,-2 0 0,2-1-1949,-18 11 0,15-13-6656,36-22 8275,19-2 0,47-9 0,-28 11 0</inkml:trace>
  <inkml:trace contextRef="#ctx0" brushRef="#br0" timeOffset="20667">11199 12441 7892,'-11'-24'5307,"8"15"-4228,17 41 1,5 25-720,-13-3 0,-4 8 0,1 0-271,6 5 1,1 1 0,-7-2-390,-9-5 0,-5-2 1,-11-15-556,-18-16 1,-4-17-1305,-14-29 2159,1-18 0,68 13 0,16 4 0</inkml:trace>
  <inkml:trace contextRef="#ctx0" brushRef="#br0" timeOffset="20968">10928 12540 7533,'27'-58'4915,"22"31"0,14 7-5734,-5 8 1,6 5 0,-2 1 818,-8 0 0,-1 2 0,-5 1 0,9 1 0,-23 4 0,-37 5 0</inkml:trace>
  <inkml:trace contextRef="#ctx0" brushRef="#br0" timeOffset="23033">11937 12934 13110,'-5'59'-1140,"-1"1"1,-11-20-1,-1-1-479,4 13 0,-3-7 1619,-18-15 0,35-59 0,14 3 0</inkml:trace>
  <inkml:trace contextRef="#ctx0" brushRef="#br0" timeOffset="24300">12872 12577 8882,'36'-30'4947,"-9"-12"-4047,-13 2-1440,-72 3 180,5 40 0,-8 14 929,3-1 1,-2 5 0,3 6 119,4 9 1,4 6 0,8 5-1,10 1 1,8 3 0,14-1-570,21-1 0,15-2 0,8-5-780,17-4 0,11-7 1,0-5 659,-5-6 0,1-4 0,-4-6 0,12-3 0,-13-10 0,-24-9 0</inkml:trace>
  <inkml:trace contextRef="#ctx0" brushRef="#br0" timeOffset="25567">13734 12490 7533,'0'-42'2518,"0"10"-359,0 7-360,0 80-1380,0-8 1,0 10 0,0 3-555,0-8 0,1 3 0,-1 0 1,-1 0 313,-4 0 1,-1 1 0,0-2 0,1-4-855,3 24 1,-2-19-4453,-7-37 5127,25-29 0,0-29 0,-3 8 0</inkml:trace>
  <inkml:trace contextRef="#ctx0" brushRef="#br0" timeOffset="26001">13758 12835 7533,'-52'-30'5756,"17"10"-2787,79 2-2160,2 16 1,9 4-1230,0-3 0,6 0 1,-2-1-1141,-8 0 1,-1-1 0,-6 1-375,-2 0 0,-10 1 1934,-19 3 0,-48 17 0,24 5 0</inkml:trace>
  <inkml:trace contextRef="#ctx0" brushRef="#br0" timeOffset="26534">13808 12921 7533,'-47'13'4947,"17"-6"-2608,5-7 449,61-2-2294,5 2 1,5 0-1709,11 2 0,1 3-1080,-4 3 0,-7 2-2113,3 9 4407,-31 0 0,-30-7 0,11-6 0</inkml:trace>
  <inkml:trace contextRef="#ctx0" brushRef="#br0" timeOffset="27434">14964 12540 7533,'-13'-38'8275,"2"24"-7466,13 51 1,7 27-930,-6-11 0,-2 5 0,-3 1 360,-4 5 0,-5 2 0,-4-5 59,-3-10 1,-4-4 0,-4-12-1110,-13-12 1,-1-16-1440,7-21 1,5-9 2248,7-10 0,42-2 0,7 10 0</inkml:trace>
  <inkml:trace contextRef="#ctx0" brushRef="#br0" timeOffset="27801">14595 12577 7533,'-14'-25'9830,"69"6"-9119,-2 10 0,11 1 0,0 2-3320,-7 1 1,0 3-1,1 0 2609,7-1 0,0 1 0,-15 7 0,-6 20 0,-71 14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7:10.623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12095" units="cm"/>
      <inkml:brushProperty name="height" value="0.12095" units="cm"/>
    </inkml:brush>
  </inkml:definitions>
  <inkml:trace contextRef="#ctx0" brushRef="#br0">9894 7076 7533,'25'-48'4317,"-12"9"-3237,-2-4-1170,-22 8-990,-57 25 1170,20 20 0,-6 10 0,-3 6 337,4 4 0,-4 5 1,1 5-1,4 4 58,9-3 1,1 2 0,1 4 0,5 1 0,4 2-104,-4 13 0,3 5 1,11-1-1,17-4-652,19-12 0,14-2 0,8-4 1,3-6-811,3-7 1,5-6-1,3-5 1,0-4 1079,15-5 0,2-7 0,-5-4 0,14-7 0,-15-2 0,-25 4 0</inkml:trace>
  <inkml:trace contextRef="#ctx0" brushRef="#br0" timeOffset="1034">10239 7408 8252,'-14'-30'5667,"47"15"-5937,6 15 0,9 6 270,1 1 0,4 3 0,-4 0 0,-3 4 0,-5-1 0,-4-1 0,0-1 0</inkml:trace>
  <inkml:trace contextRef="#ctx0" brushRef="#br0" timeOffset="1334">10263 7654 7533,'-49'-12'6296,"98"0"-6791,-10 7 1,7 3 494,16 2 0,8 2 0,-5 2 0,-6 1 0,-6 3 0,-4 4 0,1 0 0</inkml:trace>
  <inkml:trace contextRef="#ctx0" brushRef="#br0" timeOffset="2234">10633 7187 7353,'-52'-28'6476,"71"45"-6296,24 20 0,15 7-338,-13-18 1,7 0 0,1 0-1,-3 1 338,2 6 0,-3-1 0,0-3 224,21 4 1,-14-14-45,-34-19-809,-55-3 134,-21 27 0,-10 12 465,13-6 0,-3 2 0,1 1-690,3-2 0,1-1 1,3-1-1260,-19 12 0,28-16 1799,48-28 0,6-8 0,18 11 0</inkml:trace>
  <inkml:trace contextRef="#ctx0" brushRef="#br0" timeOffset="6067">11912 7002 7982,'11'14'2653,"3"34"1,-3 20-2452,-5-17 1,-1 7-1,-1 2 1,-3-2 89,0 0 0,-1 1 1,-3-2-1,-6-2-442,-8 13 0,-7-4 1,-8-21-571,-14-32 0,-1-20-359,-1-22 0,8-13 1079,16 3 0,13-1 0,35-21 0,28 38 0</inkml:trace>
  <inkml:trace contextRef="#ctx0" brushRef="#br0" timeOffset="6434">11642 7113 7533,'-36'-30'4857,"66"16"0,22 2-4527,5-1 0,8 1 0,2 1-1882,-15 3 0,1 1 1,0 1-1,-1 1 1552,22 2 0,-2 2 0,-15 2 0,-13 4 0,-72 25 0</inkml:trace>
  <inkml:trace contextRef="#ctx0" brushRef="#br0" timeOffset="7567">9303 8799 7533,'-38'-19'5397,"14"6"-2879,13 8-719,65 5-1394,4 0 0,7 0-435,-10 0 0,4 0 0,-3 0 209,-7 0 1,0 0 0,-5 0 315,8 0 0,-14 0-225,-27 0-180,-11 5-90,-11 51-900,4-4 1,1 3-1800,3-10 1,3-2 2698,-2 0 0,7-12 0,19-36 0,1-25 0</inkml:trace>
  <inkml:trace contextRef="#ctx0" brushRef="#br0" timeOffset="8601">10657 8442 7533,'0'-56'5666,"0"39"-4272,15 57 1,3 34-1148,-13-26 0,-2 6 1,-3 2-1,0-1-157,1 2 0,-1 2 0,-3-1 0,-6-5-840,-9 8 1,-7-4-1,-8-19-284,-24-26 0,-1-24-1035,14-19 0,9-10 2069,5 8 0,16 2 0,49-9 0,17 34 0</inkml:trace>
  <inkml:trace contextRef="#ctx0" brushRef="#br0" timeOffset="8901">10386 8479 7533,'28'-45'4915,"25"25"0,17 10-5704,-11 7 1,4 5 0,1-1 788,1-2 0,0-1 0,-6 2 0,-5 4 0,-13-4 0,-22-12 0</inkml:trace>
  <inkml:trace contextRef="#ctx0" brushRef="#br0" timeOffset="10234">8368 10104 7533,'-46'-6'5487,"27"-1"-5397,-3-5-1170,35 5 91,12-4 629,-22 4 1619,-17 0-1169,-13 24-3778,2 4 3688,25 5 0,36-15 0,16-17 0</inkml:trace>
  <inkml:trace contextRef="#ctx0" brushRef="#br0" timeOffset="10602">8860 10399 7533,'-51'-19'6476,"15"17"-7735,36 10-3599,14 11 4858,-1-6 0,-2 3 0,-11-2 0</inkml:trace>
  <inkml:trace contextRef="#ctx0" brushRef="#br0" timeOffset="11000">8122 10546 7533,'-46'-7'3957,"48"7"-4136,37 7-1800,10-11 1259,-14 1-899,-54-9 1619,-19 6 0,71-4 0,35-4 0</inkml:trace>
  <inkml:trace contextRef="#ctx0" brushRef="#br0" timeOffset="11634">9427 10066 8072,'-36'0'6207,"20"11"-4228,70 3-1934,1-4 0,8-1-255,-12-1 0,3 1 0,-3-3 165,9-2 0,-8 0 2294,-8 13-2699,-69 28-1214,10-8 0,3 3 1664,7 4 0,7-2 0,14 3 0,34-45 0</inkml:trace>
  <inkml:trace contextRef="#ctx0" brushRef="#br0" timeOffset="12434">10756 9968 7533,'11'-41'5577,"2"12"-4678,1-1-89,-25 14-271,-5 9-1349,-19 7 1,-10 9 1828,-4 13 1,-4 11-1,-1 4-255,9-2 1,0 3 0,1 4 0,3 3-383,1 8 0,1 4 0,7 3 1,12-3-803,11 8 0,13 0 1,17-10-728,14-22 0,14-6 0,5-6 0,-3-5 1147,5-5 0,1-8 0,-3-5 0,-1-3 0,-3-4 0,-14-4 0,-16-16 0</inkml:trace>
  <inkml:trace contextRef="#ctx0" brushRef="#br0" timeOffset="26300">29190 4270 7533,'14'-49'1529,"-25"-17"-1619,-13 23 0,-12 0-30,-7 11 0,-11 3 0,-5 6 165,-2 8 0,-7 5 0,-3 7 0,0 6 117,8 5 0,-1 6 0,-1 4 0,0 6 0,2 4-180,6 1 0,0 5 0,0 4 1,3 4-1,3 3 0,5 3 3,2 5 0,3 5 0,4 3 0,4 3 0,7 0 1,7 1 14,7-2 0,6 3 0,5 1 0,6-1 0,7-2 0,6-4 134,9-3 1,7-1 0,7-3 0,5-3 0,3-6 0,3-6 0,6-5 0,6-6 0,3-4 0,3-7 0,1-7 0,-1-6-187,-5-9 1,4-5-1,1-7 1,-1-5 0,-2-5-1,-4-4 1,-7-4-52,-6-3 0,-3-6 0,-2-4 0,-4-4 1,-6-2-1,-5-1 0,-7 1-62,-7-9 0,-8-3 0,-6-1 0,-6-1 1,-5 4-1,-2 4 85,-3 1 0,-5 1 0,-4 3 0,-5 6 0,-5 8 0,-14 2 0,-8 6 0,-1 10 1,6 15-1,-7 39 0,-1-1 0</inkml:trace>
  <inkml:trace contextRef="#ctx0" brushRef="#br0" timeOffset="27634">29313 8466 7533,'11'-49'359,"-19"6"-179,-17 6 90,-5 7 90,-27-6-540,10 14 0,-10 0 225,5 6 0,-7 0 0,-4 2 0,-4 4 135,13 5 0,-4 2 0,-1 1 0,-2 4 0,-1 2 0,1 4-121,0 3 1,-1 3 0,-2 2 0,0 3 0,2 4 0,3 4 0,4 4 119,2 6 1,-1 4 0,2 5 0,4 4 0,6 1 0,8 1 0,11 1-240,10 4 0,9 4 0,8 1 0,8 0 0,7-4 0,7-5 162,5-8 1,10-1 0,6-2 0,5-4 0,3-4 0,3-7 0,0-6-115,-1-8 1,5-5 0,3-5 0,2-5-1,0-5 1,0-4 0,-4-4 0,-3-4-158,-2-4 0,1-6 1,-1-4-1,-2-4 0,-3-3 1,-4-2-1,-7-1 0,-7 0 61,1-16 0,-9-6 0,-9-1 1,-7 2-1,-7 6 103,-9-10 0,-11 4 0,-12 17 0,-33 12 1,-1 32-1,35 67 0,-1-1 0</inkml:trace>
  <inkml:trace contextRef="#ctx0" brushRef="#br1" timeOffset="28401">29166 10349 13370,'-30'-49'-810,"0"0"0,-13 10 0,-10 12 932,-7 17 1,-10 12 0,-3 9-22,18 3 1,-2 5-1,-2 6 1,-1 5-1,2 4-1,4 1 1,-1 5 0,-2 4 0,2 4 0,3 1 0,3 3 0,7 0 275,0 6 1,2 3-1,5 3 1,6 0 0,10-1-1,12-1-400,11-4 0,9 4 1,8-2-1,8-3 0,6-7 1,8-10 166,1-15 0,9-5 0,6-7 0,6-5 0,2-5 1,1-3-1,0-4 0,-3-3-270,-6-2 0,1-3 0,2-4 0,0-4 0,0-2 0,0-3 0,-2-2 0,-2-3 0,-2-2 1,-4-2-100,4-6 0,1-5 0,-1-4 0,-2-2 0,-4-2 0,-5-2 0,-5 0 0,-8 0 0,-9 1 109,-6-11 1,-9-3-1,-9-1 1,-8 2-1,-7 5 1,-4 6 54,-10 5 0,-8 4 0,-7 5 0,-3 6 0,-2 9 1,-3 7-1,-5 7 0,-2 6 0,3 8 0,6 8 0,9 24 1,1 0-1,-1 0 0,0-1 0</inkml:trace>
  <inkml:trace contextRef="#ctx0" brushRef="#br0" timeOffset="31401">25646 6252 7533,'0'-44'-90,"-11"1"629,-8 16 1,-8 1-630,-22-1 0,-12 8-113,13 11 1,-7 4 0,-2 5 0,-1 4 309,3 4 1,-1 4 0,-1 3 0,1 5 0,1 5-175,4 2 1,-1 4-1,1 4 1,2 3 0,3 3-1,5 2 127,2 3 0,1 4 0,4 3 0,4 2 0,7 0 0,9 0-78,7 11 0,10 3 0,9 0 0,7-3 0,9-6 33,3-13 0,7-1 0,7-3 0,4-4 0,3-6 0,1-7 180,4-8 0,4-5 0,4-7 0,1-5 0,-2-7 0,-3-4-61,0-6 1,1-7 0,-2-5 0,-2-5 0,-6-5 0,-8-3-297,-2-15 0,-7-8 0,-7-5 0,-8 0 1,-9 4 161,-9 1 0,-11 0 0,-7 4 0,-4 5 0,-8-4 0,-5 7 0,-8 18 0,-5 39 0,-1 1 0,1-1 0</inkml:trace>
  <inkml:trace contextRef="#ctx0" brushRef="#br0" timeOffset="32400">25745 10435 7533,'-7'-57'-90,"0"0"0,-5-2 0,-9 6-45,-18 10 0,-15 10 427,8 18 0,-9 5 1,-3 5-1,-2 5-184,4 4 0,-4 4 0,0 5 0,-1 4 0,3 6-137,4 2 1,0 5 0,0 5 0,2 3 0,5 4-1,4 2 74,6 6 0,2 5 0,5 4 0,4 2 0,5-1 0,6 0-63,4 7 0,4 3 0,8-1 0,10-3 0,12-7 198,11-9 0,13-1 0,9-4 0,4-6 0,3-9 0,-3-9-31,-4-12 1,2-9 0,2-7 0,0-6 0,0-5 0,-2-3-150,2-2 0,3-6 0,0-5 0,-1-3 0,-5-4 0,-6-4 0,-10-3-60,-7-9 0,-8-8 0,-8-4 0,-5-1 0,-4 1 0,-2 5 60,-3 4 0,-3-1 0,-5 4 0,-5 2 0,-8 7 0,-12-3 0,-9 4 0,-4 9 0,1 16 0,-18 35 0,0-1 0</inkml:trace>
  <inkml:trace contextRef="#ctx0" brushRef="#br0" timeOffset="34768">22028 10362 7263,'-27'-45'540,"5"-7"-451,22 13-628,-44 1 539,-10 25 0,-12 12 67,17 8 1,-5 6-1,-1 5 1,-1 2 44,-5 4 0,-2 4 1,2 6-1,3 6 14,9 1 0,1 6 0,3 4 0,6 3 0,10 2-90,9-3 0,6 4 0,7 1 0,7-1 0,8-2-72,9-2 0,9 1 0,8-3 0,6-5 0,4-7 155,3-9 0,7-4 1,4-5-1,3-5 1,1-5-1,-2-4 135,0-6 1,2-5 0,1-5 0,-1-5 0,-3-4 0,-4-4-237,6-8 0,-2-8 0,-4-4 0,-7-5 0,-11-2-558,-11-13 1,-11-6-1,-9-1 1,-7 4 539,-8-5 0,-9 3 0,-7 3 0,-5 5 0,-5 4 0,2 8 0,4 13 0,0 1 0</inkml:trace>
  <inkml:trace contextRef="#ctx0" brushRef="#br0" timeOffset="35568">22299 8590 7533,'-36'-53'209,"1"0"1,-1 0 0,7 9 0,0-1 0,-3 2 0,-4 2-300,-6 1 0,-5 2 0,-3 4 0,-5 10-36,4 10 0,-5 5 0,-2 7 0,0 6 1,2 7-61,5 7 0,-2 8 0,1 5 0,2 5 0,3 5 0,5 4 263,3 6 0,1 6 0,2 6 0,5 3 0,5 1 0,7 0 1,8-2-117,8-2 0,7 2 1,5 0-1,6 0 1,5-3-1,6-2 1,4-5 94,4-7 0,6 0 0,5-3 0,4-2 1,4-4-1,2-4 0,1-6 0,1-5 112,5-7 1,4-5 0,4-6 0,1-5-1,1-4 1,0-5 0,-3-3 0,-2-3-68,0-4 0,2-4 0,-1-4 0,-1-4 1,-2-4-1,-6-2 0,-5-4 0,-8-3-333,-6-5 1,-4-5 0,-5-5 0,-5-1 0,-6-1-1,-7 3 1,-6 5 231,-10-15 0,-13 2 0,-10 5 0,-6 6 0,-7 4 0,-9 5 0,-6 8 0,-2 14 0,-8 36 0,0-1 0,-1 0 0,1 1 0</inkml:trace>
  <inkml:trace contextRef="#ctx0" brushRef="#br0" timeOffset="38267">30889 10313 7533,'0'-35'854,"0"0"1,-33-20-900,6 31 0,-9 2 284,-14-1 1,-11 0 0,-6 3-240,11 7 0,-5 1 0,-4 2 0,-2 0 0,-1-1-247,8 1 0,-2-1 0,-1 0 0,-2 0 0,-1 0 0,-1 2 0,-1 1 177,7 2 0,-2 1 0,0 1 0,-2 1 0,0 0 0,0 1 0,-1-1 0,0 0 0,0 0 8,4 0 0,0 0 0,0 0 0,-1 0 0,0-1 0,0 1 0,0 1 0,0-1 0,-1 1 0,0 0 151,-3 0 1,0 1 0,0 0 0,-1 0 0,1 0 0,-1 1 0,0-1 0,0 1 0,0-1 0,0 0-162,1 1 0,0-1 0,1 0 0,-1 0 0,0 0 0,0 1 0,0-1 0,0 1 0,0 0 0,-1 0 27,-1 0 0,0 1 0,-1 0 0,1 1 0,-1-1 0,0 1 0,0-1 0,0 1 1,0-1-1,0 0 69,6 0 1,1 0-1,-1 0 1,0 0-1,1-1 1,-1 1-1,0 0 1,1-1-1,-1 1 1,1 0 0,-1 0-25,-6 0 0,1 0 0,-1 0 0,1 1 0,0-1 0,-1 1 0,1-1 0,-1 0 0,1-1 0,-1 1 8,7-2 0,-1 1 0,0-1 0,0 0 0,1 0 1,-1-1-1,0 1 0,0 0 0,1-1 0,-1 1 1,1 1 26,-5-1 1,0 1 0,0-1 0,0 1 0,0 0 0,0-1 0,1 1 0,0 0 0,0 0 0,1 0-56,-4 0 0,1 0 0,0-1 0,1 1 0,0 0 0,-1 0 0,1 0 0,-2 1 0,0-1-7,3 0 0,-2 1 0,0-1 0,-1 1 0,1 0 0,-1 0 0,1 0 0,0 0 0,1 0 1,2 0 45,-1 1 1,1 0 0,1 0 0,0 0 0,1 0 0,0 0 0,0 0 0,-1 0 0,-1 0-10,-2-1 0,-2 0 0,0 0 0,0 0 0,0-1 0,0 1 0,1-1 0,2 1 0,1 0-122,1-1 1,1 1 0,2 0 0,0 0 0,1-1-1,0 1 1,1-1 0,0 1 98,-5-1 0,0 0 0,0 0 0,1 0 1,1 0-1,3 0 0,1 0 31,-6-1 0,2 0 0,3 1 0,1-2 0,3 1 139,-3-2 1,2 0-1,4-1 1,6 1 210,-6-1 1,10 0-909,7 4 2508,36 25-1698,6 8 0,2 11-210,-2 9 0,-1 10 0,-2 5-42,-3-14 0,-2 3 0,0 3 0,-2 1 0,1 1 1,0-3 1,-1 1-1,0 2 1,0 0 0,-2 0-1,0-1 11,-3-2 0,-1 1 0,0-1 0,-1 0 0,0-2 0,1-2-53,0 15 1,0-2 0,0-3-1,-1-6-7,-2-3 0,0-6 0,4-3 255,6 4 0,6-7-225,10 10-45,16-22 0,11-3-225,16-1 0,11-4 405,-20-9 0,4-1 0,4 0 0,2-2-63,5-2 0,4-1 0,3-1 0,2 0 0,1-1-258,-14-2 1,2 0 0,1 0 0,1 0 0,1-1 0,2 0 0,0-1 135,-4 0 0,1-1 0,1 0 0,1-1 0,1 1 0,0-1 0,1 0 0,0 0 0,-1 0 28,3 0 1,0 0 0,-1-1-1,1 1 1,1-1 0,0 1 0,1-1-1,2 0 1,1 0 81,-9 0 0,2-1 0,1 1 0,0-1 0,2 1 0,0-1 0,1 0 0,-1 1 0,1-1 0,-1 0 0,0 1 0,0-1-263,-2 0 0,0 1 0,0 0 0,-1-1 0,1 1 0,-1-1 0,1 1 0,0-1 0,1 1 0,0-1 0,1 1 0,1-1 164,-4 1 0,2 0 1,0-1-1,0 1 1,2 0-1,-1-1 1,1 1-1,0-1 1,0 1-1,0 0 1,0-1-1,-1 1 1,0-1-1,-1 1 116,-1 0 0,-1-1 0,-1 1 0,1 0 0,-1-1 1,0 1-1,1-1 0,-1 1 0,0 0 0,0-1 0,0 1 1,0-1-1,1 0 0,0 0-84,0 1 1,1-1-1,-1-1 1,1 1-1,0 0 1,0 0 0,0-1-1,0 1 1,-1 0-1,1-1 1,0 1 0,-1-1-1,0 1 1,0 0-22,3-1 0,0 1 1,0-1-1,0 1 0,0 0 1,0-1-1,-1 1 0,0-1 1,0 1-1,0-1 0,0 1 1,0-1-1,-1 1 13,3-1 0,0 0 0,1 1 0,-1-1 0,0 0 0,-1 1 0,0-1 0,0 0 0,0 1 0,-1-1 0,-1 1 0,0-1-52,-1 1 1,0 0-1,0-1 1,0 1-1,-1 0 1,-1 0-1,0 0 1,-1 0-1,-1 0 1,0 0-1,-1 0 67,5 0 0,-1 0 0,0 1 0,-1-1 0,-1 1 0,-1-1 0,-1 1 0,-2-1 0,-1 0 55,15 1 0,-2-1 1,-2 1-1,-3-1 0,-1 0 1,-4-1 11,9-1 1,-4 0-1,-3-2 1,-2-2 303,10-4 0,-3-2 0,-7-5-461,-5-7 0,-8-7 1401,-2-16 1,-8-11-833,-17 8 1,-7-6 0,-2-5-300,-4 1 0,-3-5 0,0-2 0,1-2-54,3 6 0,0-1 0,1-2 0,0 1 0,-1 1-468,-2 6 0,-1-1 0,0 2 0,-1 2 0,1 2 488,6-18 0,0 4 1,-11 8-1,-19 6 1,-11 12-1,-11 23 1,1 1-1</inkml:trace>
  <inkml:trace contextRef="#ctx0" brushRef="#br0" timeOffset="40567">24859 12687 7443,'-36'0'4587,"20"0"-3238,5 0 2069,13 0-4317,20 0 719,23 1 0,11-2 90,-3-5 0,5-3 0,-2 3 599,-7 3 1,-1 2 0,-3-1 165,23-9 0,-23 11-585,-62 47-1,2-6 1,3 5-2069,9 9 1,6 0-406,3-12 0,4-3 2384,15 22 0,-25-38 0,-14 7 0</inkml:trace>
  <inkml:trace contextRef="#ctx0" brushRef="#br0" timeOffset="41435">26015 12663 7173,'-13'-52'1169,"13"16"900,2 26 1169,9 4-1439,-11 21-1934,1 39 0,-2 17-345,-1-16 1,-1 4-1,-3 0 1079,-2 3 1,-2 0 0,-7-7-690,-16 9 0,-8-24-3868,-27-52 3958,38-13 0,10-6 0,23-7 0,35 9 0</inkml:trace>
  <inkml:trace contextRef="#ctx0" brushRef="#br0" timeOffset="41701">25769 12638 7533,'19'-43'3276,"0"0"1,22 13 0,11 7-4965,10 4 0,9 4 1,-4 4 1687,-15 5 0,-2 2 0,-4 2 0,12-1 0,-23-1 0,-41-2 0</inkml:trace>
  <inkml:trace contextRef="#ctx0" brushRef="#br0" timeOffset="43167">21191 12860 7533,'-13'-23'7286,"78"2"-7197,-17 8 1,8-3 0,2 4-750,1 4 1,1 3 0,-2 2 1108,-3-4 1,-2 2 0,-13 11 899,-10 48-1484,-43-9 0,-4 4-2339,24 1 1,5-2 2473,-8-7 0,6-8 0,47-6 0,-46-34 0</inkml:trace>
  <inkml:trace contextRef="#ctx0" brushRef="#br0" timeOffset="43667">22619 12798 10051,'0'-37'2338,"0"0"1,-6-2 0,-10 10-2999,-24 25 1,-16 16-1,4 12 1529,2 16 1,5 14 0,6 6-893,12-8 1,2 5-1,8 1 1,12-3-1508,16-4 1,12 1 0,8-4 0,3-8 1529,17 3 0,8-10 0,0-16 0,0-18 0,0-13 0,-13-8 0,-24-6 0,0-1 0</inkml:trace>
  <inkml:trace contextRef="#ctx0" brushRef="#br0" timeOffset="48001">8885 16564 8252,'11'-60'5127,"3"3"-3418,-12 6-1978,-48 15-661,2 31 1,-10 9-1,-4 7 1200,-1 6 0,-5 7 0,-1 6 0,1 3 71,10-2 1,0 3 0,0 3 0,3 3 0,5 3 71,1 3 1,1 6 0,5 1 0,9 1-1,13-1-818,14 5 0,13 1 1,11-3-1,8-7-967,14-9 0,13-7 1,6-6-1,-1-4 1372,-2-4 0,2-3 0,0-5 0,-2-5 0,13-9 0,-2-7 0,-12 1 0,10-5 0</inkml:trace>
  <inkml:trace contextRef="#ctx0" brushRef="#br0" timeOffset="48534">9402 16896 7533,'-11'-30'3553,"36"12"0,16 5-4843,6 6 1,8 6 0,-1 0 1289,17-6 0,-11 10 0,-14 39 0,-89 3 0</inkml:trace>
  <inkml:trace contextRef="#ctx0" brushRef="#br0" timeOffset="48767">9451 17007 7533,'-41'6'6566,"96"-5"-8006,-13 2 1,8 1 0,0 0 1439,0-2 0,1-1 0,-2 3 0,1 1 0,0 3 0,-10 2 0,6 16 0</inkml:trace>
  <inkml:trace contextRef="#ctx0" brushRef="#br0" timeOffset="49267">9894 16662 7533,'-52'-12'9085,"39"22"-8861,55 8 1,30 6-705,-19 3 1,2 5-1,-1 2 300,6 4 0,-2 3 0,-18 6 270,-25 2 0,-15 5 0,-12-4-180,-18 0 0,-16-3 0,-4-6-540,-5-4 1,-5-4-1,6-7 630,-1-3 0,25-11 0,71-22 0,16-12 0,1 1 0</inkml:trace>
  <inkml:trace contextRef="#ctx0" brushRef="#br0" timeOffset="49934">11051 16576 7533,'-3'-2'4542,"13"48"1,5 38-4611,-14-27 1,-4 7-1,-3 2 1,0-2-226,2 0 1,0 0 0,-3-2-1,-8-6-337,-13 7 1,-7-6-1,-3-22-1394,-3-30 1,3-19 2023,3-17 0,12-10 0,23-1 0,11 1 0,16-20 0</inkml:trace>
  <inkml:trace contextRef="#ctx0" brushRef="#br0" timeOffset="50200">10657 16712 7533,'-35'-56'4915,"60"27"0,21 2-4405,-3 3 1,8-1 0,5 2 0,2 3-511,-5 6 0,3 2 0,2 2 0,0 2 0,-2 0 0,10 0 0,0 1 0,-2 2 0,-5 2 0,-7 6 0,-1 0 0,1-1 0</inkml:trace>
  <inkml:trace contextRef="#ctx0" brushRef="#br0" timeOffset="50867">12035 17229 8792,'-6'41'899,"-1"0"1,-8 4-1,-3 1-2788,-5 9 1,-3-4 1888,-1-16 0,-1-15 0,-10-34 0,30-23 0</inkml:trace>
  <inkml:trace contextRef="#ctx0" brushRef="#br0" timeOffset="51568">12725 17106 7533,'-47'0'2548,"78"1"1,38 0-1,-2-3-2638,-19-5 0,-2-1 0,5 1 135,8 1 0,7 2 0,-3 3 0,-10 6 1304,-3 9 1,-18 10-1395,-33 14 0,-12 5-4318,-3 1 1,5 0 4362,15-5 0,11-10 0,48-34 0,-3-16 0</inkml:trace>
  <inkml:trace contextRef="#ctx0" brushRef="#br0" timeOffset="52167">14275 16835 11400,'8'57'371,"0"0"0,-1 1 0,1-1 0,-1 0 0,-7 1 0,-3-2 1,-4-1-1,-2-1-1421,-3 14 1,-5-1 0,-8-16-436,-19-17 1,-3-20 1484,11-24 0,10-12 0,26-31 0,41 22 0</inkml:trace>
  <inkml:trace contextRef="#ctx0" brushRef="#br0" timeOffset="52434">13906 16921 7533,'-3'-53'3276,"44"27"1,26 7 0,6 1-3252,-17 5 1,5 1 0,3 2-1,0 0 1,-3 2 0,8-2 0,-1 1-1,-2 2 1,-4 3 0,0 4-1,0 1 1,0 0 0</inkml:trace>
  <inkml:trace contextRef="#ctx0" brushRef="#br0" timeOffset="53001">15678 16823 7533,'-25'-29'3822,"16"67"1,5 29-3868,0-17 0,0 6 0,2 4 0,1-2-945,2 3 1,2 1 0,0-1 0,1-2 989,-3 15 0,1-2 0,8-20 0,26-21 0,2-78 0</inkml:trace>
  <inkml:trace contextRef="#ctx0" brushRef="#br0" timeOffset="53268">15752 17142 7533,'-3'-44'4047,"45"27"1,17 9-6882,-2 3 1,1 4 2833,-9 1 0,2 3 0,-11 2 0,-5 13 0,-78-5 0</inkml:trace>
  <inkml:trace contextRef="#ctx0" brushRef="#br0" timeOffset="53469">15777 17179 7533,'-44'17'4407,"73"-12"1,21 0-4408,11 4 0,7-1 0,-14-3 0,2-2 0,-2 0 0,3 0 0,1 1 0</inkml:trace>
  <inkml:trace contextRef="#ctx0" brushRef="#br0" timeOffset="54136">16736 17278 8072,'36'-12'2338,"0"-1"1,22 2 0,7 3-2279,-12 2 0,4 3 0,-6 6 839,6 11 1,-18 11-2564,-37 8 0,-13 5 1664,-5 10 0,2 0 0,17 10 0,49-26 0</inkml:trace>
  <inkml:trace contextRef="#ctx0" brushRef="#br0" timeOffset="54701">18410 16945 8972,'-11'-41'2563,"-22"24"1,-13 11-2984,-13 12 0,-9 12 1,1 12 1264,20-2 1,0 8-1,2 4 1,3 4-1,7 3-396,3 4 1,2 4 0,7 3 0,8-1 0,13-3-1282,19 7 0,17-2 0,10-4 0,4-7 832,4-7 0,8-6 0,4-9 0,0-12 0,-7-14 0,4-9 0,0-8 0,-4-3 0,-6-2 0,0-17 0,1 1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8:11.99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9574 7162 7533,'0'-67'4317,"0"-1"-4946,-33 16 59,-4 44 0,-12 12 1,-4 8 910,4 8 1,-3 10 0,-3 5 0,1 5 0,1-1 73,7-2 0,-2 1 0,1 2 0,2 3 0,2 1 0,4 3-11,1 3 1,0 5 0,2 1 0,6 1 0,8-2 0,11-3-629,14 9 1,12-1-1,10-5 1,9-9-1194,14-11 0,12-9 1,5-8-1,-3-3 1417,-8-3 0,0-5 0,0-4 0,-3-5 0,15-12 0,-2-7 0,-13 1 0,-2-8 0</inkml:trace>
  <inkml:trace contextRef="#ctx0" brushRef="#br0" timeOffset="367">9820 7556 7533,'-30'-56'6656,"77"23"-8815,3 29 0,6 8 2159,5 2 0,-4 5 0,-16 5 0,-11 3 0,-22 6 0</inkml:trace>
  <inkml:trace contextRef="#ctx0" brushRef="#br0" timeOffset="600">9820 7752 7533,'-63'0'1978,"115"-4"1,22-2-1979,-33-2 0,20 2 0,16 0 0,-12 0 0,-2-6 0</inkml:trace>
  <inkml:trace contextRef="#ctx0" brushRef="#br0" timeOffset="1967">10953 7162 7533,'-25'-49'4137,"22"65"-2923,14 18 1,3 14-1000,-9-1 1,-2 12 0,-2 5 0,-1-1 0,-1-5-329,0-3 1,0-2 0,-3-2 0,-4 0-226,-4 7 1,-5 4 0,-4-9-1,-5-20-337,-24-25 1,-1-24-1215,8-24 0,9-11 1889,10 11 0,12 3 0,37-8 0,27 39 0</inkml:trace>
  <inkml:trace contextRef="#ctx0" brushRef="#br0" timeOffset="2300">10633 7162 10591,'63'-9'318,"1"-1"1,-1 1 0,1 0 0,5-2 0,-3 0 0,-1 2 0,-2 3 0,0 1 0,-12 2 0,7-1 0</inkml:trace>
  <inkml:trace contextRef="#ctx0" brushRef="#br0" timeOffset="2933">10140 7335 7533,'-27'-32'4857,"16"13"-4003,45 13 1,22 12-496,-7 6 1,3 6 0,0 4-540,1 0 0,-1 4 1,-6 4 59,-5 4 0,-4 4 0,-19 2-150,-29 3 0,-18 1 0,-5-4 90,-6-4 0,-7-5 1,0-1-1411,-2-2 1,0-2 0,7-1 1589,6 2 0,12-2 0,19 1 0,40 5 0</inkml:trace>
  <inkml:trace contextRef="#ctx0" brushRef="#br0" timeOffset="3967">11642 7728 7533,'11'-26'8095,"13"90"-8050,-12-10 0,-7 6-1439,-9 9 0,-14-4-270,-22-16 0,-8-15 1664,9-18 0,4-15 0,11-35 0,81 14 0</inkml:trace>
  <inkml:trace contextRef="#ctx0" brushRef="#br0" timeOffset="4934">12798 7236 7533,'0'-41'3867,"22"89"-3208,-10 2 1,-3 13 0,-2 5-368,-2-5 1,-2 4-1,-2 1 1,-5 0-383,-4 1 0,-4 1 0,-4-3 0,-8-11-810,-10-5 1,-7-8-1,-2-19-1349,-17-29 1,3-23 2248,12-14 0,19-6 0,39-20 0,39 28 0</inkml:trace>
  <inkml:trace contextRef="#ctx0" brushRef="#br0" timeOffset="5234">12380 7297 7533,'25'-27'1966,"-1"0"0,18 6 0,11 3 0,8 1 0,-1 0-2691,-2 3 0,3 0 0,1 1 1,1 1-1,0 0 623,-1 0 1,2 1-1,-1 1 1,-3 0-1,-3 2 1,13-2-1,-5 2 1,-14 4 0,-7 11-1</inkml:trace>
  <inkml:trace contextRef="#ctx0" brushRef="#br0" timeOffset="7333">13955 7556 7533,'-24'-19'607,"21"7"0,27 1 0,28 4 0</inkml:trace>
  <inkml:trace contextRef="#ctx0" brushRef="#br0" timeOffset="7533">13955 7851 7533,'-38'5'404,"24"-3"1,39-2 0,27-7 0</inkml:trace>
  <inkml:trace contextRef="#ctx0" brushRef="#br0" timeOffset="8400">15457 7335 7803,'11'-48'4317,"-42"2"-4677,-6 34 0,-12 9 1,-4 8 651,-4 10 0,-6 11 1,0 6-1,3 4 265,10-4 1,-1 4 0,3 3 0,4 4-1,7 3-359,4 6 0,2 7 0,7 2 0,11-3 0,15-7-1165,23-2 0,18-6 0,10-6 0,1-4 967,6-5 0,5-6 0,2-6 0,-1-9 0,-7-8 0,1-7 0,-3-6 0,-7-1 0,11-17 0,-1-1 0</inkml:trace>
  <inkml:trace contextRef="#ctx0" brushRef="#br0" timeOffset="12300">29190 4208 6723,'0'-36'809,"0"0"1,-15-6 0,-13 4-1170,-16 9 0,-13 6 0,-7 9 396,11 8 0,-7 5 0,-2 5 0,-1 6 0,1 6 94,9 3 1,-1 5 0,-1 5 0,1 3-1,2 4 1,3 3 0,5 2-54,1 7 0,0 4 0,4 4 0,3 3 0,7 1 1,7 1-1,9-3-317,11 7 0,8 3 0,10 0 0,6-2 0,8-4 1,5-7 418,3-9 1,8-3 0,6-2 0,4-5 0,2-5 0,2-7 0,-1-7 64,4-8 0,4-8 0,3-7 0,0-5 0,-2-7 1,-3-4-1,-6-5-360,-2-5 0,-1-8 1,-2-5-1,-4-4 1,-7-3-1,-7-1 0,-12 0 116,-10-3 0,-11-5 0,-8-1 0,-6 0 0,-3 4 0,-3 4 0,-6-8 0,-5 3 0,-8 8 0,-8 9 0,-16 27 0,1-1 0,-1 1 0,1 0 0,-1 0 0</inkml:trace>
  <inkml:trace contextRef="#ctx0" brushRef="#br0" timeOffset="13267">29313 8590 7533,'2'-65'22,"-1"0"1,-25 11-1,-15 0 1,-10 11-23,-5 16 0,-11 7 0,-5 8 0,-1 8-93,15 6 1,-4 5-1,-1 4 1,0 5-1,3 5 1,4 7 284,6 4 1,-1 8 0,1 4-1,4 5 1,5 2 0,6 0 0,10 1-86,3 15 1,10 6 0,10 1 0,11-4 0,13-8 281,11-13 1,13-2 0,9-5 0,6-5 0,2-9 0,-2-10-326,-5-10 0,4-8 1,3-7-1,0-5 0,-2-6 1,-3-5-1,-6-4-296,-3-6 1,1-8 0,-3-6 0,-4-3-1,-7-2 1,-9 0 0,-12 3-237,-12-10 0,-14-2 0,-11 0 1,-6 4-1,-6 9 468,-12 0 0,-11 7 0,-5 10 0,-2 12 0,6 13 0,-6 10 0,0 7 0,4 7 0,9 7 0,14 21 0,0 1 0,0-1 0,0 1 0</inkml:trace>
  <inkml:trace contextRef="#ctx0" brushRef="#br0" timeOffset="14067">29043 10325 7533,'-30'-44'-120,"-1"1"0,1 0 0,-14 10 0,-9 3 0,-5 6 0,-3 10 335,4 11 1,-5 7 0,-2 8 0,0 5 0,2 6-94,11 0 0,-3 4 1,0 5-1,2 3 0,3 3 1,5 4-1,6 3 70,6 6 1,2 7 0,4 3 0,6 3 0,6-1 0,8-2-1,9-3-72,12 4 0,11 1 0,9-2 0,8-4 0,5-7 0,3-10 47,2-10 0,7-7 0,5-5 0,3-5 0,2-7 0,-2-5 0,-3-7-156,-6-5 0,3-6 1,0-5-1,0-5 0,-3-4 1,-3-4-1,-6-3 0,-6-2-243,-3-10 1,-4-6 0,-5-5 0,-5-3 0,-5 0-1,-7 2 1,-6 4 231,-7-5 0,-8 1 0,-8 1 0,-6 4 0,-5 5 0,-13-7 0,-10 4 0,-5 8 0,1 14 0,-3 26 0,0 1 0,1 0 0</inkml:trace>
  <inkml:trace contextRef="#ctx0" brushRef="#br0" timeOffset="15034">25646 4196 7533,'-45'-13'143,"1"0"1,-1-1 0,-20 18 0,-4 10 0,-2 10 161,18-1 1,-3 6 0,1 6 0,4 4 0,6 7-444,9 3 0,2 7 1,5 5-1,5 3 1,9-1-1,8-2-27,11 0 0,8 2 0,8 0 1,6-3-1,6-3 0,6-8 479,8-3 1,9-3 0,7-6 0,3-6 0,2-7 0,-1-11-123,-7-9 1,5-7 0,1-7 0,0-5 0,-3-6-1,-3-6 1,-7-3-399,-4-8 0,-1-7 1,-4-6-1,-4-4 1,-6-2-1,-6 0 1,-10 3-371,-7-13 0,-13-3 1,-9 1-1,-6 2 1,-2 3 325,0 8 1,-4-1 0,-4 3 0,-5 8 0,-4 10 0,-19 8 0,-9 12 0,-1 9 0,9 11 0,16 18 0,0 0 0,0 1 0</inkml:trace>
  <inkml:trace contextRef="#ctx0" brushRef="#br0" timeOffset="15934">25917 8479 7533,'-33'-44'194,"0"0"1,0 1 0,-13 14 0,-7 6 0,-7 6 0,-2 6-150,6 7 0,-5 4 0,-2 4 0,-1 5 0,1 6 0,3 6 9,4 8 1,-2 6-1,1 7 1,3 4-1,3 3 1,5 3 0,7 0 22,7 1 0,1 4 0,4 2 0,5 2 0,8-1 0,9-2 0,11-5-77,13-1 0,12 0 0,11-1 0,6-4 0,5-4 0,2-7 0,0-9 141,5-8 0,6-7 1,4-7-1,2-7 1,0-5-1,-1-6 1,-3-4-212,-11-2 0,2-6 0,1-3 0,0-5 0,-3-2 0,-3-4 0,-5-2 0,-8-2 0,-8-1-350,-1-18 0,-9-8 1,-10-4-1,-8 1 0,-7 3 1,-9 8 419,-8 6 0,-11 4 0,-7 3 0,-5 6 0,-2 6 0,-6 4 0,-6 4 0,-3 7 0,1 7 0,5 12 0,-8 32 0,0 1 0,0 0 0</inkml:trace>
  <inkml:trace contextRef="#ctx0" brushRef="#br0" timeOffset="25933">22225 4319 7533,'-11'-43'449,"8"-5"-539,-29-13 315,11 20 0,-8 2-75,-13 11 0,-11 5 0,-5 7-150,6 9 0,-5 5 0,-2 6 0,0 3-36,5 2 0,-3 3 0,0 3 0,1 4 0,1 5 48,-4 7 0,-1 6 0,1 4 0,5 4 1,5 2-31,7 0 0,3 3 0,5 3 0,5 2 0,6 1-108,6 1 0,6 2 0,4 1 0,8 0 0,5-2 54,9 2 0,7 1 0,7-2 0,5-3 0,6-8 431,7-4 1,8-5 0,5-5 0,2-7 0,1-8 53,2-8 1,3-7 0,1-7 0,1-7 0,-3-7-305,-5-5 0,2-7 1,-1-6-1,-2-5 0,-5-3 1,-6-4-125,-8-4 0,-5-5 0,-4-4 0,-4-2 0,-4-1 0,-3 1-255,-4 2 0,-2-2 0,-4 0 0,-4 1 1,-5 2-1,-5 4 248,-7-8 0,-7 3 0,-6 6 0,-8 10 0,-16 5 0,-10 11 1,3 17-1,-9 35 0,0 1 0</inkml:trace>
  <inkml:trace contextRef="#ctx0" brushRef="#br0" timeOffset="26801">21610 5304 7533,'24'-65'-540,"-10"23"0,-36 25 1170,-15 28 0,-11 12-331,1-3 1,-5 3 0,1 7-368,6 3 1,0 5 0,1 5-1,0 2 68,4 0 0,0 4 0,1 2 0,1 2 0,1 1-40,6-6 0,1 2 1,0 1-1,2 1 0,1 1 1,1 1 218,0 3 1,1 2 0,1 0 0,1 2 0,2-1 0,0 0-120,2-1 0,1-1 0,1 1 0,1 0 0,1 1 0,2 2-73,1-3 0,1 2 0,1 1 0,1 0 0,2 0 1,1 0-1,3-2 192,3 5 1,3 0 0,2-2 0,2 1 0,1 0 0,-1 0-1,0-4 1,0 0 0,1 1 0,0 0 0,2-1 0,2-2 0,2-3-162,6 10 0,3-2 0,2-3 0,3-3 0,2-4-333,6 1 0,5-4 1,0-3-1,-1-5-285,4 0 1,0-6-1,-3-3 600,5-2 0,-4-5 0,1 8 0,-54-8 0,-2-16 0</inkml:trace>
  <inkml:trace contextRef="#ctx0" brushRef="#br0" timeOffset="30001">22077 8269 7533,'0'-66'-45,"-13"34"0,-6 1 269,-8-5 1,-9 5-345,-9 13 0,-9 8 1,-3 9 119,-1 10 0,-4 10 0,-2 6 0,2 5 54,12-2 0,-1 2 1,-1 4-1,2 4 0,3 2 1,4 4 64,1 5 1,1 6 0,3 3 0,4 1 0,8 1 0,7-1-102,7 7 0,6 3 0,9-1 0,9-5 0,13-9 117,11-13 0,11-5 0,9-5 0,6-5 0,1-7 0,-1-6-123,-4-8 1,4-5 0,1-6 0,2-5 0,-1-5 0,-3-4 0,-2-3 115,0-7 1,1-5-1,-1-4 1,-3-5-1,-4-3 1,-8-3-1,-8-1-98,-7-7 0,-7-5 0,-7-4 0,-6 1 0,-7 2 0,-5 6-30,-9-6 0,-8 2 0,-9 7 0,-8 8 0,-13 5 0,-10 6 0,-3 10 0,3 16 0,12 32 0,-1 1 0,1-1 0,-1 0 0</inkml:trace>
  <inkml:trace contextRef="#ctx0" brushRef="#br0" timeOffset="38767">17450 6866 7083,'-35'-53'3598,"7"2"-2429,4 0-449,13 54-151,19 28 1,20 24 0,1 9-346,-9-13 1,1 7 0,2 5 0,0 2 0,2 1 0,0-3-344,-1-6 1,2-1 0,1 1 0,1 0-1,-1 0 1,-1 2 0,-1 0 399,-2-1 0,-2 2 0,0 2 0,0 0 0,-1-1 0,0-2 1,-1-2-1,0-6 33,9 20 1,-1-5 0,-1-6 0,-3-5-1675,6 20 0,0-24-1249,12-44 945,-10-21 0,-2-7 1664,-2-15 0,-38 36 0,-30 14 0</inkml:trace>
  <inkml:trace contextRef="#ctx0" brushRef="#br0" timeOffset="39234">16933 8615 7533,'-52'-3'2038,"0"0"1,48-39 0,25-16-1657,1 22 0,11-5 1,8-4-1,6-3 0,4-1 1,2-2-1,-1 1 0,-1 1-630,-9 7 0,2 0 0,1 0 0,2-1 0,0-1 0,1 1 0,0-1 0,0-1 1,1 1-1,-1-1 0,0 0 188,-1 1 0,0-1 0,1-1 0,1 0 0,-1-1 0,1 0 0,-1 1 0,0 0 0,-1 1 0,0 2 0,-2 0 0,-2 2-42,10-7 1,0-1 0,-1 1 0,-1 2 0,-2 2 0,-3 2 0,-4 5 0,-5 3-1066,13-15 1,-8 7 0,-11 23-2162,-12 30 3452,-27 23 0,41-5 0,-6-23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9:07.557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9427 7347 6363,'10'-67'5307,"-7"9"-5936,-14 9 89,-28 37 0,-15 16 540,3 17 0,-4 14 0,-3 6 234,14-10 0,-3 3 0,0 3 0,2 3 0,1 3 233,-1 7 1,1 6 0,2 2 0,4 1-1,5-1-130,-1 8 1,4 1-1,9-1 1,16-5-728,21 7 0,18-4 0,11-12-802,0-22 0,9-8 1,3-5-1,-2-3 1192,9-3 0,0-5 0,-3-3 0,-6-4 0,-1-2 0,-18 1 0,-26 2 0</inkml:trace>
  <inkml:trace contextRef="#ctx0" brushRef="#br0" timeOffset="501">9673 7765 7803,'5'-49'2788,"31"31"0,13 9-5666,11 3 0,3 6 2878,-2 4 0,-7 7 0,1 19 0,-69-6 0</inkml:trace>
  <inkml:trace contextRef="#ctx0" brushRef="#br0" timeOffset="733">9673 8011 7533,'-41'-5'5577,"95"-19"-6207,-12 14 0,7 2 1,3-1 629,8-1 0,3 1 0,-3 2 0,13 2 0,-9 5 0,1 14 0</inkml:trace>
  <inkml:trace contextRef="#ctx0" brushRef="#br0" timeOffset="1433">10091 7457 7533,'-52'-9'4857,"60"28"-4542,42 13 0,21 5-136,-12-7 1,4 1 0,-2 2 120,-8-2 0,-1 2 0,-9 3 599,1 14 1,-23 2-2385,-47 3 1,-24 0 1934,1-13 0,-8 0 0,4-2-960,14-7 0,1-2 1,3-2 509,-17 8 0,22-15 0,46-31 0,16-10 0,-1 0 0</inkml:trace>
  <inkml:trace contextRef="#ctx0" brushRef="#br0" timeOffset="2166">11174 7494 7533,'-1'50'1223,"-1"0"0,1 4 1,-1 7-1,-1 4 0,1-2-1066,1-3 1,0 0-1,-2-1 1,-3 1-203,-3 6 0,-3 5 0,-4-9 0,-7-22-1844,-45-31-315,27-31 1,8-12 2203,15-1 0,11 0 0,21-11 0,24 29 0</inkml:trace>
  <inkml:trace contextRef="#ctx0" brushRef="#br0" timeOffset="2466">10780 7679 7533,'7'-56'2457,"0"0"1,28 18-1,17 5 1,6 5-3724,3 7 0,7 4 1,4 4-1,-2 1 1204,-4 2 0,2 3 1,-2 2-1,-4 3 0,5 1 1,-4 5-1,-15 7 1,-7 27-1</inkml:trace>
  <inkml:trace contextRef="#ctx0" brushRef="#br0" timeOffset="3633">12035 8122 7533,'-19'42'929,"0"0"1,-3 5-1,-2 1-2818,0 0 0,-2-7 1889,-15-10 0,17-57 0,27-26 0</inkml:trace>
  <inkml:trace contextRef="#ctx0" brushRef="#br0" timeOffset="4400">12675 7938 7533,'-41'-32'5307,"19"13"-4138,56 11 0,23 5-839,-10-1 0,5 0 0,2 1-330,7-1 0,2 2 0,-4 0 629,13-6 1,-18 14-136,-38 24 1,-13 9-2249,-17 7 0,-5 2-1169,8 0 0,9-3 2923,32 16 0,22-67 0,-6-14 0</inkml:trace>
  <inkml:trace contextRef="#ctx0" brushRef="#br0" timeOffset="4901">14078 7716 7533,'11'-64'3418,"3"31"0,-3 0-3823,-8-7 0,-12 10 45,-39 32 1,-18 25 1236,16 1 0,-3 9 0,-1 6 0,3 3-500,7-1 1,0 4 0,2 3 0,4 1 0,3 0-289,-4 11 1,1 3 0,12-3 0,23-10-1889,37-4 0,25-9 0,4-13 1799,-8-14 0,4-12 0,2-6 0,-7-5 0,4-5 0,-3-4 0,-6 1 0,3-9 0,0 0 0</inkml:trace>
  <inkml:trace contextRef="#ctx0" brushRef="#br0" timeOffset="6200">15014 7888 7533,'-31'-48'944,"12"21"1,66 46-1,5 12 1</inkml:trace>
  <inkml:trace contextRef="#ctx0" brushRef="#br0" timeOffset="6400">14964 8196 7533,'-8'-24'89,"-6"15"1,41-5 0,15 1 0,10-1 0</inkml:trace>
  <inkml:trace contextRef="#ctx0" brushRef="#br0" timeOffset="7433">15580 8011 7533,'-52'0'6116,"49"-5"-5262,50 2 1,34 5-990,-25-4 0,6 0 0,1 1 1,-3 0 74,8 2 0,-2 0 0,-3 3 689,1-3 1,-2 3 0,-29 8-1,-61 36-3238,11-12 1,1 3 314,1-2 1,9-1 2293,33 18 0,22-37 0,0-24 0</inkml:trace>
  <inkml:trace contextRef="#ctx0" brushRef="#br0" timeOffset="7900">16909 7765 7533,'-14'-30'3867,"22"68"1,6 31-3396,-8-22 0,0 5 1,-2 3-1,-1 0-540,-1 6 1,-2 2 0,-2-1-1,-6-5-592,-7 6 1,-6-5-1,-9-15-599,-19-16 0,-6-20-1080,3-24 1,6-11 2338,-3-5 0,60 1 0,30 18 0</inkml:trace>
  <inkml:trace contextRef="#ctx0" brushRef="#br0" timeOffset="8133">16540 7888 7533,'2'-43'2457,"1"0"1,36 14-1,19 7 1,6 3-2447,-3 5 1,5 2 0,3 3 0,-2 1 0,-3 0 0,0 2 0,0 1 0,-2 1-1,-5 4 1,0 0 0,-1 0 0,1 0 0</inkml:trace>
  <inkml:trace contextRef="#ctx0" brushRef="#br0" timeOffset="10200">29166 4319 7533,'-24'-42'0,"0"0"0,1-1 0,-27 11 0,-10 9 0,-5 11 197,13 12 1,-5 6 0,-1 6 0,1 7 0,4 6-98,6 6 1,1 7 0,1 6 0,4 4 0,4 3-1,7 0-85,4 5 0,3 6 0,5 2 0,7 0 0,10-3 0,12-6 314,15-4 1,13-1 0,9-3 0,8-6 0,3-7 0,0-8-99,-2-12 0,6-6 1,3-6-1,2-7 0,0-5 1,-3-4-1,-3-5-334,-1-5 0,3-7 0,-1-4 1,-4-6-1,-6-2 0,-9-4 1,-14-1-393,-12-5 0,-11-7 0,-9-3 1,-7 1-1,-5 2 0,-5 6 495,-7 1 0,-8 2 0,-6 5 0,-6 5 0,-2 6 0,-12 3 0,-8 6 0,-3 7 0,1 8 0,8 8 0,13 22 0,0-1 0,-1 0 0,1 0 0</inkml:trace>
  <inkml:trace contextRef="#ctx0" brushRef="#br0" timeOffset="11133">29166 8615 7533,'17'-62'472,"1"0"0,-24 13 0,-10-2 1,-11 5-586,-7 7 1,-10 1-1,-5 9 1,-4 13 22,3 16 0,-5 11 0,-3 7 0,-1 8 0,2 3 0,5 3 391,-4 7 0,0 7 1,2 5-1,5 4 1,9 2-1,10 0-211,12 1 0,6 5 0,7 2 0,7-2 0,10-4 0,9-10-30,13-6 0,13-3 0,8-6 0,6-7 0,2-8 0,-3-9 17,-1-11 0,4-10 0,3-7 0,0-7 0,-3-5 0,-5-4 0,-6-2-362,0-11 0,-3-9 0,-4-4 1,-8-3-1,-9 1 0,-12 4 285,-13-7 0,-13-1 0,-12 5 0,-9 11 0,-14 9 0,-11 7 0,-7 11 0,2 13 0,-1 34 0,0-1 0,0 1 0,0 0 0</inkml:trace>
  <inkml:trace contextRef="#ctx0" brushRef="#br0" timeOffset="12066">29363 10435 7533,'-15'-48'192,"0"-1"1,1 0 0,-24 14 0,-13 2-1,-8 4 1,-4 5 0,0 7-208,5 9 0,-4 5 0,-2 5 0,-1 5 0,-2 4 0,1 3 64,3 2 0,-3 3 0,-2 3 0,0 4 0,1 3 0,3 3 0,6 4 0,6 3 246,0 9 1,2 6 0,3 4-1,5 3 1,10 1 0,11-1-1,13-3-128,15-2 0,12 3 0,11-1 0,8 0 0,6-5 0,4-6 1,1-9-112,3-8 0,7-6 0,5-6 0,4-4 1,2-5-1,2-5 0,-1-3 0,-2-4-11,-6-2 0,2-4 0,3-3 0,1-4 0,-1-3 0,-2-3 0,-2-2 0,-4-5 0,-5-2 0,-6-3-282,-2-8 1,-2-6 0,-3-6 0,-5-2 0,-5-2 0,-7 1 0,-8 1 0,-8 5-610,-13-14 1,-14 1-1,-11 3 1,-6 3 0,-2 5 845,-2 6 0,-5 1 0,-4 5 0,-3 9 0,0 12 0,-14 13 0,-5 14 0,4 11 0,18 7 0,25 28 0,0 0 0</inkml:trace>
  <inkml:trace contextRef="#ctx0" brushRef="#br0" timeOffset="15300">22028 8454 6363,'25'-61'1484,"-10"21"1,-6-3-1440,-15-12 0,-18 4-345,-17 17 0,-17 7 0,-7 11 240,15 13 0,-7 5 0,-4 5 0,-1 6 0,1 4 0,5 5 333,-3 7 1,1 7-1,0 6 1,5 4 0,4 4-1,9 2-138,4 5 0,3 5 0,5 4 0,8 0 0,11-1 0,14-4-264,14-8 1,12 0-1,10-1 1,7-2-1,5-4 1,3-4-1,0-6 40,-1-7 1,5-3 0,4-4 0,3-4 0,1-4-1,0-4 1,-1-4 0,-2-4 76,-2-4 1,4-4 0,1-4 0,-2-3 0,-2-5 0,-5-4-1,-8-4 1,-8-5-79,3-21 0,-10-10 0,-10-6 0,-11 0 0,-12 4-550,-14 10 1,-12 1 0,-8 1 0,-5 2 0,0 2 639,0 2 0,-4-2 0,-3 5 0,0 7 0,0 11 0,-16 10 0,0 14 0,21 14 0,41 53 0</inkml:trace>
  <inkml:trace contextRef="#ctx0" brushRef="#br0" timeOffset="16366">22176 10325 7533,'-45'-32'-68,"0"0"1,-3 16-1,-7 7 1,-4 6 269,-5 5 0,-6 5 1,-2 6-1,5 9 157,12 3 1,0 6 0,3 6 0,5 4 0,7 6-121,3 10 1,4 10 0,8 4 0,12-1-1,14-6-239,18-4 0,15 0 0,10-4 0,8-5 0,4-9-166,-7-14 0,7-4 0,3-4 0,4-5 0,1-4 0,0-6 0,-3-5 166,4-6 0,3-6 0,1-5 0,-2-5 0,-3-6 0,-6-5 0,-9-4 0,-2-11 0,-4-9 0,-7-7 0,-7-1 0,-10 1 0,-12 4-234,-14 2 0,-13-1 0,-10 2 0,-5 4 0,-2 7 234,-10-3 0,-7 5 0,-3 9 0,-1 11 0,-17 10 0,-2 13 0,21 19 0,41 26 0,0 1 0</inkml:trace>
  <inkml:trace contextRef="#ctx0" brushRef="#br0" timeOffset="21067">25769 8418 6723,'-11'-34'120,"0"0"0,-9 1 0,-9 3-180,-13 6 0,-11 5 0,-5 6 82,3 9 1,-4 7-1,-3 4 1,0 5 210,3 3 1,-2 2 0,0 6 0,2 4 0,6 7 139,1 11 0,2 7 1,5 6-1,9 3 1,12 0-446,12-2 0,9 4 0,9 1 0,9-4 0,9-6 117,8-9 0,10-4 0,8-2 0,5-6 0,2-4 0,-1-8-30,4-5 0,5-6 0,2-5 0,-1-7 0,-1-6 0,-5-7-120,-2-8 0,2-7 0,-3-7 0,-5-4 0,-9-4 0,-12-1-255,-12-7 0,-12-8 0,-9-1 1,-7 3-1,-6 6 360,-11 2 0,-10 4 0,-6 6 0,-2 6 0,-15-1 0,-5 9 0,7 20 0,20 37 0,1 0 0,-1-1 0</inkml:trace>
  <inkml:trace contextRef="#ctx0" brushRef="#br0" timeOffset="21966">25646 10362 7533,'12'-39'209,"1"0"1,-10-4 0,-14 4-420,-25 9 0,-17 7 1,-6 10 65,9 13 0,-4 7 0,-4 6 0,-1 4 0,1 4 303,-1 2 1,-3 3 0,0 4-1,2 4 1,3 5 0,7 4 148,9 0 0,0 7 1,3 3-1,4 2 1,6 1-1,9-2 1,9-2-238,12 9 1,11 1 0,10-1 0,9-7 0,8-10-27,9-11 0,13-7 0,7-7 0,5-7 0,0-6 0,-3-7-71,-6-6 0,2-6 1,2-5-1,-2-5 1,-2-6-1,-5-4 0,-7-3 38,-7-4 1,-2-7 0,-2-4 0,-5-3 0,-8-1 0,-8 2 0,-11 3-445,-13-6 0,-15 0 1,-8 2-1,-6 3 1,-1 5 431,-5 0 0,-4 5 0,-4 6 0,-3 10 0,-25 6 0,-5 13 0,30 19 0,54 52 0</inkml:trace>
  <inkml:trace contextRef="#ctx0" brushRef="#br0" timeOffset="25667">24859 9094 7533,'-25'-42'2788,"22"-8"-2788,-5 16-630,-36 44 900,11 26 0,-2 20 17,4-10 1,-6 10 0,0 5 0,2 2 0,8 0-54,8-1 0,6 2 0,4 1 0,1 1 0,0 3-155,-1-11 1,1 3 0,-1 2 0,2 0 0,2-1 0,2-2 0,5-5 243,6 5 1,3-3 0,4-2 0,2-4 0,1-1 275,12 16 1,5-4 0,-5-13 480,11 5-5488,-8-50 4408,-22-18 0,14-31 0,13-1 0</inkml:trace>
  <inkml:trace contextRef="#ctx0" brushRef="#br0" timeOffset="26800">18410 7925 7533,'-25'-59'4047,"34"55"-3478,12 28 1,10 27 0,-1 6-1146,-8-9 1,0 7-1,0 4 1,-1 1-1,1-1-1276,2 3 0,0 1 1,0 1-1,-1-1 1,-3-3 1851,1 6 0,-1-1 0,-3-3 0,-7-8 0,-5 9 0,-10-15 0,-8-22 0</inkml:trace>
  <inkml:trace contextRef="#ctx0" brushRef="#br0" timeOffset="27033">18385 9021 7533,'-24'-50'989,"-1"0"0,43 11 1,19-4-1,12-3 1,8-2-1,0 0 1,-7 2-990,-4 1 0,-1 1 0,0-1 0,2 0 0,1 1 0,3-1 0,-4 6 0,3-1 0,1-1 0,2 0 0,0 1 0,0 2 0,-2 2 0,-2 3 0,11 1 0,0-1 0,-1 1 0,1-1 0,-1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19:42.390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12095" units="cm"/>
      <inkml:brushProperty name="height" value="0.12095" units="cm"/>
    </inkml:brush>
  </inkml:definitions>
  <inkml:trace contextRef="#ctx0" brushRef="#br0">1009 11014 7263,'-14'-44'5397,"14"29"-5128,6 60 1,2 33-870,-3-18 1,-1 3-1,1 2-360,2 1 1,2 1 0,-3-6 959,-5 9 0,0-31 0,10-76 0,-11-13 0,0 0 0</inkml:trace>
  <inkml:trace contextRef="#ctx0" brushRef="#br0" timeOffset="300">1009 10891 7533,'4'-50'2068,"0"0"1,47 35 0,13 21-1889,-4 14 0,-2 16-240,-12 3 0,-1 9 0,-21 0-75,-33 9 0,-21-5-675,-11-11 1,-8-13 809,1-20 0,9-5 0,22 2 0,66 2 0</inkml:trace>
  <inkml:trace contextRef="#ctx0" brushRef="#br0" timeOffset="1500">2535 10940 7982,'-30'-26'809,"0"0"1,-8 32 0,2 18-900,12 13 0,5 13 0,7 6 517,8 3 0,7 7 1,5 1-1,5-6-457,6 4 0,7-4 0,11-18 90,10-21 0,8-13 0,-7-20 187,-16-20 1,-6-19-1,-6-8 1,-5 1-46,-6-5 0,-7-3 1,-5 0-1,-5 4-382,-6-7 0,-7 4 0,-4 11 180,-8 8 0,0 23 0,3 48 0,55 25 0</inkml:trace>
  <inkml:trace contextRef="#ctx0" brushRef="#br0" timeOffset="1733">2535 11199 7533,'8'42'737,"0"1"1,31 9-1,10 1 1,-17-17-1,1 0 1,3-1 0,11-3-1,-1 0 1,1 1-1</inkml:trace>
  <inkml:trace contextRef="#ctx0" brushRef="#br0" timeOffset="14333">4332 11038 7533,'-14'-6'1933,"5"46"1,7 25-2534,4-14 1,2 3 0,1-2 823,2 26 1,0-33-45,-4-63-248,-4-20 1,-1-21 0,0-9-1,4 4 270,4-1 1,3-2-1,2 2 1,4 5-203,2-5 0,4 5 0,9 17 674,32 15 1,2 31-46,-29 27 1,-7 18 0,-12 1-1305,-17 15 1,-20-5-271,-11-17 1,-9-10 89,0-15 1,2-9 854,-2-10 0,67 9 0,17 5 0,-4 7 0,1 0 0</inkml:trace>
  <inkml:trace contextRef="#ctx0" brushRef="#br0" timeOffset="14701">4873 11445 7533,'-27'-17'2023,"36"-17"1,15-7-2294,3 2 1,3 0 1303,2-9 1,2 14-46,10 39-2608,-21 22 0,-3 8 1619,1 7 0,2-1 0,8-5 0,1-6 0,14 6 0</inkml:trace>
  <inkml:trace contextRef="#ctx0" brushRef="#br0" timeOffset="15400">5858 10879 7713,'-47'-36'719,"11"37"1,-2 15-855,-5 27 0,7 20 472,19-13 0,3 8 1,6 2-1,6-1-292,5 1 0,5 2 0,7-5 0,8-9-135,17-3 0,10-10 0,0-22 180,1-33 0,1-24 0,-10-12-126,-19 8 0,-5-9 0,-5-5 0,-5 0 0,-5 4 261,-5-4 0,-7 1 0,-5 3 0,-4 8-225,-7 2 0,-5 6 0,0 21 0,-30 51 0,62 25 0,1 0 0</inkml:trace>
  <inkml:trace contextRef="#ctx0" brushRef="#br0" timeOffset="15633">5858 11248 9422,'20'29'305,"1"1"1,12 11 0,2 5 0,-8-8 0,1 2 0,-1 0-1,0-1 1,-1 0 0,0 0 0</inkml:trace>
  <inkml:trace contextRef="#ctx0" brushRef="#br0" timeOffset="16933">1157 12306 8702,'-11'8'854,"7"36"1,5 17-1905,-2-14 1,1 3 0,1 0 1049,4-2 0,1 1 0,-3-7 0,-11 25 0,-9-102 0</inkml:trace>
  <inkml:trace contextRef="#ctx0" brushRef="#br0" timeOffset="17167">960 12429 7533,'-27'-42'1829,"-1"1"0,42 10 0,16 7-3089,19 11 1,14 10 0,0 3 1259,-4 0 0,1 3 0,1 0 0,-5 0 0,2 0 0,-1 0 0,-6 1 0,11 2 0,-1 0 0</inkml:trace>
  <inkml:trace contextRef="#ctx0" brushRef="#br0" timeOffset="17701">2584 12343 10681,'-6'59'-290,"0"0"0,0-1 0,0 1 0,-2 12 1,2-6-1,-1 3 0,3-29 0,4-50 0</inkml:trace>
  <inkml:trace contextRef="#ctx0" brushRef="#br0" timeOffset="17933">2240 12441 7533,'-14'-29'2563,"51"8"1,25 4-2564,-7 4 0,8 3 0,-1 1 0,-2 2 0,0 3 0,0 1 0,5 4 0,0 0 0,0 0 0</inkml:trace>
  <inkml:trace contextRef="#ctx0" brushRef="#br0" timeOffset="18533">1231 13476 7533,'-25'19'1754,"13"30"0,10 13-3074,7-17 1,4 2 0,-1 0 1319,-6 1 0,-1 1 0,4-7 0,13-1 0,-3-20 0,-15-36 0</inkml:trace>
  <inkml:trace contextRef="#ctx0" brushRef="#br0" timeOffset="18768">1009 13549 7533,'-38'-42'5936,"57"14"-6506,17 17 1,16 4-1,2 2 570,3 2 0,3 1 0,1 2 0,6-1 0,1 2 0,-3-1 0,4 0 0,1 0 0</inkml:trace>
  <inkml:trace contextRef="#ctx0" brushRef="#br0" timeOffset="19266">2363 13524 11490,'-5'65'-236,"1"-1"0,-1 0 0,21-1 0,1-5 0,-20 3 0,6-20 0,27-50 0</inkml:trace>
  <inkml:trace contextRef="#ctx0" brushRef="#br0" timeOffset="19501">2338 13598 7982,'4'-46'1799,"0"0"0,26 15 0,11 8-4048,17 4 1,2 9 2248,-10 11 0,-4 8 0,-6 6 0,-15 5 0,-38 12 0</inkml:trace>
  <inkml:trace contextRef="#ctx0" brushRef="#br0" timeOffset="19700">2387 13721 8432,'-19'32'405,"53"-25"0,14-6-405,12 7 0,-11-9 0,9-2 0,-9 2 0,17 8 0</inkml:trace>
  <inkml:trace contextRef="#ctx0" brushRef="#br0" timeOffset="21300">1157 15062 7353,'-14'27'5307,"3"-42"-5038,9-17 1,4-10-420,1-10 0,2-7 1,-2-1 388,-2-3 1,0-1 0,0 2 239,1 10 1,0 2 0,5 4-705,4-3 1,11 15-496,16 32 1,8 11-1215,2-4 0,0 4 1934,2 2 0,-12 6 0,-27 26 0,-32-14 0,1-1 0</inkml:trace>
  <inkml:trace contextRef="#ctx0" brushRef="#br0" timeOffset="21533">1181 14779 7533,'-24'13'5756,"10"-6"-7645,54-3 1,19-3 1888,-21-1 0,14 1 0,14 1 0,-6 1 0,-14 0 0,1 1 0</inkml:trace>
  <inkml:trace contextRef="#ctx0" brushRef="#br0" timeOffset="22034">2560 14669 7533,'-11'-19'4047,"8"78"-5846,-3-4 0,1 6 1799,10 2 0,1-2 0,-7-9 0,5-20 0,7-39 0</inkml:trace>
  <inkml:trace contextRef="#ctx0" brushRef="#br0" timeOffset="22335">2240 14657 8522,'-6'-19'1979,"34"1"0,25 0 0,3 3-5256,5 1 0,4 3 0,0-1 3191,-12 0 0,1 0 0,-1 1 0,-5 2 1,27-2-1,-24 11 0,-43 14 0</inkml:trace>
  <inkml:trace contextRef="#ctx0" brushRef="#br0" timeOffset="23133">1255 16146 12030,'-9'-56'0,"0"0"0,1 1 0,-1-1 0,1-7 0,3 2 0,1 0 330,0 0 0,1 0 0,10 8-106,17 1 1,12 15-675,17 28 1,7 13-1935,-1-2 1,-1 1 2383,-8-6 0,-12 7 0,-27 29 0,-52 2 0</inkml:trace>
  <inkml:trace contextRef="#ctx0" brushRef="#br0" timeOffset="23334">1280 15862 7533,'-49'0'5217,"87"-16"-5217,10 5 0,8 2 0,5-2 0,4 1 0,-15 5 0,0-1 0,0 1 0</inkml:trace>
  <inkml:trace contextRef="#ctx0" brushRef="#br0" timeOffset="24066">2412 16158 7533,'-38'12'4677,"13"-60"-4542,22-10 0,6-12-135,-3 5 0,1-6 0,1 2 239,0 2 1,1 1 0,3 5-105,5-13 0,11 16 225,30 31-360,5 32 0,6 10-1709,-9-2 0,-1 0 1709,4-3 0,-16 4 0,-38 9 0,-47 3 0</inkml:trace>
  <inkml:trace contextRef="#ctx0" brushRef="#br0" timeOffset="24301">2461 15875 7533,'-19'0'2878,"54"-13"0,23-2-2878,-12 9 0,4 0 0,9-2 0,7-1 0,-5 3 0,-5 7 0,0-1 0</inkml:trace>
  <inkml:trace contextRef="#ctx0" brushRef="#br0" timeOffset="25566">5021 12245 7892,'-14'-30'3329,"3"4"-2610,11 39-1214,0 36 1,0 14-1036,5-3 1,1 2 1529,0 10 0,2-9 0,6-23 0,-3-62 0</inkml:trace>
  <inkml:trace contextRef="#ctx0" brushRef="#br0" timeOffset="25834">4750 12293 7533,'-16'-43'3643,"59"26"0,26 8-5293,-5 1 1,8 3 0,0 1 1649,-3 3 0,-1 1 0,0 1 0,-2 0 0,-1 1 0,-13 1 0,-5 4 0</inkml:trace>
  <inkml:trace contextRef="#ctx0" brushRef="#br0" timeOffset="26601">4824 14041 8342,'-12'-38'562,"-1"-1"0,10-10 1,4-6-1,-1-1-532,-6-9 0,-2-3 0,3 2 569,1 5 1,3 0 0,3 7-151,2-2 1,11 15-135,17 27 0,10 11-885,2 3 0,4 3 1,-1 0-1725,9-3 1,-2 1 2293,1 2 0,-20 5 0,-57 15 0,-19 10 0</inkml:trace>
  <inkml:trace contextRef="#ctx0" brushRef="#br0" timeOffset="26800">4849 13709 7533,'-28'14'6746,"72"-9"-6746,-5-5 0,4-1 0,14 0 0,1 2 0,-5 2 0,1 1 0</inkml:trace>
  <inkml:trace contextRef="#ctx0" brushRef="#br0" timeOffset="27600">4701 15124 11311,'-1'-43'157,"-1"-1"0,3-17 1,0-8-1,0 3 292,0 14 1,-1 1 0,2 0-150,-3-10 0,1-1 0,9 12-750,9 17 0,8 12-135,20 16 1,9 10-631,10-1 1,1 3 1214,-4 0 0,-12 5 0,-25 14 0,-55 4 0</inkml:trace>
  <inkml:trace contextRef="#ctx0" brushRef="#br0" timeOffset="27834">4701 14878 7533,'-16'7'5217,"62"-13"-5217,-2 4 0,5 1 0,8 3 0,1 2 0,-5 6 0,1 1 0</inkml:trace>
  <inkml:trace contextRef="#ctx0" brushRef="#br0" timeOffset="28567">4701 16096 10501,'-5'-50'503,"1"-1"1,-1 1 0,1-7 0,0-2 0,1 1-295,1 0 1,1 1 0,4 3-300,7-13 0,13 15-180,15 29 1,9 13-1710,6 12 0,1 8 1979,-1-2 0,-5 3 0,-2 8 0,-48-1 0</inkml:trace>
  <inkml:trace contextRef="#ctx0" brushRef="#br0" timeOffset="28767">4726 15764 7533,'52'0'848,"-8"-8"0,5 0 0,4 6 0,3 0 0,1-6 0,1 0 0</inkml:trace>
  <inkml:trace contextRef="#ctx0" brushRef="#br0" timeOffset="34200">8565 11063 7533,'-14'-52'2788,"4"22"-1709,13 60 1,4 24-1260,-5-8 0,-2 4 0,1 3-630,6 6 1,2 2 0,-3-3-586,-5 14 1,1-11 1394,9-11 0,-11-68 0,0-8 0</inkml:trace>
  <inkml:trace contextRef="#ctx0" brushRef="#br0" timeOffset="34666">8541 11076 7533,'-7'-61'1649,"0"1"0,26 9 0,17 9-840,21 19 1,11 16-690,-18 10 0,1 9 0,-4 6-345,15 23 0,-23 8-765,-43-8 1,-19-2 674,-30-8 0,-12-9-450,4-6 1,5-1 764,-5 15 0,100-10 0,6-12 0,0 1 0</inkml:trace>
  <inkml:trace contextRef="#ctx0" brushRef="#br0" timeOffset="35167">8959 11518 7533,'-27'13'3688,"48"-45"-3599,-1 2 1,4-4 854,13-9 1,0 0 135,1-15-1530,6 88-1034,-24 0 0,-2 5 1484,2 7 0,1-4 0,26-7 0,-23-34 0</inkml:trace>
  <inkml:trace contextRef="#ctx0" brushRef="#br0" timeOffset="36035">9820 11112 7533,'-46'-37'1529,"-6"28"-1484,14 20 0,2 14 554,10 9 1,4 10 0,7 5 29,6 12 1,9 7 0,15-7-870,18-7 0,13-6 0,6-12 150,-2-16 0,3-11 0,0-15 337,-3-16 1,2-15-1,-5-9 1,-13-3-91,-16-5 0,-12-7 1,-8-2-1,-4 4-337,-5-12 0,-9 2 1,-9 12-2250,-20 4 0,-6 21 2429,16 23 0,7 16 0,21 24 0,11 9 0,14 22 0</inkml:trace>
  <inkml:trace contextRef="#ctx0" brushRef="#br0" timeOffset="36267">9894 11321 9871,'14'33'1019,"0"0"1,11 0 0,7 0-1020,13 13 0,3-3 0,-5-17 0,-4-11 0,-3-18 0</inkml:trace>
  <inkml:trace contextRef="#ctx0" brushRef="#br0" timeOffset="40767">10780 11186 7173,'0'-19'3688,"0"7"-3778,0 6 90,0 12 989,0 1-539,0 0-540,0-2 450,0-5-270,0 0-90,-11 0-540,9-5-539,-9 3 1079,11-9 539,0 10-269,0-5 0,0 6 180,0 0-1260,0-5 720,0-2 720,11-33 989,-9 5-1169,9-14-1350,-11 24 2429,0 52-630,1 26 1,-2 13-870,-2-11 0,-1 3 0,0-1-360,3-7 0,1 0 1,-1-4-346,-8 13 1,7-22-3824,13-40 4498,-9-11 0,20-2 0,-8 9 0</inkml:trace>
  <inkml:trace contextRef="#ctx0" brushRef="#br0" timeOffset="41266">10756 11260 7173,'0'-19'6746,"32"1"-6431,8 8 0,5 2-1530,3 1 1,0 1 1214,5-1 0,-8 7 0,-20 12 0,-41 14 0</inkml:trace>
  <inkml:trace contextRef="#ctx0" brushRef="#br0" timeOffset="41633">10805 11396 8162,'-25'-20'5217,"12"8"-3328,45 7-3778,4 4 0,5 2 1889,5-1 0,1 0 0,2-3 0,-2 0 0,13-4 0</inkml:trace>
  <inkml:trace contextRef="#ctx0" brushRef="#br0" timeOffset="42600">11494 11124 8522,'-14'-20'2339,"3"-1"-1575,10 48 1,2 21-645,-1-4 0,0 6 0,0 0-510,0 2 0,0-1 0,0 0-1274,-2 22 0,4-15 1664,9-39 0,-8-52 0,8-9 0</inkml:trace>
  <inkml:trace contextRef="#ctx0" brushRef="#br0" timeOffset="42967">11494 11137 7533,'-5'-45'2368,"-1"0"1,26 7 0,12 9-1695,6 17 1,3 13-540,11 18 0,-8 17-945,-20 23 1,-21 8-945,-23-7 0,-17-6 674,-13-9 1,-4-10 1079,18-12 0,9-12 0,19-17 0,46-7 0</inkml:trace>
  <inkml:trace contextRef="#ctx0" brushRef="#br0" timeOffset="44600">8762 12097 7533,'-14'8'2608,"6"39"1,5 21-2669,-1-13 0,0 4 0,1-1-540,2-4 0,1-1 1,-1-4-481,-4 12 1,-1-27-1619,-5-85 2653,14-13 0,2-10 404,-7 16 1,-3-2 0,4 0 1079,5-3 0,4-1 1,2 6-406,-3-6 0,10 20-674,17 42 0,3 18-270,2 27 0,-9 14-360,-8 4 0,-14-1-585,-17-18 1,-12-10 44,-12-16 1,-3-11 809,-13-14 0,74 20 0,8 3 0,-1 0 0</inkml:trace>
  <inkml:trace contextRef="#ctx0" brushRef="#br0" timeOffset="44933">9082 12651 7533,'-14'-34'3643,"26"-3"0,9-4-3868,-1-7 0,4 3 1079,6 1 1,3 15 674,2 30-2744,-18 31 1,-1 9 1214,7-2 0,3-4 0,29 0 0,-19-43 0,-1 0 0</inkml:trace>
  <inkml:trace contextRef="#ctx0" brushRef="#br0" timeOffset="45767">9993 12146 7533,'-25'-23'1349,"-21"19"-1079,-6 49 509,27-6 1,3 10-1,6 4-269,4 13 0,9 6 0,12-5-570,14-9 0,10-4 0,7-17-435,26-17 0,5-29 405,-29-13 0,0-13 0,-4-8 0,-10-3 157,-12-10 1,-10-8 0,-7 0-1,-4 4 442,-1 0 1,-7 4 0,-6 8-510,-19-2 0,0 25 0,16 46 0,35 15 0,1 0 0</inkml:trace>
  <inkml:trace contextRef="#ctx0" brushRef="#br0" timeOffset="46000">10091 12392 7533,'-27'5'8185,"49"46"-10659,17-17 1,9-1 2473,-5 4 0,-1-1 0,2-5 0,-6-5 0,-16-8 0</inkml:trace>
  <inkml:trace contextRef="#ctx0" brushRef="#br0" timeOffset="46666">10756 12109 8162,'-11'-7'2923,"2"51"1,4 28-3134,-3-17 0,-2 3 0,3 0-270,5 5 1,2 1-1,0-5-1544,-8 7 0,7-17 2024,23-27 0,-8-44 0,11-5 0</inkml:trace>
  <inkml:trace contextRef="#ctx0" brushRef="#br0" timeOffset="47000">10854 12293 8702,'-27'-24'5307,"38"5"-8005,52 7 2698,5 23 0,-30 15 0,-43 17 0</inkml:trace>
  <inkml:trace contextRef="#ctx0" brushRef="#br0" timeOffset="47240">10829 12466 7533,'-41'0'5846,"74"0"-5846,1 4 0,3 3 0,9 6 0,-1 4 0,-11 6 0,0-1 0</inkml:trace>
  <inkml:trace contextRef="#ctx0" brushRef="#br0" timeOffset="48101">11568 12245 7533,'0'-58'2608,"-11"16"-3237,-47 51 988,12 30 1,2 16 509,12-6 1,2 6 0,10 2-661,12 3 1,10 1 0,12-7-360,13-14 0,11-6 1,4-13-31,12-16 0,5-16 0,-5-11 629,-8-15 1,-6-13 0,-11-3-330,-16-1 0,-10-3 0,-8 3-705,-17-16 1,-14 14-2295,-1 29 1,-2 11 2878,-8 12 0,36 66 0,11-15 0</inkml:trace>
  <inkml:trace contextRef="#ctx0" brushRef="#br0" timeOffset="48367">11543 12454 7533,'36'26'599,"-1"0"1,-7 0 0,2 2-600,10 1 0,6 2 0,-9-2 0,-2 23 0,-51-41 0</inkml:trace>
  <inkml:trace contextRef="#ctx0" brushRef="#br0" timeOffset="51200">7605 14066 7533,'-24'30'4047,"21"-15"-2787,17-31-1305,23-23 0,8-12-405,-17 3 0,-2-5 0,2 2 840,2 6 0,1 1 0,-5 4 14,-4-6 1,-8 21 45,-13 52 0,-5 20-450,-3 18 0,0 7-1170,5-22 1,2 0 0,2-4 1169,2 2 0,6-10 0,15-12 0,-1-45 0</inkml:trace>
  <inkml:trace contextRef="#ctx0" brushRef="#br0" timeOffset="51467">8221 13943 7533,'16'-19'1259,"29"5"0,8 4 0,-17 5 1,0 2-1,18-3 0,1 1 1</inkml:trace>
  <inkml:trace contextRef="#ctx0" brushRef="#br0" timeOffset="52799">8860 13931 7083,'-27'-13'5217,"82"6"-4857,-9 1 0,4-4-450,11-7 0,-5-7-45,-22-2 0,-19-2-315,-37 0 0,-19 10 900,-22 29 0,-2 22 179,10 11 1,14 13-91,27-12 1,9 5 0,13-4-960,17-7 0,12-5 1,5-9 419,10-11 0,6-9 0,-4-6 0,3-4 0,-7-8 0,-12-11 0,0 0 0</inkml:trace>
  <inkml:trace contextRef="#ctx0" brushRef="#br0" timeOffset="53166">9476 13610 7533,'-13'-34'3058,"1"0"0,-2 5-1349,4 92-1919,8-17 0,2 7 1,2 2-1471,-1 9 1,2 2 0,3-2 1679,4-11 0,2-3 0,2-8 0,16 8 0,17-79 0</inkml:trace>
  <inkml:trace contextRef="#ctx0" brushRef="#br0" timeOffset="53400">9673 13931 7803,'-11'-14'5307,"8"52"-5307,7 0 0,3 2 0,0-4 0,2-1 0,9 1 0,0 0 0</inkml:trace>
  <inkml:trace contextRef="#ctx0" brushRef="#br0" timeOffset="54034">9870 13968 9781,'-14'-21'3958,"3"54"-4947,33 12-1,5 12 361,22-84 1483,-27 0 1,-5-5-541,-4-8 1,-2 14-585,0 39 91,11 44 269,5-14-90,9-49 0,0-16 764,-19-10 1,-2 0 404,40 3-4317,-19 88 3148,-18-14 0,5 0 0,10-3 0,5-10 0,25-12 0</inkml:trace>
  <inkml:trace contextRef="#ctx0" brushRef="#br0" timeOffset="54600">10657 13968 7533,'-11'-19'5666,"8"33"-10253,3 53 4587,10-33 0,5-2 0,2 2 0,4-8 0,29-17 0</inkml:trace>
  <inkml:trace contextRef="#ctx0" brushRef="#br0" timeOffset="55033">10854 14054 7533,'0'-59'7465,"11"73"-8544,14 32 224,2-18 1,6-12 1034,6-30 0,-2-16 1484,-8-7 0,-3-1-1214,18-9-5308,-22 91 4858,5 0 0,6 0 0,-1-12 0,4-8 0,12-21 0,0 1 0</inkml:trace>
  <inkml:trace contextRef="#ctx0" brushRef="#br0" timeOffset="55533">11494 14041 7533,'0'-47'7286,"0"7"-7107,-33 3-1348,-19 74 1034,16-11 0,7 5 315,18 14 0,16-1-1169,39 5 674,5-53 0,3-15 1934,-17 5 0,-4-5-719,12-28-2070,-43 63-4946,33 30 6116,8-9 0,22-49 0,-33-21 0,0-1 0</inkml:trace>
  <inkml:trace contextRef="#ctx0" brushRef="#br0" timeOffset="55967">11839 13746 7533,'-6'-37'3283,"1"0"0,2 40-3013,0 29 0,6 18-2189,6 4 0,4 6 0,0 0 899,0-8 1,-1-1 0,-6-8 1289,-15 10 2833,-5-77 0,-4-20-944,-15-11 0,14-1-2025,37 4 1,18 7-135,4 18 0,8 12 0,19 10 0,2 10 0,-15 5 0,-1 0 0</inkml:trace>
  <inkml:trace contextRef="#ctx0" brushRef="#br0" timeOffset="56467">12232 14054 9871,'-13'4'3598,"13"37"-3598,15-11 0,5 0 0,10 24 0,17-16 0</inkml:trace>
  <inkml:trace contextRef="#ctx0" brushRef="#br0" timeOffset="57167">12602 14103 7533,'-11'-41'5307,"-3"17"-4678,-11-4-899,1 22 630,-12 12 90,9 12 539,2 30-1394,45-20 1,15-3 224,4-8 0,4-11 1619,5-14 0,-3-11-629,-12-5 0,-9-3-3689,-15-10 1710,23 74 1483,3-12 1,7-5 540,9-8 0,2-9-361,-2-5 1,-4-5-4183,13-14 3688,-35 38 0,-25 28 0,-14 3 0</inkml:trace>
  <inkml:trace contextRef="#ctx0" brushRef="#br0" timeOffset="57368">12454 13759 7533,'-33'-19'419,"0"0"1,20-1 0,43 3 0,7 17-1,-1 0 1</inkml:trace>
  <inkml:trace contextRef="#ctx0" brushRef="#br0" timeOffset="57933">9796 13598 8432,'5'-19'225,"36"-20"0,10 19 0,-1 0 0</inkml:trace>
  <inkml:trace contextRef="#ctx0" brushRef="#br0" timeOffset="58333">10780 13721 7533,'-31'-16'0,"-1"0"0,27-30 0,24 13 0</inkml:trace>
  <inkml:trace contextRef="#ctx0" brushRef="#br0" timeOffset="60167">7285 14582 7533,'-41'-6'5037,"63"0"-4408,31 5 1,17 2-608,-17-1 1,6 0-1,2 0 1,1 0-23,-6 1 0,2-1 0,1 1 0,0 1 0,-1 0 36,2 0 0,-1 1 0,1 1 0,0 0 0,-1 1 395,-1-1 1,0 1 0,-1 1 0,1-1 0,1 1-91,5 0 1,0 1 0,1 0 0,1-1 0,1-1-523,-7-2 1,1 0-1,0-1 1,2-1-1,1-1 1,1 0 123,-7-2 1,2 0 0,1 0 0,0-1 0,2-1-1,-1 0 1,1 0 0,-1-1 10,1 1 0,1-1 0,-1-1 1,1 0-1,0 0 0,0 0 1,1 0-1,-1-1 214,3 1 1,1-2 0,0 1-1,0-1 1,1 1 0,-1 0-1,-1 0 1,0 1-102,-4 1 1,-1 0-1,0 1 1,-1 0-1,1 0 1,-1 0-1,1 1 1,0 1-237,0-1 0,1 1 1,-1 0-1,1 1 0,0-1 1,-1 1-1,-1 1 1,0 0 90,5 0 1,-2 0 0,1 1 0,-2 0 0,1 0 0,-1 1 0,1-1 339,-2 1 1,1 1-1,0-1 1,0 1-1,-2 0 1,0-1-1,-2 1 97,13 1 1,-1-1 0,-1 0 0,-2 1 0,-2 2-414,-7 0 0,-1 1 0,-1 1 0,-3 0 0,-3-2-306,12 0 0,-4-2 1,-6 3 145,5 6 1,-17-5-6083,-30-13 6498,-41 3 0,-31-3 1,12 5-1</inkml:trace>
  <inkml:trace contextRef="#ctx0" brushRef="#br0" timeOffset="102834">18066 10879 5914,'0'-44'5037,"-11"7"-3058,8 18-1125,-13 43 1,-1 23-556,12-2 1,6 7 0,-2 3-330,-6 13 0,-2 3 0,3-3-210,4-10 0,3-2 1,0-9-3809,-1 9 4048,11-93 0,-9-15 0,9 12 0</inkml:trace>
  <inkml:trace contextRef="#ctx0" brushRef="#br0" timeOffset="103400">17992 10879 7533,'-11'-48'4137,"8"8"-1348,3-13-1440,28 23 0,12 5-809,15 3 0,5 9-630,7 9 0,-3 17-675,-5 28 1,-19 17 314,-35 6 0,-21 4 330,-6-19 0,-10-1 0,-4-8 599,-4-13 1,-5-6 0,1-7-1290,-11-7 1,9-12 809,21-17 0,56 4 0,5 19 0,1 0 0</inkml:trace>
  <inkml:trace contextRef="#ctx0" brushRef="#br0" timeOffset="104900">19985 10915 7533,'-24'-24'359,"-1"-6"1710,11-7-1259,-8-2-720,20 3-90,-31 16 135,-6 31 0,-4 11 44,-4 7 1,-2 8 210,3 4 0,-2 6 0,8 4-91,11-1 1,6 3 0,10 1-30,10 2 0,10 0 0,10-5-240,13-6 0,10-5 0,5-11 269,7-12 1,5-11 0,1-9-210,5-10 0,0-12 0,-6-8 120,-5-12 0,-6-9 0,-7-2-31,-10 4 1,-7-2 0,-7-1-480,-8 0 0,-6-2 1,-12 7-961,-26-7 1,-14 13-1035,5 19 1,-1 10 2293,6 3 0,9 13 0,21 40 0,38-9 0</inkml:trace>
  <inkml:trace contextRef="#ctx0" brushRef="#br0" timeOffset="105167">19862 11162 14009,'44'32'-158,"0"-1"1,-1 1-1,12 12 1,-3-3 0,-6-7-1,-4-4 1,1 9 0</inkml:trace>
  <inkml:trace contextRef="#ctx0" brushRef="#br0" timeOffset="106633">22176 10904 7713,'-39'6'2338,"18"30"1,7 17-2549,6 5 0,5 8 0,0-2 60,-1-11 0,0-2 1,1-5 104,3 9 0,0-24-135,0-65 0,0-28 292,1 14 1,1-6-1,1-4 1,2 2 269,3 0 0,2-2 0,2 3 1,5 4 246,6-6 1,6 6 0,6 17 359,35 24 0,-3 29-1034,-28 29 1,-15 15-466,-9-10 0,-6 3 0,-17-10-839,-45-9 0,-17-14 44,19-7 1,4-10 1304,-13-32 0,112 9 0,5 17 0,0 0 0</inkml:trace>
  <inkml:trace contextRef="#ctx0" brushRef="#br0" timeOffset="107200">22890 11076 8882,'-3'-25'5307,"60"6"-7601,-1 12 1,3 7 2293,-4 7 0,-11 9 0,-20 24 0,-59-10 0,-1 1 0</inkml:trace>
  <inkml:trace contextRef="#ctx0" brushRef="#br0" timeOffset="107433">22840 11248 6183,'-52'2'9445,"82"-10"-11109,17 2 0,10 3 1664,-6 3 0,2 3 0,-1 0 0,14 2 0,-6 1 0,-20 6 0,-1-1 0</inkml:trace>
  <inkml:trace contextRef="#ctx0" brushRef="#br0" timeOffset="107867">23259 10965 7533,'-33'-54'5577,"25"35"-3059,30 32-2113,24 22 0,9 11-585,-16-15 0,0 1 0,-8 4-90,2 26 0,-25 0-210,-30-22 1,-16-3-1,-3-3-660,3-4 1,-2-4 0,0-1 1139,-27 12 0,17-4 0,42-10 0,46-11 0</inkml:trace>
  <inkml:trace contextRef="#ctx0" brushRef="#br0" timeOffset="108834">24194 10928 6903,'0'-44'4497,"-11"7"-4497,-35 13-720,-1 34 1,-5 11 809,-2-1 0,1 10 569,11 12 1,2 12 0,13 2-1,17-1 1,12 3 0,12-4-750,15 5 0,14-4 0,8-13 90,9-17 0,9-13 0,-1-13 300,0-14 0,-1-14 0,-11-11-121,-22-1 1,-5-8 0,-7-3 0,-11 0-90,-16-14 0,-14-2 0,-7 8-1799,2 13 0,-5 4 0,-2 11 1709,-15 6 0,4 18 0,9 39 0,40 6 0,0-1 0</inkml:trace>
  <inkml:trace contextRef="#ctx0" brushRef="#br0" timeOffset="109100">24071 11260 10411,'33'14'1844,"6"30"0,7 11-1844,-9-18 0,4-1 0,-2 0 0,9 16 0,-3-9 0,-12-29 0,0-1 0</inkml:trace>
  <inkml:trace contextRef="#ctx0" brushRef="#br0" timeOffset="110600">17992 12159 12570,'0'19'90,"-5"30"0,-1 12-2924,4-5 1,1 0 2833,-6 6 0,3-5 0,15 9 0,3-86 0</inkml:trace>
  <inkml:trace contextRef="#ctx0" brushRef="#br0" timeOffset="110866">17819 12207 7533,'-24'-29'4137,"-1"0"1,63-8-3913,18 13 0,14 7-225,-14 12 0,6 3 0,1 3 0,-3 0 0,2-1 0,-4 0 0,0 1 0,-6 1 0,0 0 0,0-1 0</inkml:trace>
  <inkml:trace contextRef="#ctx0" brushRef="#br0" timeOffset="111366">19715 12195 9691,'0'8'1529,"-10"41"1,-2 17-3464,8-8 0,2 2 1934,-2-11 0,0 2 0,1-9 0,6 3 0,8-67 0</inkml:trace>
  <inkml:trace contextRef="#ctx0" brushRef="#br0" timeOffset="111633">19518 12245 7533,'-47'-46'7555,"94"15"-7510,4 7 0,12 5-45,-12 16 0,6 4 0,1 3 0,-5 0 0,1-2 0,-4 1 0,-3 3 0,6 8 0,0 1 0</inkml:trace>
  <inkml:trace contextRef="#ctx0" brushRef="#br0" timeOffset="112266">18041 13279 7533,'14'-39'4047,"-25"75"-4902,2 25 1,1 13-495,0-24 0,-2 2 0,4-1 1349,5 3 0,3 0 0,-3-15 0,-8-18 0,7-69 0</inkml:trace>
  <inkml:trace contextRef="#ctx0" brushRef="#br0" timeOffset="112500">17844 13290 7533,'-41'-38'7196,"96"3"-8186,-8 25 1,10 7-1,3 2 990,-9 0 0,2 2 0,1 1 0,-2 1 0,16 2 0,-1 2 0,-5 2 0,2 10 0,1-1 0</inkml:trace>
  <inkml:trace contextRef="#ctx0" brushRef="#br0" timeOffset="113200">19444 13721 7533,'-34'17'2923,"-1"0"0,-8-44-2833,48-31 0,14-18 359,-12 11 1,-2-3 0,0 2 299,-2 11 1,-1 3 0,4 4-1290,4-12 1,10 20 179,32 50-675,1 4 1,6 2-1575,-6-3 1,-2-1 2608,-8-5 0,-12 5 0,-31 16 0,-41-1 0</inkml:trace>
  <inkml:trace contextRef="#ctx0" brushRef="#br0" timeOffset="113433">19444 13512 7533,'-34'13'3732,"-1"0"1,57-11-3733,22-5 0,8 1 0,-3 7 0,-2 5 0,-9 8 0,0 0 0</inkml:trace>
  <inkml:trace contextRef="#ctx0" brushRef="#br0" timeOffset="114333">17893 14829 7533,'-12'40'1978,"0"1"1,-2 5-539,3-73-1380,12-12 0,5-12 0,-2-6-105,-5-6 0,-2-8 0,0-1 0,2 5 584,1-2 1,2 4 0,4 1-151,1-6 1,5 1 0,13 22-255,31 35 0,11 18-1485,-5-1 1,2 5 1349,-7 2 0,3 3 0,-24 5 0,-39 25 0,-15-14 0,0-1 0</inkml:trace>
  <inkml:trace contextRef="#ctx0" brushRef="#br0" timeOffset="114534">17992 14521 7533,'-28'33'4857,"86"-21"-4857,-15-9 0,9-3 0,0 0 0,5 1 0,1 0 0,-3 3 0,5 6 0,0 0 0</inkml:trace>
  <inkml:trace contextRef="#ctx0" brushRef="#br0" timeOffset="115033">19444 14509 9242,'0'-19'4317,"-11"72"-6206,-7 1 0,0 7 1889,9 2 0,-1-1 0,-8-8 0,3-13 0,15-29 0</inkml:trace>
  <inkml:trace contextRef="#ctx0" brushRef="#br0" timeOffset="115299">19198 14570 7533,'-11'-42'3268,"0"1"0,32 2 0,18 6-4588,13 9 1,12 5 0,0 4 1319,-2 1 0,1 3 0,1 3 0,-9 7 0,3 2 0,-3 2 0,-7 0 0,-3 0 0,0 1 0</inkml:trace>
  <inkml:trace contextRef="#ctx0" brushRef="#br0" timeOffset="116333">17967 15641 7533,'-5'54'1304,"-1"0"0,2 4 0,-1 5 1,0-5-991,-1 2 1,-1-12 45,-4-11-570,9-64 0,3-35 1,0-3 433,-3 3 1,-1-5 0,-1-1 0,2 4 374,-2-4 1,1 5 0,7 2-211,8 6 1,5 2 0,9 16-30,16 24 0,9 12-1260,1 2 1,5 4-1,-5 0-1798,-1 2 0,-6 3 2698,3 6 0,-20 3 0,-71 11 0,-12 2 0</inkml:trace>
  <inkml:trace contextRef="#ctx0" brushRef="#br0" timeOffset="116567">17992 15751 7533,'-58'29'8095,"91"-18"-10839,9-9 1,6-4 2743,9 0 0,4-1 0,-7-2 0,3 0 0,-7 4 0,-13 8 0,0 0 0</inkml:trace>
  <inkml:trace contextRef="#ctx0" brushRef="#br0" timeOffset="117200">19173 15998 7533,'-11'56'6296,"8"-45"-5801,3-42 0,0-25-406,-2-5 1,-2-9 0,2-1 314,2 15 1,1-1 0,1 0 0,3 3-45,5-9 0,3 2 0,8 11-450,14 9 0,9 17-660,3 22 1,5 11-1,-3 4-3298,1 8 1,-4 1 4047,-4-12 0,-16 2 0,-72 37 0,6-32 0,0 0 0</inkml:trace>
  <inkml:trace contextRef="#ctx0" brushRef="#br0" timeOffset="117433">19198 15715 7533,'-47'23'9264,"105"-24"-9939,-19-2 1,6-3 674,5 0 0,5-1 0,-4-1 0,4-5 0,-9 2 0,-5 6 0</inkml:trace>
  <inkml:trace contextRef="#ctx0" brushRef="#br0" timeOffset="118566">22766 12121 7982,'0'-30'5757,"0"-1"-5217,0 60-2744,0 34 0,0 12 2204,0-16 0,0-1 0,0 17 0,0-21 0,0-48 0</inkml:trace>
  <inkml:trace contextRef="#ctx0" brushRef="#br0" timeOffset="118801">22594 12183 7533,'-5'-41'3276,"-1"0"1,39 4 0,22 7-5171,-2 15 0,13 5 0,2 4 1,-6 0 1893,-6 0 0,-2 1 0,0 4 0,15 3 0,1 4 0,-23 9 0,-34 25 0</inkml:trace>
  <inkml:trace contextRef="#ctx0" brushRef="#br0" timeOffset="119567">22570 13697 7533,'-39'56'4407,"4"-40"-3237,32-80-811,0 19 1,-1-7 0,3-3 59,5-9 1,4-4 0,2 2-270,-1 4 0,2 1 0,4 3 329,2 10 1,3 3 0,6 7-30,25 4 0,8 11-2025,-2 6 1,0 11-1889,-4 17 0,-4 8 3463,11 5 0,-71 32 0,-30-23 0</inkml:trace>
  <inkml:trace contextRef="#ctx0" brushRef="#br0" timeOffset="119833">22570 13426 7533,'-55'5'9085,"99"2"-8996,17-5 1,9-2-90,-2 2 0,1 0 0,-1-5 0,-11 0 0,-21 3 0</inkml:trace>
  <inkml:trace contextRef="#ctx0" brushRef="#br0" timeOffset="120766">22447 14509 8432,'0'0'2069,"-10"39"0,-2 27-3089,9-16 1,2 3 0,-1 0 1019,-5 3 0,-2-1 0,3-5 0,5 6 0,2-25 0,-1-35 0</inkml:trace>
  <inkml:trace contextRef="#ctx0" brushRef="#br0" timeOffset="121034">22200 14632 7533,'-34'-32'4272,"0"0"1,56-16-5083,18 33 1,18 6-1,9 4 1,-5 0 809,-8 0 0,0 2 0,0 0 0,0-1 0,5-2 0,3 0 0,-3 0 0,-9 1 0,-7-2 0,1 1 0</inkml:trace>
  <inkml:trace contextRef="#ctx0" brushRef="#br0" timeOffset="121801">22323 15740 7533,'0'-66'5127,"-10"34"-4048,7 71-2114,-3 17 1,1 11 1034,7-13 0,3 3 0,-1-5 0,-4 1 0,3-9 0,7-12 0</inkml:trace>
  <inkml:trace contextRef="#ctx0" brushRef="#br0" timeOffset="122067">22003 15653 7533,'0'-46'3276,"38"26"1,24 7 0,5 1-4380,-15 1 1,3 0-1,3 0 1,0 1-1,-2 1 1103,9 0 0,0 3 0,-2-1 0,-4-4 0,9-5 0,-5-4 0,-27-1 0,-39-4 0</inkml:trace>
  <inkml:trace contextRef="#ctx0" brushRef="#br1" timeOffset="131133">12232 10780 6372,'-13'-37'1255,"2"17"-357,55 4-806,21 32-182,-20-7 1,0 2 179,1 4 0,-7 7 89,-16 7 1,-8 6-135,-5 21 0,-9 8-46,-2-9 1,-5 4 0,0 4 90,-1 0 0,-2 5 0,0 1 0,-2-1-90,0-3 0,-2 0 0,1 0 0,-1 1-36,3-8 0,-1 2 0,1-1 0,0 0 0,-1-4 35,-2 2 1,0-3 0,1-1 0,1-2-90,0 11 0,3-3 0,2-3-135,3 8 0,6-8-135,22 8 1260,-9-23 89,-27-8-764,-16-16 0,-9-1-810,-13 4 1,-3-1-489,5-5 0,4-3 1094,-6-2 0,51-20 0,37 5 0</inkml:trace>
  <inkml:trace contextRef="#ctx0" brushRef="#br0" timeOffset="132233">12675 11777 6903,'-24'-32'540,"10"13"-360,69-3-120,-7 16 0,11 2 0,3 1-83,-4-1 1,2 1-1,3 0 1,2-1 147,-1 1 1,3-2 0,2 1 0,-2 1 0,-3 2-36,3 2 0,-3 2 0,-2 1 0,0 3-180,-3 0 0,-1 2 0,-2 2 0,-2 4 30,5 12 0,-4 4 0,0 4 105,-12-6 0,0 2 0,0 1 0,1 2 45,6 7 0,1 2 0,2 1 0,0-2-113,2-4 1,0-1-1,1-1 1,3 0 40,-6-3 0,1 1 0,3-1 0,0-2 0,1-4-88,-1-6 1,1-2-1,2-3 1,0-2 0,3 0 188,-5-1 1,3-2 0,0 0 0,1-2 0,0-1 0,0-2-120,-1-3 0,0-1 0,0-2 0,0-1 0,-1-1 0,0 0 71,8-2 0,1 0 0,-2-1 1,0-1-1,-2 0 37,-4 0 0,-1 0 0,-1-1 0,-2 0 1,-4 0-379,11-3 1,-5 1-1,-4 2-450,11 1 1,-23 12 719,-54 42 0,-2-32 0,-42 15 0</inkml:trace>
  <inkml:trace contextRef="#ctx0" brushRef="#br0" timeOffset="132767">16859 12207 7533,'-27'-39'270,"16"32"89,31 23 1,18 12-90,10 6 0,5 3-90,-11-6 0,3 0 0,-4-1 314,13 1 1,-17 2-405,-39 5 0,-18-1-540,-22-3 0,-12-5-300,5-4 1,-4 0 0,5 0 749,-3 8 0,11-3 0,18-4 0,63-23 0</inkml:trace>
  <inkml:trace contextRef="#ctx0" brushRef="#br0" timeOffset="134034">23406 12060 7533,'7'-49'329,"0"0"1,-12 5 0,-12 5-690,-33 4 1,-17 9 269,19 15 0,-5 4 0,-2 3 0,-3 1 144,3 3 0,-2 1 0,-1 2 0,-2 2 0,0 4-25,4 2 1,-3 3 0,0 1 0,1 3 0,2 2 0,3 2 6,-2 4 0,3 1 0,2 3 0,4 3 0,2 4 90,1 6 0,1 5 0,4 2 0,9 2 0,12 0-36,14 10 0,15 3 0,11-2 0,11-7-30,0-16 0,9-3 0,7-3 0,4-3 0,3-4 0,0-5-122,-2-5 0,4-4 0,2-3 0,2-4 1,0-3-1,0-3 0,-1-2 383,4-3 0,2-2 0,0-4 1,-1-2-1,-1-5 0,-5-5 1,-5-5-247,1-11 0,-3-8 0,-3-6 0,-7-2 0,-6-1 0,-9 2-75,-6-8 0,-10-1 0,-9 1 0,-8 2 0,-7 0 0,-8 1 0,-8 5 0,-7 10 0,-30 21 0,-1 0 0,0 0 0</inkml:trace>
  <inkml:trace contextRef="#ctx0" brushRef="#br0" timeOffset="137066">23751 9501 7533,'-63'-9'5307,"47"49"-4408,43 21 270,1-9 1,10-16-1,8-46 0,10-26 1,3-10-965,-18 11 1,2-6-1,2-6 1,1-3 0,0-2-1,0 1 1,-1 2-1570,0 0 0,0 0 0,0 0 0,0-1 0,0 0 1,-1 0-1,1-1 1364,-4 4 0,0-1 0,1-2 0,-1 0 0,0 2 0,-1 2 0,-2 3 0,-2 5 0,12-8 0,-2 5 0,-4 5 0,-6 5 0,-5 7 0,-1-1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22:10.723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3372 8233 7533,'-22'-30'3912,"7"66"1,3 28-4723,1-7 1,1 8 0,3 0 809,4-1 0,3 1 0,3-3 0,2 1 0,2-3 0,9-21 0,33-34 0</inkml:trace>
  <inkml:trace contextRef="#ctx0" brushRef="#br0" timeOffset="934">3200 9919 7713,'8'-38'2458,"0"1"1,30-1-1,12 14-3043,3 20 1,-5 20-541,-20 21 1,-15 13 1723,-22 3 1,-14 7 0,-5-1 209,-1-14 1,-6 1 0,2-2-1,12 0-1079,10 26 1,25-10 269,28-31 0,14-12 0,6-4 0,2-8 0,-3-7 0,1 1 0</inkml:trace>
  <inkml:trace contextRef="#ctx0" brushRef="#br0" timeOffset="3367">5169 8552 7533,'-52'-6'5037,"16"-5"-2788,69 10-1980,16 1 1,11 0-480,-9-2 0,2 1 1,-1 0 703,16-2 1,-5 4 224,-10 5 1,-15 9-2249,-38 41-1754,-2-14 0,1 0 3283,1 24 0,25-50 0,13-50 0</inkml:trace>
  <inkml:trace contextRef="#ctx0" brushRef="#br0" timeOffset="4000">6375 8060 7533,'-51'7'764,"0"0"1,16 24-1,3 15 1,1 4-743,1 4 1,0 6-1,4 3 1,8 1-23,9 2 0,6 3 0,7 0 0,4-3-236,3-8 1,4 0 0,5-5-1,5-8 1,9-8 0,5-7 0,0-12-1,9-19 1,0-1 0</inkml:trace>
  <inkml:trace contextRef="#ctx0" brushRef="#br0" timeOffset="4634">6621 8516 7533,'-25'29'1469,"1"1"0,12 25 0,7 5-1919,-5-6 1,12-17 359,44-53 150,-20-29 0,-4-20 0,4-3 52,2 12 0,2-3 1,2 2-1,1 6 248,5 0 0,1 5 0,2 17 494,14 22 1,-12 24-810,-35 38 0,-24 16-15,-7-21 0,-9 0 0,-3-1 839,-2-3 1,-2-1-1,5 1-779,-3 19 0,23-3-3688,38-20 0,17-7 3598,11-5 0,6-12 0,-2-11 0,-3-10 0,4-16 0</inkml:trace>
  <inkml:trace contextRef="#ctx0" brushRef="#br0" timeOffset="4933">7187 8860 11760,'19'-64'1124,"0"21"1,3-1-316,-1 0 1,2 12 1529,10 34-5038,-14 52 2699,-4-9 0,8-5 0,7-20 0,6-11 0,6-23 0,0-1 0</inkml:trace>
  <inkml:trace contextRef="#ctx0" brushRef="#br0" timeOffset="5666">7950 8393 7533,'-23'-37'1289,"-1"0"0,-22 36 0,-3 21-1079,12 8 0,3 11 0,9 7-30,10 7 0,7 8 0,9 1 0,10-8-180,20 3 0,15-7 0,5-19 299,9-20 1,5-16 0,-9-18-143,-18-14 1,-6-14-1,-9-7 1,-12 3 134,-16-1 0,-14-3 1,-8 4-1,-4 10-292,-9 9 0,-7 10 0,3 8 0,-7 8 0,17 15 0,52 35 0,-1-1 0</inkml:trace>
  <inkml:trace contextRef="#ctx0" brushRef="#br0" timeOffset="6400">8393 8097 7533,'8'-64'3193,"25"84"0,5 27-3081,-17-1 1,-4 12-1,-4 5 1,-1 0-275,-3-9 0,-1 2 0,-3 1 0,-1-1 0,-3 0-63,-1 12 0,-1 2 0,-7-5 1,-7-10-1156,-13-8 1,-7-7 0,2-15 1379,-8-15 0,63-15 0,46 5 0</inkml:trace>
  <inkml:trace contextRef="#ctx0" brushRef="#br0" timeOffset="6700">9008 8602 7533,'19'-19'4317,"27"7"1,15 6-5997,-7 2 0,4 2 0,-1 1 1679,-5 0 0,-2 1 0,-4 1 0,11 0 0,-24 5 0,-49 6 0</inkml:trace>
  <inkml:trace contextRef="#ctx0" brushRef="#br0" timeOffset="6966">9131 8762 7533,'-63'0'9264,"58"5"-9309,40-1 0,26-1 45,-11 4 0,5 2 0,-2-1 0,16-1 0,-4 0 0,-16 5 0,1-1 0</inkml:trace>
  <inkml:trace contextRef="#ctx0" brushRef="#br0" timeOffset="7434">9476 8442 7533,'-28'-54'9830,"50"37"-9483,21 32 0,13 13-947,-4-6 0,6 2 1,-4 2 988,-10-1 1,-2 1 0,-5 3 329,14 16 1,-23 5-1500,-44-11 1,-22 3 0,-1-2 509,8-4 0,-2-1 0,-4-3-1319,-17 4 0,-6-3 0,7-6 1589,16-8 0,6-9 0,-2-17 0,60-12 0</inkml:trace>
  <inkml:trace contextRef="#ctx0" brushRef="#br0" timeOffset="8300">10460 8688 7533,'17'-16'2938,"22"5"0,18 3 1,0 1-2610,-4-1 1,1 2 0,0 3-180,7 2 0,1 2 0,-13 12 120,-15 17 0,-16 8-2834,-23 4 0,-6 1 2564,12 0 0,9-6 0,42 0 0,-8-32 0,-1 0 0</inkml:trace>
  <inkml:trace contextRef="#ctx0" brushRef="#br0" timeOffset="8667">11888 8356 7533,'22'-63'7375,"-61"19"-7195,-15 61 0,-12 25 922,16-7 0,-5 8 0,4 6 0,10 3-1102,13 4 0,6 5 0,10 2 0,11-5 0,18 8 0,15-3 0,10-10 0,9-12 0,10-10 0,4-13 0,-8-28 0,0 1 0,-1-1 0,1 1 0</inkml:trace>
  <inkml:trace contextRef="#ctx0" brushRef="#br0" timeOffset="9968">16933 8405 8162,'-11'-21'3013,"9"48"1,2 23-3014,-4 8 0,-1 8 0,3-3 225,4 18 0,7-33-495,4-66 72,-4-20 0,-1-23 0,0-12 0,1-2 0,4 9 872,4 0 1,2 3 0,3 2 0,5 5-256,11-12 1,6 5 0,-1 35-330,5 56 0,0 34 0,-15 6 269,-24-4 1,-15 4 0,-8-4-720,-1-8 0,-7-4 1,-9-13-841,-16-19 1,-9-13 0,5-7 1199,-1-4 0,20-11 0,56-31 0,16 33 0,0 1 0</inkml:trace>
  <inkml:trace contextRef="#ctx0" brushRef="#br0" timeOffset="10601">17598 8835 7533,'-22'63'8455,"27"-23"-8275,-3-90 0,-1-32 359,-2 18 1,8-1-450,13 4 0,10-2 0,4 15-1889,5 19 0,4 18 1799,3 25 0,3 16 0,-4-1 0,3 0 0,-6-4 0,13-2 0</inkml:trace>
  <inkml:trace contextRef="#ctx0" brushRef="#br0" timeOffset="11067">18115 8762 9242,'0'-26'8275,"54"-8"-9040,-10 13 1,3 0-46,8-5 1,-15-6 449,-45-36 1484,-37 58 1,-15 18-166,0 8 1,-4 9-1,13 9-899,20 8 0,10 7 0,17-2-2309,26-2 0,19-4 1,2-4 2248,8 7 0,7-14 0,5-21 0,7-12 0,-12-4 0,4-12 0</inkml:trace>
  <inkml:trace contextRef="#ctx0" brushRef="#br0" timeOffset="11900">18804 8787 8342,'-25'-32'6566,"12"35"-5486,13 30-630,24 20-810,36-70 495,-31-18 0,-3-10 44,1-2 1,-5 12-989,-11 29 314,8 38 0,3 17 360,3-4 1,5-15 808,19-43 1,3-23 224,-19 1 1,-4-7-1,-3 0-809,0-20 0,-3 24-2338,-1 60-301,-7 15 0,0 13 1,-2 0 2548,1 14 0,5-7 0,15-10 0,3-19 0,13-45 0</inkml:trace>
  <inkml:trace contextRef="#ctx0" brushRef="#br0" timeOffset="12100">19591 8725 7533,'0'-67'8275,"0"82"-8275,5 16 0,1 9 0,5 18 0,3 3 0,5-7 0,0 0 0</inkml:trace>
  <inkml:trace contextRef="#ctx0" brushRef="#br0" timeOffset="13000">20231 8713 7533,'-39'-34'3178,"-1"1"0,-11 4 0,-2 11-3898,12 12 1,8 15 584,16 30 0,15 13 315,18-6 0,11 3 0,-1 0-45,1 19 0,-11-6 1844,-21-3-2699,-28-77-2158,33-16 2248,35 16 0,24 6 1,0-2 928,-4-2 1,1-2 0,0-1 1619,9-6 0,0-2 0,-9-5-1290,-2-13 1,-26 0-2249,-64-6 1889,-4 64 0,1 21-1035,13 23 1,17 8 629,20-3 0,19-8-1604,7-27 0,10-7 0,0-7 1739,10-5 0,-7-15 0,-20-19 0,-17-5 0,-54 0 0</inkml:trace>
  <inkml:trace contextRef="#ctx0" brushRef="#br0" timeOffset="13267">19641 8208 7533,'-19'-29'0,"-1"-1"0,30-4 0,10-2 0,9-10 0,0 0 0</inkml:trace>
  <inkml:trace contextRef="#ctx0" brushRef="#br0" timeOffset="14167">27861 8368 8162,'0'0'1979,"-4"32"0,-5 35 0,0 0-1979,3-14 0,0-1 0,2 3 0,3 9 0,3 2 0,5-11 0,8-21 0,0-1 0</inkml:trace>
  <inkml:trace contextRef="#ctx0" brushRef="#br0" timeOffset="17600">6104 9894 7533,'19'-34'2218,"0"0"1,-3 0 0,-7 1-1140,-20-12-1799,-42 27 1,-20 17 719,24 9 0,-4 8 0,0 6 0,3 5 247,-2 10 1,2 7-1,5 5 1,11 1-368,6 12 0,13 4 0,20-4 120,25-13 0,20-1 0,9-5 0,-4-7 0,3-2 0,1-8 0,2-7 0,6-13 0,-1 0 0,1 0 0</inkml:trace>
  <inkml:trace contextRef="#ctx0" brushRef="#br0" timeOffset="20201">25622 874 7533,'-7'-40'2473,"0"0"1,-37 76-2504,36 8 0,9 15 0,-2 4-150,-7-4 0,-2 5 0,0 0 0,5-6 120,4 3 0,3-4 0,8-25-929,15-35 809,-15-37 0,-8-32 0,-2-12 0,4 6 607,5 11 0,1-1 1,2 2-1,1 1 405,-3 2 0,0-2 0,5 8 1,10 18-339,39 18 1,6 30-465,-27 17 0,-4 13 0,-9 6-480,-10 3 0,-8 5 1,-14-5 89,-26 4 0,-18-11-300,2-20 1,-8-7-1,6-2-4197,-20 9 4857,42-18 0,62 5 0,25 0 0,-16-4 0,-1-1 0</inkml:trace>
  <inkml:trace contextRef="#ctx0" brushRef="#br0" timeOffset="20502">26335 1046 10951,'51'-26'-1410,"-1"0"1,-1 16 0,1 6 1409,5 0 0,-6 8 0,-5 30 0,-72-15 0</inkml:trace>
  <inkml:trace contextRef="#ctx0" brushRef="#br0" timeOffset="20734">26261 1267 7533,'-54'-5'6386,"119"-2"-8905,0 3 1,7 1 2518,-19 2 0,1 2 0,-2-1 0,16 0 0,-10 1 0,-23 5 0</inkml:trace>
  <inkml:trace contextRef="#ctx0" brushRef="#br0" timeOffset="21168">26631 935 7533,'-28'-64'8815,"61"43"-7961,12 34 1,11 13-1185,4-3 0,5 4 0,-4 1 300,-12-6 0,-3 2 0,-15 6 30,-17 25 0,-25 4-120,-21-19 0,-15-2 1,0-1-2250,4-1 0,1 0 1,1 0 2368,-21 15 0,28-15 0,92-41 0,-25-13 0,0 1 0</inkml:trace>
  <inkml:trace contextRef="#ctx0" brushRef="#br0" timeOffset="21934">27738 775 7533,'-61'4'1011,"-1"0"1,23 21 0,4 11 0,8 7-720,9 7 1,5 8-1,9 3 1,9-5-406,10-7 1,10-1-1,6-4 1,5-5 449,4-4 0,7-3 1,2-8-1,0-15 315,5-17 0,2-15 0,-3-10 1,-10-6-563,-12-7 0,-7-10 0,-9-3 0,-9 2-563,-9 2 1,-9-1 0,-7 3 0,-4 9-1867,-10 6 0,-5 8 1,-1 3 2338,-12-10 0,7 22 0,22 46 0,11 12 0,11 16 0</inkml:trace>
  <inkml:trace contextRef="#ctx0" brushRef="#br0" timeOffset="22167">27837 1243 12840,'38'26'-169,"0"1"0,-6 14 1,-1 4-1,14 7 0,-2 3 1,-22 1-1,1-1 0</inkml:trace>
  <inkml:trace contextRef="#ctx0" brushRef="#br0" timeOffset="23633">25326 2461 7892,'-27'-14'4498,"5"-2"-2789,11 4-810,52 4-629,2 0 0,11 0 0,2 2-68,-5 3 1,3 1-1,1 1 1,-2-1-233,12-4 0,-1 1 0,-7 3 884,9 4 1,-22 12-1,-46 18 1,-13 8-3554,0 8 1,6 2-451,17-6 1,6-2 3148,5 20 0,27-79 0,-21-10 0</inkml:trace>
  <inkml:trace contextRef="#ctx0" brushRef="#br0" timeOffset="24167">26557 2338 11940,'-8'50'-216,"-1"0"0,1 0 0,-1-2 1,-1-1-1,5 0-864,7 24 1,4-6-360,-6-21 0,5-16 1439,20-30 0,-25-32 0,-14 1 0</inkml:trace>
  <inkml:trace contextRef="#ctx0" brushRef="#br0" timeOffset="24533">26557 2264 7533,'-13'-55'3732,"1"-1"1,31 0-2789,24 51 1,10 17-1005,-8 9 0,2 9 0,-5 4-615,9 15 1,-17 6 539,-27 6 0,-22-4-2429,-33-18 1,-11-7 2563,11-5 0,6-4 0,9 5 0,60-28 0</inkml:trace>
  <inkml:trace contextRef="#ctx0" brushRef="#br0" timeOffset="25133">24563 3692 7533,'-24'-19'647,"43"34"1,22 14 0,2 1-1,1 1 1</inkml:trace>
  <inkml:trace contextRef="#ctx0" brushRef="#br0" timeOffset="25300">25006 4011 11041,'-24'-24'-765,"21"11"0,-5 23 1,19 17-1</inkml:trace>
  <inkml:trace contextRef="#ctx0" brushRef="#br0" timeOffset="25534">24465 4011 7533,'-47'-17'521,"50"25"1,2 2 0,27 8-1,-1 1 1</inkml:trace>
  <inkml:trace contextRef="#ctx0" brushRef="#br0" timeOffset="26800">25523 3741 7173,'-22'-7'3688,"6"2"-1799,13 5-1440,48 7 1,36 2-480,-19-9 0,6-5 0,-1 3 420,-2 3 0,-1 2 0,-5 1 509,9-1 1,-21 10-3059,-44 48 2159,5-2 0,14-22 0,14-46 0,-1 0 0</inkml:trace>
  <inkml:trace contextRef="#ctx0" brushRef="#br0" timeOffset="29167">26754 2412 7892,'24'-58'5487,"-10"0"-4857,-36 14-900,-11 24 0,-8 7 225,-9 7 0,-4 11 285,6 8 0,-3 7 0,5 7 299,7 7 1,4 6 0,5 5-151,5 7 1,7 6 0,10 0-30,10 4 0,10 1 0,12-7 149,13-10 1,11-6 0,4-9-420,1-8 0,4-8 0,-1-12 30,3-14 0,0-12 0,-4-7 209,-6-8 1,-3-7 0,-7-3-330,-9-1 0,-5-1 0,-4-2 90,-1 3 0,-3-1 0,-7 2-135,-10-16 0,-11 5-1080,-10 9 1,-7 6 494,-7 10 1,-7 7 224,-11 8 0,-3 13-90,-6 20 1,1 12 853,17-3 1,2 5 0,2 5-90,-1 9 0,3 7 0,5 1-210,3 0 0,5 0 0,6 1-60,8-3 0,6 0 0,7-2 584,11 16 1,12-7-180,9-13 0,9-9-346,0-14 1,7-6 0,-1-8 30,-2-11 0,1-7 0,-1-3 0,8-2 0,1-4 0,-5-5 150,-9-2 0,-5-5 0,-4-2 29,2-16 1,-10-4-360,-12-9 1,-15-3-541,-13 19 0,-10-1 1,-3 3-91,-3 0 0,-3 3 1,-5 6-990,-6 7 0,-4 5 0,3 11 1709,-2 12 0,6 14 0,-2 30 0,58 19 0</inkml:trace>
  <inkml:trace contextRef="#ctx0" brushRef="#br0" timeOffset="29600">26754 2621 7533,'-28'-33'7555,"6"10"-4766,66 61-3014,-3 6 0,6 5-2444,-9-14 1,3-1 0,-3 0 2668,9 14 0,-3-5 0,10-4 0,-54-39 0</inkml:trace>
  <inkml:trace contextRef="#ctx0" brushRef="#br0" timeOffset="39867">26704 3532 7533,'0'-36'5936,"0"80"-5906,-5-1 0,-4 10 0,2 3-1110,3 7 1,4 2 0,-2 0-181,-2-2 1,0 0 0,1-7 1259,2-1 0,5-23 0,18-61 0,-9-10 0</inkml:trace>
  <inkml:trace contextRef="#ctx0" brushRef="#br0" timeOffset="40267">26704 3507 7533,'15'-47'3178,"1"0"0,17 22 0,10 14-2878,11 17 0,8 12 0,-6 7-540,-11 2 0,-6 5 0,-8 5-1154,0 28 0,-26-1 629,-49-19 1,-19-9 764,1-7 0,1-5 0,11-12 0,18 0 0,38 6 0</inkml:trace>
  <inkml:trace contextRef="#ctx0" brushRef="#br0" timeOffset="44534">16933 9821 7713,'-13'-35'6656,"2"51"-6357,7 22 1,6 18 0,0 4-795,-3-2 0,0 5 1,1 2-1,2-3-495,2-6 1,2 0 0,0-2 0,0-2 989,-3 14 0,0-3 0,7-25 0,15-36 0,-14-47 0</inkml:trace>
  <inkml:trace contextRef="#ctx0" brushRef="#br0" timeOffset="44966">16933 9845 7533,'9'-56'3276,"-1"-1"1,30 21 0,11 19-3136,-4 29 0,3 18 1,-7 6-172,-5 9 0,-6 9 0,-14 0-720,-13 3 1,-13 2-1,-13-6 90,-19-6 1,-14-7-1,1-10 660,-4-6 0,6-15 0,-2-25 0,110-20 0</inkml:trace>
  <inkml:trace contextRef="#ctx0" brushRef="#br0" timeOffset="45700">17426 10473 7533,'-28'63'7555,"28"-13"-7735,6-37-225,10-54 1,1-28 1063,-13 21 1,-2-3 0,5 4-660,16-13 0,12 15-3643,17 28 0,5 21 3643,-13 20 0,0 8 0,10-3 0,-5-8 0,-13-15 0</inkml:trace>
  <inkml:trace contextRef="#ctx0" brushRef="#br0" timeOffset="46167">17795 10521 7533,'-3'-54'4047,"26"28"1,11 1-4273,22-8 0,3 1-315,-4 5 1,-11-4 494,-22-7 0,-20 4-90,-35 19 0,-16 16 435,5 16 0,-2 13 0,8 5-1,11 5 1,7 5 0,12 2-390,17 7 0,13 3 0,10-11-1739,7-18 0,8-8 0,1-7 1829,18-1 0,-3-14 0,-17-18 0,-13-7 0,-22-4 0</inkml:trace>
  <inkml:trace contextRef="#ctx0" brushRef="#br0" timeOffset="46801">18385 10362 7533,'0'-62'9085,"-10"72"-9715,6 22 0,5 12-450,0 16 1,9-4 450,28 1 1978,14-103-405,-31-9 1,-4 2-1485,5 27-989,-11 76 809,13-4 1,10-14 2113,0-41 0,0-17 405,1-18 0,-4-9-450,-6-5 1,-7 23-5848,-7 81 4498,5 12 0,4 8 0,-8-19 0,1 0 0,3-3 0,14 2 0,0 0 0</inkml:trace>
  <inkml:trace contextRef="#ctx0" brushRef="#br0" timeOffset="47268">19296 10374 7533,'-24'-19'8905,"10"67"-10614,16-10 0,7 4 1709,1 8 0,7-5 0,32-3 0,1-66 0</inkml:trace>
  <inkml:trace contextRef="#ctx0" brushRef="#br0" timeOffset="47866">19616 10423 7533,'-29'-49'4047,"1"1"1,6 43-4273,16 43 0,12 21-75,4-12 0,6 4 1,2-3 1468,6 16 1,3-14-181,17-25-2473,-12-41 0,5-14 914,1 5 0,5-4 1,1-2 1558,10-9 0,0-5 1,-6-1-121,-9 5 1,-6-2-1,-12 1 300,-16-10 1,-15 18-2340,-26 54 1,1 24-990,25 20 1,22 6 2158,16-18 0,12-1 0,-1-12 0,-7-11 0,-1-17 0,2-42 0,0 0 0</inkml:trace>
  <inkml:trace contextRef="#ctx0" brushRef="#br0" timeOffset="48033">19591 10018 7533,'-35'-17'1304,"-1"0"0,6-1 0,82 20 1</inkml:trace>
  <inkml:trace contextRef="#ctx0" brushRef="#br0" timeOffset="49300">27738 9956 7533,'6'-36'2578,"-1"1"1,24 2-1,10 5-1903,16-2 0,5 10-1350,3 10 0,-16 20-674,-46 28 0,-19 13 1918,-6-7 1,-10 3 0,-1 3 104,1-2 1,-4 3 0,5 0-1,18-3-1694,22 1 1,15-2 0,6-5 1019,18 9 0,10-15 0,-5-24 0,6-10 0,-9-7 0,6-20 0</inkml:trace>
  <inkml:trace contextRef="#ctx0" brushRef="#br0" timeOffset="51601">3397 11235 7892,'-52'-23'5577,"49"8"-5217,42 15 0,18 10-855,-10-2 0,-4 7-584,-2 16 0,-19 4 854,-47-7 0,-16 1 1034,-1 5 1,7 5 134,20 5 1,17 2-541,34 3 1,13-2 90,-3-5 0,-19-1 44,-51-3 1,-23-7-1770,1-17 1,-8-8 0,-2 1 1229,-2 4 0,-1 1 0,10-7 0,-6-18 0,110-3 0</inkml:trace>
  <inkml:trace contextRef="#ctx0" brushRef="#br0" timeOffset="54567">5661 11359 7533,'-14'5'2743,"1"33"1,4 19-2834,3 3 0,3 7 0,-1-2-210,-1-7 0,-1 0 0,3-4-1769,1 17 1,4-21 2068,1-43 0,19-71 0,-16 28 0,1 1 0</inkml:trace>
  <inkml:trace contextRef="#ctx0" brushRef="#br0" timeOffset="55066">5735 11309 7533,'26'-61'1493,"1"1"0,-1-1 0,11 20 0,6 6 0,3 14-1628,24 20 1,-6 26-586,-20 24 0,-23 13 135,-37-1 1,-22 0 1191,7-21 0,-6 2 0,-2-2 1,4-2-129,-2 0 1,3-2 0,9 3-76,4 30 1,23-2-1619,25-19 0,14-7 1214,8-1 0,0-6 0,3 3 0,-19-21 0</inkml:trace>
  <inkml:trace contextRef="#ctx0" brushRef="#br0" timeOffset="55467">6375 11876 9242,'-28'-28'1799,"33"-5"0,12-6-1844,13-20 0,6 2 899,-8 20 1,1 13 1214,26 35-2204,-30 40 0,-6 16 135,-1-4 0,7-9 0,11-27 0,2-16 0,22-43 0</inkml:trace>
  <inkml:trace contextRef="#ctx0" brushRef="#br0" timeOffset="56100">7285 11396 8612,'-49'-43'1484,"9"33"0,-2 15-1259,-9 35 0,12 22 704,24-9 1,10 8 0,11-3-1230,13 3 0,11-2 0,11-16 60,15-21 0,10-16 0,-2-15 712,-13-12 0,2-11 1,-9-8-1,-14-4 487,-18-19 1,-19-7 0,-14 10-2220,-13 18 1,-12 8 0,-3 8 1259,-3 6 0,-5 7 0,5 11 0,-16 20 0,24 10 0,46-4 0</inkml:trace>
  <inkml:trace contextRef="#ctx0" brushRef="#br0" timeOffset="57834">16515 12134 8162,'-38'-17'2968,"44"-33"1,18-19-2924,-10 22 0,3-3 0,1-3 0,1 0-293,3-7 1,2-1 0,0 1-1,-1 4 218,2-6 0,-1 4 0,-2 32-105,-5 48 1,-1 19 104,3 1 0,3 6 0,5-11-285,18-8 0,3-21 285,-4-35 0,-1-23 0,-4-6 547,-12 8 0,-3-5 1,-4 0-1,-3 8 877,-2-9 0,-6 26-1124,-9 75 0,-5 38-216,2-35 0,-1 6 0,1 3 0,0 0 0,2-4-1134,2 4 1,1-1 0,2-3-1,3-4 1080,1 3 0,4-3 0,6-17 0,42-21 0,-28-32 0,-1 1 0</inkml:trace>
  <inkml:trace contextRef="#ctx0" brushRef="#br0" timeOffset="58200">17573 11752 7533,'-49'5'2248,"0"0"1,23 39 0,19 11-3329,27 3 1,20-11 899,20-25 0,3-25 1034,-5-36 1,-20-19-1260,-41-10 1,-21 0 404,-6 14 0,-9 20 0,-11 37 0,7 19 0,35 29 0</inkml:trace>
  <inkml:trace contextRef="#ctx0" brushRef="#br0" timeOffset="59335">18361 11014 7533,'-26'52'1214,"0"0"0,10 7 1,4 9-1,4 2-1574,7-9 0,5 3 0,1 0 1,-2-4 119,4 6 0,-1-3 0,-13-21-749,-37-29 1348,1-25 1,-7 1 359,0 21 1,-5 11 0,10 8 89,-2 26 1,23 9-600,27-16 0,15 2 0,10-10-600,13-13 0,11-11 0,2-11-240,-4-12 1,3-10-1,-1-5 1,-7 1 809,15-11 0,-16-4 2878,-25-25-3058,-41 100-1169,33 24 1079,29-52 0,10-15 899,11-21 1,-4-13 764,-16-6 0,-5 3-1124,5 11-1980,-35 63 1,-1 17-1748,14-9 0,8 2 0,-2-2 3151,-2 11 0,3-8 0,14-14 0,-1-17 0,-14-26 0</inkml:trace>
  <inkml:trace contextRef="#ctx0" brushRef="#br0" timeOffset="59933">19395 11752 10051,'-25'-37'2384,"-7"24"0,-4 6-3734,-11 7 1800,17 21 0,11 11 224,29 10 1,15 5-1125,17 9 1,-4 2 449,-24-9 0,-15-4-1799,-34 4 1799,-17-29 0,-3-9 0,3-8 0,60 15 0</inkml:trace>
  <inkml:trace contextRef="#ctx0" brushRef="#br0" timeOffset="60468">20428 11457 7533,'-24'-8'2473,"8"57"1,7 29-2722,5-29 1,3 6 0,1 0-1,2 1 248,3-1 0,1 1 0,1-1 0,0-3 0,-3 10 0,-1-3 0,9-22 0,21-33 0</inkml:trace>
  <inkml:trace contextRef="#ctx0" brushRef="#br0" timeOffset="60700">20010 11494 7533,'16'-48'1966,"1"-1"0,22 22 0,15 5 0,9 4 0,-1 1-3393,-1 3 1,3 2 0,2 2-1,1 2 1,-2 1 1426,0-1 0,2 1 0,-1 2 0,-3 2 0,-7 5 0,10 4 0,-7 5 0,-22 7 0,-32 27 0</inkml:trace>
  <inkml:trace contextRef="#ctx0" brushRef="#br0" timeOffset="61133">20896 11912 7533,'-62'4'2248,"1"-1"1,10 36 0,23 11-3104,42 4 1,24-7 359,20-17 0,9-20 1170,-2-26 0,-15-19 494,-35-19 0,-24 0-3598,-26 27 1,-10 12 2428,1 12 0,15 11 0,59 44 0,20-43 0,1 0 0</inkml:trace>
  <inkml:trace contextRef="#ctx0" brushRef="#br0" timeOffset="61467">21314 11482 7533,'-11'-47'6926,"9"102"-6971,-3-7 0,-2 13 0,0 5 0,4-2-450,4-5 0,3 1 1,2-1-1,2-3-1244,2 10 0,2-4 0,4-11 1739,5-12 0,2-20 0,8-58 0,-5-25 0,-13 14 0,-1 1 0</inkml:trace>
  <inkml:trace contextRef="#ctx0" brushRef="#br0" timeOffset="61700">21560 11396 7533,'0'-36'4317,"1"69"1,-2 27-4079,-2 1 1,-1 8 0,1 3-1567,1-7 0,1 4 1,1-1-1,0-2 1327,-2-6 0,0 0 0,2-5 0,4-11 0,20 15 0,-4-93 0,-1 1 0</inkml:trace>
  <inkml:trace contextRef="#ctx0" brushRef="#br0" timeOffset="62800">21807 12195 10861,'39'-12'809,"1"1"1,7-6-1,4-5 1,-1-3-1560,-4-4 1,-2-3-1,-6-3 1020,7-22 0,-27 5 0,-50 20 0,-18 16-151,5 19 1,-4 13 0,9 10 120,11 17 0,10 11 0,12-1 59,12-3 1,10-1 0,12-7-630,21-4 1,15-9-1,-2-15 210,-11-18 0,-1-13 0,-3-3 929,16-14 1,-15-4-900,-25-6-359,-38 101 449,46-12 449,2-53 1,4-18 419,-1-8 1,1-8 0,-3-1-196,7-17 1,-6 16-1934,-12 39-1620,-12 36 1,-5 24 0,-1-2 2878,2 6 0,4-6 0,12-7 0,6-18 0,21-51 0</inkml:trace>
  <inkml:trace contextRef="#ctx0" brushRef="#br0" timeOffset="63235">23234 11987 7533,'1'-49'3276,"1"1"1,-27 15 0,-8 16-4010,1 34 1,4 17 552,11 19 0,15 7 270,19 6 0,13-2 764,12-15 1,-13-8-675,-62 3-3463,-8-26 0,-8-6 3283,-12-2 0,7 3 0,10 27 0,71-21 0</inkml:trace>
  <inkml:trace contextRef="#ctx0" brushRef="#br0" timeOffset="64200">27541 11445 7533,'0'-40'4092,"0"0"1,-22 98-4273,18-6 0,4 11 0,-1 4 180,-5-9 0,-1 3 0,0 0 0,5-4 0,6 5 0,3-4 0,4-9 0,16 12 0</inkml:trace>
  <inkml:trace contextRef="#ctx0" brushRef="#br0" timeOffset="64400">27812 11937 13379,'-11'30'-90,"-3"30"0,34 4 0,-5-30 0,0 0 1</inkml:trace>
  <inkml:trace contextRef="#ctx0" brushRef="#br0" timeOffset="64834">28255 11568 7533,'34'-27'3118,"0"1"0,10 12 0,3 10-3793,18 9 1,-15 17 89,-51 29 1,-20 14 1153,-2-9 1,-5 4 0,-1-1-1110,-3 2 0,0-1 1,17-2-1021,23-9 1,12-1 0,7-9 1559,13-2 0,10-15 0,1-22 0,5-11 0,-18-6 0,-27-10 0</inkml:trace>
  <inkml:trace contextRef="#ctx0" brushRef="#br0" timeOffset="67768">3470 12921 7533,'0'-50'2518,"0"-1"1,11-17-2969,-19 56-1214,-24 54 0,-15 30 1799,13-31 0,-4 2 0,-2 1 0,-1-1 404,-4 5 1,-2 0 0,1 0-1,0-3 150,-6 6 1,1-4 0,7-9-780,-14 2 1170,127-36-856,-14-3 1,7-2-1484,-5 2 0,3 0 0,-2-1 1259,-9-1 0,-2-1 0,-3-1 0,2 1 0,-7-4 0,-7-11 0</inkml:trace>
  <inkml:trace contextRef="#ctx0" brushRef="#br0" timeOffset="68101">3470 12762 7533,'-2'67'1061,"-1"0"0,1-15 1,-1 5-1,2 2 1,1 1-1980,3-6 1,3 3-1,0 0 1,-1 0-1,0-2 856,-1 9 1,1 1 0,-3-5-1,-2-10 1,-3-1 0,-5-17 0,-6-22-1</inkml:trace>
  <inkml:trace contextRef="#ctx0" brushRef="#br0" timeOffset="71934">5759 13032 7533,'-24'-51'4227,"21"-3"-2518,-5 23-1589,1 57 0,0 33 0,-1 3-728,0-9 1,-1 4 0,1 1 0,3 0-495,4-2 0,3 0 1,1 0-1,-2-4 1102,-4 10 0,-1-3 0,11-27 0,40-55 0,-36-10 0</inkml:trace>
  <inkml:trace contextRef="#ctx0" brushRef="#br0" timeOffset="72334">5858 13020 7533,'18'-50'2091,"0"-1"0,0 1 1,23 9-1,9 12-1851,-5 12 0,5 6 0,-6 14-1095,7 30 0,-20 18-285,-33-8 1,-17 5 0,-6-2 1738,-12-1 1,-8-3 0,1 2 457,7-4 0,-2 2 0,5 0 0,13 0-1372,16 22 0,21-2 315,6-19 0,9-3 0,6-6 0,6-8 0,5-7 0,-2-5 0,0-6 0,1 0 0</inkml:trace>
  <inkml:trace contextRef="#ctx0" brushRef="#br0" timeOffset="73767">16638 13759 7533,'-49'0'6656,"65"-50"-6566,2 10 0,4-8 0,4-2-30,7-8 0,5-3 0,-3 1 389,-3 4 1,-3 0 0,-2 6 134,-3-1 1,-4 23 314,-7 60 1,-4 24-840,-4-3 0,-2 7 0,5-2-1470,9-9 1,5-3 0,-4 0 1409,-4 23 0,3-19 0,18-48 0,-24-26 0</inkml:trace>
  <inkml:trace contextRef="#ctx0" brushRef="#br0" timeOffset="74001">17426 13537 7533,'30'-51'1559,"13"37"0,14 8 0,-4 0-1559,-7-3 0,1 3 0,10 9 0,7 4 0,-18 5 0,-22 8 0</inkml:trace>
  <inkml:trace contextRef="#ctx0" brushRef="#br0" timeOffset="74833">18632 13684 10501,'44'-26'180,"1"-1"0,0 1 0,6-18 0,-7-5-225,-1-11 0,-28 11 494,-67 33 1,-25 25 404,31 10 1,-3 10 0,2 6-1,6 2-494,-7 13 0,7 6 0,26-3-780,38 0 0,25-2 0,10-14 420,-3-23 0,10-11 0,3-8 0,-5-3 0,-8-2 0,0-4 0,-4-3 0,-4-5 0,-3-14 0,0-1 0,-1 1 0</inkml:trace>
  <inkml:trace contextRef="#ctx0" brushRef="#br0" timeOffset="75102">19345 13032 7533,'-24'-43'9830,"21"100"-10422,2-9 1,1 14 0,0 3 0,4-2-579,2-7 1,3-1 0,1-1 0,0 1 983,-2 4 1,0 2 0,1-5 0,5-12-1,8-8 1,5-17 0,22-39 0</inkml:trace>
  <inkml:trace contextRef="#ctx0" brushRef="#br0" timeOffset="75334">19715 13512 7533,'-11'-30'9624,"8"64"-13177,6 3 0,5 4 3553,9 11 0,4-1 0,-2-9 0,3-11 0,25-19 0</inkml:trace>
  <inkml:trace contextRef="#ctx0" brushRef="#br0" timeOffset="75933">19961 13574 7533,'0'-60'8905,"0"86"-9805,3 15 1,5 6-316,6-2 1,7-16 404,31-60 2519,-18-21 1,-5-10-766,-9-2 0,-2 23-1303,4 56-721,-2 31 1,4 5 989,31-9 539,-6-60 1,0-21 1574,-14-17 0,-4 4-495,15 23-1529,-15 75 0,-7 27 0,-15-27 0,-4 1 0,3 1 0,11 5 0,0 1 0,0-1 0</inkml:trace>
  <inkml:trace contextRef="#ctx0" brushRef="#br0" timeOffset="76433">20896 13512 7533,'-14'-20'6386,"14"86"-7960,10-25 0,5 3 1574,2 13 0,4-4 0,17-1 0,-2-62 0</inkml:trace>
  <inkml:trace contextRef="#ctx0" brushRef="#br0" timeOffset="76834">21167 13610 7533,'0'-47'8005,"22"79"-8725,-6-1 1,6 0 44,23 0 1,6-18 943,2-47 1,-3-19 2159,-8 13 0,-4 1-2564,-10 2 0,-2 17-4138,4 62 1,-5 25 4272,-9-12 0,4-2 0,9-15 0,8-2 0,1-13 0,0-21 0,0-1 0</inkml:trace>
  <inkml:trace contextRef="#ctx0" brushRef="#br0" timeOffset="77301">22028 13672 7533,'0'-39'3328,"0"0"0,-22-26-3328,-16 61 0,-6 17 629,-2 15 1,7 14 134,8 21 1,19 3-2114,20-16 0,16-16 569,15-31 1,12-17-1,-4-5 2444,10-15 0,-7-6-405,-17-1 1,-6 16-1710,0 64-3103,-14 16 0,-1 7 3553,7-6 0,6-5 0,4-12 0,2-15 0,4-33 0</inkml:trace>
  <inkml:trace contextRef="#ctx0" brushRef="#br0" timeOffset="77867">22643 12934 7533,'-13'14'2548,"4"29"1,6 25-1,4 4-4041,4-19 0,4 4 0,2 2 0,0 0 0,-3-1 1493,-4 10 0,-3 0 0,0-2 0,3-5 0,10 6 0,1-5 0,-11-33 0,-17-47 0</inkml:trace>
  <inkml:trace contextRef="#ctx0" brushRef="#br0" timeOffset="78233">22471 13610 7533,'-33'-57'3276,"0"-1"1,38 7 0,21 7-2656,17 23 0,15 11 0,2 3-1101,3 0 0,2 4 1,-2 2 838,0-2 1,-1 1 0,-14 10 1979,-5 35-3329,-53-11 1,-10 5-2789,8 25 0,8 6 1169,8-7 1,8-3 2608,11-7 0,6-11 0,20-18 0,-13-43 0</inkml:trace>
  <inkml:trace contextRef="#ctx0" brushRef="#br0" timeOffset="78967">23185 13734 7533,'18'-46'2218,"-1"0"1,0 6 0,-6 2-240,-19-17-1260,-33 111-1349,21 3 1,18 4-1620,29-4 1,17-18 1933,-4-39 0,2-17 2069,7-22 0,-13-13 135,-36-9 0,-9 1-3058,12 3-451,63 45 2609,-13 16 1,3 7-226,9 3 1,-10 9-945,-33 7 1,-5 4-631,8 2 1,2-4 449,14-4 719,11-53 1,5-21 404,-9-3 1,-3 0-180,-3 6 0,-10 21-4903,-21 64 4318,-15 13 0,-9 4 0,-3-21 0,-3-7 0,-6 1 0</inkml:trace>
  <inkml:trace contextRef="#ctx0" brushRef="#br0" timeOffset="79134">23357 13217 7533,'-57'-11'0,"24"13"0,-25-6 0</inkml:trace>
  <inkml:trace contextRef="#ctx0" brushRef="#br0" timeOffset="79501">21265 13279 7533,'-34'-21'1596,"0"0"1,-10-6-1,58 34 1</inkml:trace>
  <inkml:trace contextRef="#ctx0" brushRef="#br0" timeOffset="79800">19838 13290 7533,'-58'-39'0,"80"15"0,-11-23 0</inkml:trace>
  <inkml:trace contextRef="#ctx0" brushRef="#br0" timeOffset="81501">27271 13106 6993,'10'-45'1679,"1"0"0,-3 1 0,1 10 840,5 20-3059,-19 50 0,-13 38 1,5 2-968,12-22 0,5 1 1,1 1-1,-2 1 1177,-6 7 0,-2 3 0,3-3 0,9-9 0,24 11 0,12-25 1,-6-49-1,0-1 0</inkml:trace>
  <inkml:trace contextRef="#ctx0" brushRef="#br0" timeOffset="81700">27738 13537 9242,'-22'39'599,"17"9"1,12-8 0,8-2-1,12-10 1,0 1 0</inkml:trace>
  <inkml:trace contextRef="#ctx0" brushRef="#br0" timeOffset="82100">28157 13155 7533,'28'-56'3238,"1"-1"0,17 23 0,6 14-3553,5 13 1,-7 19-406,-18 36 0,-20 17 1080,-21-12 0,-14 5 0,0 1-23,5-8 0,-3 2 1,3 0-1,10-3-1986,11 5 0,9-3 0,5-4 1649,9 9 0,11-16 0,10-30 0,9-13 0,-8-7 0,12-18 0</inkml:trace>
  <inkml:trace contextRef="#ctx0" brushRef="#br0" timeOffset="84967">17450 17942 7533,'-52'0'7555,"39"60"-7225,21-16 0,9 5 0,7-6 434,15 4 1,12-20 22,1-36 0,9-22 0,4-12 0,0-4-646,-16 9 0,0-6 1,1-4-1,1-2 1,0-3-1,-1-1 1,0 0-1235,-7 8 1,-1-3 0,0-1 0,0-1-1,0-1 1,0 1 0,1 1 0,-1 2-1,1 2 1009,8-6 0,1 1 0,2 1 0,-2 2 1,-1 3-1,-3 2 0,-4 4 0,4-4 0,-4 3 1,-3 6-1,-4 6 0,3 8 0,-1 0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23:46.658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418 6104 6543,'-38'12'4498,"14"6"-2789,13-10-810,43-68-1049,-15 13 0,0-9 0,1-1-90,7-7 0,2-2 1,-2 1 209,-7 4 0,-1 2 0,0 10-510,16-1 405,-27 76 0,-1 17 0,9 4 1,7-6-136,20-16 180,-4-58 0,-3-24 210,-13 7 0,-5-8 0,-1 3 329,-1 5 1,-2 1 0,1 11 449,8 4-224,-8 81 0,-4 34-646,0-16 1,0 6 0,1-2-630,-2-4 1,1-1 0,1-4-1740,8 11 0,-3-12 2339,-12-21 0,18-43 0,-7-2 0</inkml:trace>
  <inkml:trace contextRef="#ctx0" brushRef="#br0" timeOffset="466">1255 5771 7533,'-38'-27'3598,"2"22"-3329,19 33 1,10 13 45,21 9 0,13-1-360,-1-4 0,5-19 360,12-44 0,-6-21-720,-29-7 0,-14-4 405,-6-2 0,-11 14 0,-40 38 0,46 49 0,1 0 0</inkml:trace>
  <inkml:trace contextRef="#ctx0" brushRef="#br0" timeOffset="1765">1772 5279 7533,'-25'-27'3598,"34"76"-3598,-7-7 0,-2 8 0,3 2 60,5 0 0,2 1 0,-3-1-195,0 20 0,-14-16-855,-51-37 1215,20-13 0,-3 2 629,-7 8 1,6 9-271,8 18 1,19 7 90,29 0 0,18-7-586,5-18 1,8-13-1124,17-14 0,-1-15 449,-13-8 0,-8-7 1484,-12-3 1,-7 0 1349,1-10-3868,-22 39 270,0 61 944,12-20 0,9-3-45,31 3 1035,-19-47 0,-1-14 899,-4-7 0,-7-5-630,-6-5 1,-8 18-1754,-7 42-3689,11 50 2339,0-29 1,3-3 2248,13 17 0,31-74 0,-6-19 0</inkml:trace>
  <inkml:trace contextRef="#ctx0" brushRef="#br0" timeOffset="2198">2535 5747 7533,'0'-36'6206,"-33"15"-7195,-8 13-181,-11 46 2700,60 26-1351,16-28 1,7-3 315,5-5 0,-3-1-405,-9 25-2294,-45-23 0,-10-2 2204,-15 21 0,2-7 0,58-30 0</inkml:trace>
  <inkml:trace contextRef="#ctx0" brushRef="#br0" timeOffset="3132">3150 5513 7892,'-9'47'764,"0"1"1,0-1 0,6 19 0,6-4-1,3-9 1,4-22-675,9-53 0,-2-23-270,-14-2 0,-9-11 0,0-3 0,7 3 210,9-10 0,7 2 0,5 11 330,8 5 0,6 24 179,12 47 1,-1 25-420,-14-7 0,-4 6 0,-17-2-480,-32 4 0,-17-8-180,0-13 1,-3-7-2295,-7-1 1,7-2 2833,21 8 0,41 1 0,16 1 0,0-7 0,0 1 0</inkml:trace>
  <inkml:trace contextRef="#ctx0" brushRef="#br0" timeOffset="3798">3643 5760 7533,'-36'-19'3148,"1"0"0,-9 15-4857,21 35 0,10 13 2383,14 1 1,12-2-360,15 0 0,4-19 854,12-76-45,-17 3 1,-8-7-1305,-21-4 0,4 15-1709,28 39 2789,-10 72-990,1-16 0,7-5-360,0-16 0,1-15 495,-2-32 0,-2-14 1754,7-12 0,-1-3-1709,-6 4 0,-1 19-5037,12 74 4947,-23-16 0,-2 5 0,10 23 0,5-4 0,0-34 0,0 1 0</inkml:trace>
  <inkml:trace contextRef="#ctx0" brushRef="#br0" timeOffset="4932">4356 5882 7533,'-27'-24'4587,"16"-1"-3418,58-21-449,-24 18 0,-3-2-361,-1-2 1,-10 0-1619,-37-17-450,-15 47 1484,9 21 0,10 11 1304,36 18 1,17 4-586,2-5 1,7-6-180,6-11 0,5-11 0,-5-16 0,-6-11-1395,-14-25-989,-2 26 1979,3 11 1710,24-25 808,-8-27-1888,-23 15 0,-1 6-3329,5 19-3237,3 51 6026,-7-8 0,2 1 0,19 13 0,-4-27 0</inkml:trace>
  <inkml:trace contextRef="#ctx0" brushRef="#br0" timeOffset="5465">5242 5611 7533,'-13'-25'6836,"-20"7"-6746,-5 18-900,-3 23 1170,16 37-45,44-19 0,9 2 314,-10-1 1,-1-1-585,6-8 0,-10-6-5172,-52-4 5127,-4-12 0,51-20 0,49 0 0</inkml:trace>
  <inkml:trace contextRef="#ctx0" brushRef="#br0" timeOffset="8265">7113 5243 7353,'-14'-25'3688,"3"0"-3059,11 12 1,0 62-510,0 2 0,0 12 0,0-3-705,0 6 0,0 0-375,0-5 1,0 0 0,0-33 959,0-32 0,0-48 0,0-14 0</inkml:trace>
  <inkml:trace contextRef="#ctx0" brushRef="#br0" timeOffset="8665">7088 5243 7533,'-6'-41'1859,"-1"0"0,14 3 0,8 1-1320,6-2 1,10 9-46,27 25 1,4 19-450,-15 11 0,-9 12-630,-15 20 1,-19 3 179,-30-8 0,-16-8 0,-10-9 1,-3-8-1035,9-14 0,7-5 1439,17-4 0,58 9 0,16 13 0</inkml:trace>
  <inkml:trace contextRef="#ctx0" brushRef="#br0" timeOffset="9032">7605 5390 8432,'-24'-30'5847,"43"10"-6747,19 5 1,9 6-1710,-4 10 1,1 2 2608,10-5 0,-12 7 0,-31 24 0,-39-4 0</inkml:trace>
  <inkml:trace contextRef="#ctx0" brushRef="#br0" timeOffset="9298">7581 5538 7533,'-52'7'6566,"71"-2"-8365,21-9 0,10-3 1799,5 5 0,-1 1 0,-2-2 0,-8 1 0,-11 9 0</inkml:trace>
  <inkml:trace contextRef="#ctx0" brushRef="#br0" timeOffset="9766">7851 5180 8702,'-24'-18'5937,"54"22"-5847,5 4 0,6 4-330,4 5 0,4 3 0,-3 3 375,14 12 0,-13 6-180,-27 4 0,-16 3-495,-24 0 0,-17-4 480,-1-17 0,-6-5 1,3-1-1830,-1 8 0,4-4 1889,-19-1 0,79-11 0,19-8 0</inkml:trace>
  <inkml:trace contextRef="#ctx0" brushRef="#br0" timeOffset="10498">8639 5267 7533,'-22'-56'3778,"6"18"-4498,-42 36 180,26 23 1,1 13 1048,0 6 1,-1 8 0,8 3 359,9 6 1,7 2-1,9-1-689,7-1 0,8-1 0,12-14-480,22-20 0,14-14 0,-3-15 90,-2-16 0,-3-15 1,-10-8 418,-9-11 1,-10-8 0,-14 0 0,-17 5 0,-13 2 0,-9 8-1230,-8 14 1,-9 7 0,3 9 1019,-3 5 0,9 15 0,15 53 0,38-18 0,0 1 0</inkml:trace>
  <inkml:trace contextRef="#ctx0" brushRef="#br0" timeOffset="10799">8639 5501 8342,'4'38'787,"0"0"0,38 6 0,9-4 0,-23-8 0,2-3 0,26-4 0,0-1 1</inkml:trace>
  <inkml:trace contextRef="#ctx0" brushRef="#br0" timeOffset="12099">9377 5587 7533,'-13'-4'4677,"13"30"-9084,-19 38 3507,-4-28 1,-4-2 899,-19 15 0,-1-20 0,50-17 0</inkml:trace>
  <inkml:trace contextRef="#ctx0" brushRef="#br0" timeOffset="12765">9919 5243 7533,'-49'38'1139,"34"11"0,8 17 1,1-2-1530,-3-11 0,1-1 0,3 0-750,6 5 1,3 1 0,2-12 1139,8 2 0,-7-79 0,0-20 0,-2 10 0,1-1 0</inkml:trace>
  <inkml:trace contextRef="#ctx0" brushRef="#br0" timeOffset="13098">9820 5328 7533,'11'-68'2563,"18"46"1,11 9-1170,21 5 0,3 13-1034,-2 11 0,-11 14-1395,-21 21 1,-22 2 584,-35-14 0,-17-8-584,-21-6 0,1-8 1034,10 0 0,95-45 0,23 11 0,0 0 0</inkml:trace>
  <inkml:trace contextRef="#ctx0" brushRef="#br0" timeOffset="13765">10682 5341 7533,'-14'-22'5037,"-8"78"-5277,19-10 0,4 9 0,-2 0-510,-2-4 1,-2 0 0,3 0 749,2 3 0,2 0 0,6-15 0,17-15 0,13-46 0</inkml:trace>
  <inkml:trace contextRef="#ctx0" brushRef="#br0" timeOffset="14065">10731 5501 7533,'16'-14'2383,"18"6"1,9 5-2384,6 1 0,0 4 0,-2 1 0,-9 5 0,-19 6 0</inkml:trace>
  <inkml:trace contextRef="#ctx0" brushRef="#br0" timeOffset="14365">10706 5661 7533,'-19'-21'8095,"47"5"-10434,23 16 1,10 5 2338,-13-2 0,-1 1 0,3 2 0,-7 1 0,-7 5 0</inkml:trace>
  <inkml:trace contextRef="#ctx0" brushRef="#br0" timeOffset="15232">11519 5390 7533,'0'-51'3688,"-11"14"-4948,-36 52 1215,14 14 0,1 11 794,6-3 1,2 6 0,8 3-121,9 4 1,9 3 0,11-6-630,12-6 0,10-5 0,6-15-60,15-23 0,8-20 0,-6-7 569,-11 0 1,-4-6 0,-10-7-330,-8-21 0,-12-10 0,-18 8-450,-20 16 0,-13 6 0,-3 10-3103,-8 7 0,0 13 3373,2 7 0,14 13 0,47 48 0,24-6 0</inkml:trace>
  <inkml:trace contextRef="#ctx0" brushRef="#br0" timeOffset="15533">11617 5563 7533,'-27'31'3553,"37"4"0,13 5-3553,3 2 0,5 0 0,6 0 0,3-7 0,17-7 0</inkml:trace>
  <inkml:trace contextRef="#ctx0" brushRef="#br0" timeOffset="17131">517 6928 7533,'-27'30'1799,"8"24"0,5 13-2189,7-10 0,4 4 0,-1-2-360,-1-6 1,0-1 0,1-5 749,3 14 0,2-27 0,2-70 0,8-23 0</inkml:trace>
  <inkml:trace contextRef="#ctx0" brushRef="#br0" timeOffset="17632">492 7027 7533,'-13'-21'5217,"45"43"-6117,23 21 225,-12-27 1,2-13 674,-6-33 0,-5-13 1124,-7 1 1,-4-1-226,-4 3 1,-3 17-1080,-3 55 0,-1 24-390,-1-6 0,1 5 1,0-1-1020,0-5 0,1-1 0,1-3 1589,4 8 0,2-16 0,5-31 0,-15-13 0</inkml:trace>
  <inkml:trace contextRef="#ctx0" brushRef="#br0" timeOffset="18066">1255 7150 7533,'-60'-27'2203,"27"42"1,3 13-1934,-1 15 0,10 7-405,21 16 0,19-9-315,18-28 1,6-21 538,-8-28 1,-7-16-675,-18-13 1,-12-4 584,-6 1 0,-12 14 0,-45 38 0,65 40 0</inkml:trace>
  <inkml:trace contextRef="#ctx0" brushRef="#br0" timeOffset="19298">1674 6744 7533,'-14'-32'2069,"14"68"-1125,10 12 0,5 11-914,-5-5 0,0 5 0,-3-4-435,-2 4 1,-7-9-945,-15-10 1528,-15-56 1,-7-7 90,-16 26 225,22 25 0,6 11 449,16 6 1,9 3-496,3 3 1,11-7-765,19-19 0,9-12-180,10-15 1,2-11 314,1-11 0,-2-6 1034,-5-3 1,-8-1 45,-13-8-2160,-28 67 541,0 39 449,28-15 450,27-65 719,-24-12 1,-4-9 359,-2-5 0,-8 1-2518,-14 5-2159,19 90 3418,-8-19 0,5 0 0,8-5 0,4-7 0,32-6 0</inkml:trace>
  <inkml:trace contextRef="#ctx0" brushRef="#br0" timeOffset="19732">2461 7162 7533,'-38'-44'6116,"-19"24"-8994,26 32 4227,7 33-630,36-8 1,11 0-630,-2-4 0,2-2 0,7 3 0,-11-2-3958,-51 17 3868,7-5 0,-32-18 0,46-10 0</inkml:trace>
  <inkml:trace contextRef="#ctx0" brushRef="#br0" timeOffset="20365">3372 6842 7533,'-14'3'2158,"5"40"1,7 22-2789,7-11 1,4 5-1,-1-1-420,-2-3 1,-2 0 0,3-2 1049,6 26 0,-2-34 0,-11-68 0,-13-30 0</inkml:trace>
  <inkml:trace contextRef="#ctx0" brushRef="#br0" timeOffset="20665">3126 6916 7533,'-47'-30'9534,"72"-2"-8500,22 3 1,15 0-2385,-7 10 1,4 2 0,2-1-1109,-8 3 0,2-2 1,-1 2-1,-5 1 2206,12-6 1,-10 8 0,4 23 0,-55 23 0</inkml:trace>
  <inkml:trace contextRef="#ctx0" brushRef="#br0" timeOffset="21099">3790 7039 7533,'-35'0'2158,"-1"-1"1,3 51-1799,12-9 0,10 3-46,27 9 1,14-8 945,25-10-631,-14-83-1034,-38 10 1,-9-1 404,-13-4 0,8 49 0,38 49 0</inkml:trace>
  <inkml:trace contextRef="#ctx0" brushRef="#br0" timeOffset="21431">4135 6793 7533,'-18'-32'2518,"0"1"1,2 20-2564,1 55 0,8 28-45,11-19 0,6 2 0,-2 1-210,-7 4 0,-2 0 1,6-6 299,16 8 0,2-27 0,-6-49 0,18-31 0</inkml:trace>
  <inkml:trace contextRef="#ctx0" brushRef="#br0" timeOffset="21698">4332 6744 7533,'-3'-62'7375,"-5"106"-7285,6 3 0,3 12 0,0 0-1409,-1 4 0,-1 1 0,-1-2 1319,-3-6 0,0-2 0,4-12 0,12-11 0,3-70 0</inkml:trace>
  <inkml:trace contextRef="#ctx0" brushRef="#br0" timeOffset="22898">4578 7199 7533,'-27'-21'5487,"27"5"-4993,29 7 1,13 2-765,-6-7 0,-1-4 180,3-3 0,-13-3-1259,-50-25 899,-43 61 630,25 14 0,9 12 539,18 17 1,18 1-270,28-6 0,14-15-585,-3-28 0,3-14 315,7-9 0,-6-9-720,-10-26-269,-24 76 359,22 31 450,-3-26 899,5-54 1,1-19-46,-13 11 1,-5-3-1215,0-14 0,0 17-4317,15 75 4677,-6 20 0,-4-30 0,3-3 0,23 2 0</inkml:trace>
  <inkml:trace contextRef="#ctx0" brushRef="#br0" timeOffset="23298">5587 7002 7533,'-49'-39'3418,"12"27"0,3 11-5217,1 33 2069,22 36 494,37-27 1,11 0-226,-4-3 1,-9-1 540,-21 18-5218,-49-8 4138,7-34 0,1 1 0,2 21 0,39-10 0</inkml:trace>
  <inkml:trace contextRef="#ctx0" brushRef="#br0" timeOffset="24899">7211 6732 7982,'-24'34'1439,"14"18"1,6 13-1290,3-7 0,1 4 0,1-4 29,-3 17 1,7-28-809,6-53 509,-12-36 0,-12-30 0,5-1 434,8 18 1,3-1 0,3 0 0,1 1 254,4-13 1,2 1 0,13 15 59,27 12 1,8 26-300,-15 25 0,1 15 0,-11 8-240,-10 28 0,-19 5-1260,-16-8 1,-18-8-135,-33-16 0,-6-13 1304,9-8 0,41-13 0,78 18 0</inkml:trace>
  <inkml:trace contextRef="#ctx0" brushRef="#br0" timeOffset="25266">7851 6879 7533,'-27'-33'7465,"60"10"-10613,4 17 0,5 7 3148,3 6 0,-8 7 0,-12 19 0,-47-5 0,0 0 0</inkml:trace>
  <inkml:trace contextRef="#ctx0" brushRef="#br0" timeOffset="25498">7802 7039 7533,'-68'0'1484,"97"0"0,18 0-1484,8 6 0,-2-4 0,10-1 0,-9 2 0,8 9 0</inkml:trace>
  <inkml:trace contextRef="#ctx0" brushRef="#br0" timeOffset="26432">8073 6768 7533,'-38'-56'5756,"13"18"-3057,14 15-990,55 50-1529,-8-2 0,4 2-720,1-2 0,3 1 1,-3 0 44,7 7 0,-3-3 450,-6-11 0,-9-3 495,-20-5-270,-10-11-360,0 0-360,-10 6 270,-4 6 90,-21 15 1,-9 9 388,7-3 1,-3 4 0,2-1-390,0-3 0,1 0 1,2-2-2070,-17 13 0,22-11 2249,44-25 0,27-27 0,19 2 0</inkml:trace>
  <inkml:trace contextRef="#ctx0" brushRef="#br0" timeOffset="27132">8787 6842 7533,'-28'-31'5307,"-15"1"-6207,15 32 855,-13 16 0,0 12 1214,12 24 1,12 10-541,8-15 1,6 3 0,12-6-690,15-3 0,12-5 0,5-13-60,12-17 0,7-15 0,-6-11 300,-6-14 0,-6-12 0,-12-5 0,-13-10 0,-13-6 0,-14 4 359,-16 7 1,-12 4 0,-4 11-4408,-13 8 0,0 18 3868,14 16 0,14 13 0,36 27 0,20 9 0,9-1 0,1 0 0</inkml:trace>
  <inkml:trace contextRef="#ctx0" brushRef="#br0" timeOffset="27365">8811 7027 7533,'-24'-18'8905,"32"32"-10480,13 12 1,7 8-405,1 0 0,2 4 1,-1-1 1978,4 10 0,1-5 0,9-6 0,-1-16 0,-2-35 0</inkml:trace>
  <inkml:trace contextRef="#ctx0" brushRef="#br0" timeOffset="27598">9353 7187 14998,'-18'46'-450,"0"1"0,-5-14 1,-3 0-1,-6 17 1,1 0-1</inkml:trace>
  <inkml:trace contextRef="#ctx0" brushRef="#br0" timeOffset="28598">9820 7015 8072,'-49'0'5307,"22"5"-2788,92-4-2204,-7 2 0,5 0-405,-15-2 0,2 0 0,-3 2 404,9 1 1,-17 10 225,-41 45-4228,-17-9 1619,6-14 1,4-1 2068,11 8 0,31-12 0,-5 0 0</inkml:trace>
  <inkml:trace contextRef="#ctx0" brushRef="#br0" timeOffset="29332">10780 7027 7533,'-24'-41'5037,"-1"7"-4138,-11-9-1124,2 38 1,-3 13 673,8 11 1,1 11 329,-3 10 1,0 9 0,11 2-481,15-1 1,11 2 0,9-2-960,10-1 1,8-4-1,8-13 540,7-17 0,8-13 1,-2-11 718,5-15 1,-1-12 0,-11-9 59,-11-9 1,-11-9-1,-12-1-1109,-15-3 1,-13-2-1,-6 6 120,-2 12 0,-4 4 1,-5 10-2730,-13 9 1,2 18 3058,8 28 0,30 27 0,13 9 0,4-13 0,0 0 0</inkml:trace>
  <inkml:trace contextRef="#ctx0" brushRef="#br0" timeOffset="29599">10805 7199 7533,'-25'-14'9830,"33"47"-10743,14 1 1,6 3 912,-1 2 0,3-2 0,11-3 0,0-10 0,8-14 0</inkml:trace>
  <inkml:trace contextRef="#ctx0" brushRef="#br0" timeOffset="30532">11765 6830 7443,'-14'-33'4767,"-8"53"-3898,11 23 1,4 17 0,1 1-751,-1-3 1,1 1 0,2 1-975,2-7 1,0 3 0,2-2-1,4-8-1754,7 6 1,6-15 2608,10-18 0,6-53 0,-20 1 0</inkml:trace>
  <inkml:trace contextRef="#ctx0" brushRef="#br0" timeOffset="30832">11814 7150 7533,'-3'-57'3777,"21"28"1,11 4-4857,18 6 0,7 7-1980,5 6 1,-1 3 3058,-9-2 0,-10 8 0,-17 26 0,-49-3 0</inkml:trace>
  <inkml:trace contextRef="#ctx0" brushRef="#br0" timeOffset="31132">11765 7249 7533,'-28'-18'9830,"72"9"-10518,0 8 1,5 2 687,15 5 0,1 2 0,-9 1 0,-3 1 0,-17-1 0,-1 0 0</inkml:trace>
  <inkml:trace contextRef="#ctx0" brushRef="#br0" timeOffset="32198">12552 7150 7533,'-54'-7'7016,"32"2"-5982,48 6 1,19 3-721,-1 2 1,5 0-465,-2-2 0,4-2 0,-4 1 1139,-2-3 1,-8 5 1439,-2 21-4408,-54 41-2609,11-24 1,0 1 4587,-5-4 0,9-9 0,59-16 0,-14-54 0</inkml:trace>
  <inkml:trace contextRef="#ctx0" brushRef="#br0" timeOffset="32964">13414 7002 8972,'-36'45'3103,"15"5"0,4 9-3523,5-12 1,3 2-1,3-2-525,2 19 1,8-27 584,12-81 780,-2-13 0,2-15 0,0-2 142,-2 17 0,0-2 0,1 1 0,3 4 7,3-9 1,3 4 0,7 20 284,19 25 1,-1 25-975,-22 22 0,-9 16 1,-9 0-421,-11-4 0,-10 0 1,-6-4-271,-20 15 0,-9-11 810,-7-19 0,4-9 0,14-4 0,66 2 0</inkml:trace>
  <inkml:trace contextRef="#ctx0" brushRef="#br0" timeOffset="34732">468 8910 7533,'-39'7'4317,"37"-35"-4407,6-8 0,8-7-120,11-6 0,8-5 1,-3 2 568,-4-11 1,-1 2-45,7-8 0,-3 27 854,-16 53-45,1 37 1,-2 18-1005,-2-10 0,1 4 0,1-3-1605,8 9 1,2-6 1484,-2-6 0,0-22 0,7-59 0,-1-16 0</inkml:trace>
  <inkml:trace contextRef="#ctx0" brushRef="#br0" timeOffset="35065">1157 8737 10321,'11'-13'1664,"29"7"0,10 6-1664,-12 1 0,1 0 0,21-3 0,0-2 0,-25-3 0,1 0 0</inkml:trace>
  <inkml:trace contextRef="#ctx0" brushRef="#br0" timeOffset="35932">2043 8713 7533,'-14'0'5037,"58"-11"-4723,-10-7 1,0-5-630,1-5 1,-12-3-856,-48-28 945,-18 57 1,-10 18 793,8 3 1,0 8 0,10 6 419,7 30 1,26 3-945,30-14 0,20-14-1425,2-25 1,10-12 0,-3-4 1379,12-3 0,-4-10 0,-20-5 0,-2-5 0,-8-1 0,3-18 0</inkml:trace>
  <inkml:trace contextRef="#ctx0" brushRef="#br0" timeOffset="36265">2584 8233 7533,'-13'-67'6836,"-9"93"-6836,16 18 0,7 17 0,1 1-900,-3-1 1,-1 1-1,5 1 900,5 7 0,3 1 0,6-14 0,24-1 0,19-56 0</inkml:trace>
  <inkml:trace contextRef="#ctx0" brushRef="#br0" timeOffset="36466">2830 8615 7533,'-41'21'944,"31"12"1,9 5-945,12-5 0,6 0 0,5 8 0,5-4 0,22-3 0</inkml:trace>
  <inkml:trace contextRef="#ctx0" brushRef="#br0" timeOffset="37100">3003 8688 8702,'-14'-21'5757,"3"38"-7916,22 30 1979,14 1 180,13-64 1799,-11-35-1979,-15 8 0,-2 14-180,1 39-269,25 42 809,-12-23 0,4-9 359,9-23 1,-1-15 944,-13-12 0,-5-4-2113,26-12-4319,-8 84 4948,-6 11 0,-2 0 0,1-2 0,10-2 0</inkml:trace>
  <inkml:trace contextRef="#ctx0" brushRef="#br0" timeOffset="37832">3667 8676 9332,'-13'-13'3418,"2"28"-4857,11 35 1439,14-14 0,4 0 0,2 18 0,26-23 0</inkml:trace>
  <inkml:trace contextRef="#ctx0" brushRef="#br0" timeOffset="38265">3913 8725 9152,'-13'-26'3598,"2"52"-4678,44 18 2070,-3 9-676,-1-64 1,2-16 450,1-15 0,-4-6-316,-9-2 1,3 11-2879,35 24 2429,-25 47 0,-3 15 0,-3-9 0,2-1 0,8-3 0,-1-1 0</inkml:trace>
  <inkml:trace contextRef="#ctx0" brushRef="#br0" timeOffset="38798">4553 8676 7533,'-35'-56'6746,"-4"23"-7466,9 48 1,0 14 854,6 1 0,7 5-225,14 15 0,14-5-720,44-14 1529,-21-39 1,1-11 404,6-4 1,-14-2-945,-35-1-2339,13 63 135,-8 2 0,6 0 2024,46 0 0,-21-53 0,-1-15 0,-3-15 0,-1 0 0,1 0 0</inkml:trace>
  <inkml:trace contextRef="#ctx0" brushRef="#br0" timeOffset="39198">4824 8245 7533,'-14'-19'3013,"12"48"0,4 24-3531,2-7 1,3 9 0,0 2 0,0-2-802,2 14 0,1-1 0,-2-5 1229,3 18 0,-8-35 1574,-13-76 0,-5-24 585,4 11 0,0-5 0,3 0-2069,1-2 0,3 0 0,13 9 0,32 8 0,13 16 0,-10 15 0,3 6 0,-1 2 0,1 0 0,-1 0 0</inkml:trace>
  <inkml:trace contextRef="#ctx0" brushRef="#br0" timeOffset="39632">5144 8737 11490,'-25'15'-2608,"45"18"2608,-12 8 0,22-22 0,8-8 0,14-7 0</inkml:trace>
  <inkml:trace contextRef="#ctx0" brushRef="#br0" timeOffset="40200">5513 8688 7533,'-24'-41'3867,"-23"30"-4136,17 55 1978,5 20-1889,61-12 225,0-46 0,5-11 764,0-4 1,-3-6 989,11-23-3059,-30 49 361,14 24 134,-2-19 1,4-3-316,4-1 1,1-5 1079,20-14 0,-49 25 0,-25 15 0</inkml:trace>
  <inkml:trace contextRef="#ctx0" brushRef="#br0" timeOffset="40365">5316 8418 7533,'-54'-7'-330,"10"17"0,44 11 0</inkml:trace>
  <inkml:trace contextRef="#ctx0" brushRef="#br0" timeOffset="40865">3667 8504 7533,'-27'-7'0,"5"1"0</inkml:trace>
  <inkml:trace contextRef="#ctx0" brushRef="#br0" timeOffset="41099">2978 8343 7533,'-33'-33'479,"28"-6"1,68 13 0</inkml:trace>
  <inkml:trace contextRef="#ctx0" brushRef="#br0" timeOffset="43965">7507 8368 7533,'-11'1'2518,"2"45"1,4 23-2759,0-15 0,1 3 0,-1 1-180,1-2 0,0 0 1,2-3-571,1 15 1,2-29 989,-1-42 0,10-22 0,4 1 0</inkml:trace>
  <inkml:trace contextRef="#ctx0" brushRef="#br0" timeOffset="44432">7482 8368 7533,'-7'-55'2038,"0"0"1,18 12 0,11 7-1454,18 12 0,8 15-466,-5 18 1,3 12 0,-7 6-615,5 19 1,-17 7-361,-20 5 1,-19-3 134,-29-13 1,-11-7-1215,11-8 0,3-6 1934,-6 0 0,101-16 0,-17-12 0,0 0 0</inkml:trace>
  <inkml:trace contextRef="#ctx0" brushRef="#br0" timeOffset="44899">7974 8860 7533,'-16'2'2878,"27"-30"0,14-11-2518,2-3 0,3 0 899,0-7 1,3 12 539,22 32-3194,-35 36 1,-2 12 1394,12 4 0,3-3 0,-8-15 0,2-9 0,19-19 0</inkml:trace>
  <inkml:trace contextRef="#ctx0" brushRef="#br0" timeOffset="45866">8860 8430 7533,'-12'-37'1889,"0"0"0,-2-10-1530,-30 30-764,19 34 1,-2 13 853,-12 19 1,2 8 389,15-12 1,4 4 0,6 2-361,7 5 1,8 2 0,10-5-510,8-9 0,9-4 0,6-8-60,13-9 0,8-10 0,-1-11 300,-6-13 0,0-12 0,-5-7 0,-1-10 0,-5-8 0,-13-4-570,-18-1 0,-13-3 0,-9 3-600,-9 1 1,-9 3 0,-3 7-1740,-12 4 1,-2 11 2698,2 3 0,12 18 0,35 58 0,27 7 0</inkml:trace>
  <inkml:trace contextRef="#ctx0" brushRef="#br0" timeOffset="46099">8910 8663 7533,'0'10'3553,"26"18"0,13 8-3553,-4 6 0,1 4 0,-6-11 0,1 1 0,-1-1 0,4 10 0,0 0 0</inkml:trace>
  <inkml:trace contextRef="#ctx0" brushRef="#br0" timeOffset="46900">10091 8368 7533,'0'-37'3598,"0"17"-1979,-11 64-1080,3 6 1,-2 14 0,4 1-690,2 1 0,3 1 0,0-1-540,-3 1 1,-1-2-1,6-8-1379,9-5 1,4-22 2068,0-40 0,8-18 0,-8 8 0</inkml:trace>
  <inkml:trace contextRef="#ctx0" brushRef="#br0" timeOffset="47265">10116 8676 7533,'-14'-44'7915,"47"13"-7510,16 16 0,11 6-1965,-13 5 1,2 2 0,0 1 1559,25 0 0,-8 2 0,-6 12 0,-66 6 0</inkml:trace>
  <inkml:trace contextRef="#ctx0" brushRef="#br0" timeOffset="47633">10190 8774 7533,'-50'0'6476,"23"0"-3328,49 11-3553,21-6 1,12-2 404,-2 3 0,4 0 0,-3 0 0,9 1 0,-3-2 0,-4 1 0,1 0 0</inkml:trace>
  <inkml:trace contextRef="#ctx0" brushRef="#br0" timeOffset="48333">11174 8577 7623,'-14'-37'2488,"11"65"1,4 30-1,1 0-3792,4 2 0,2 3-315,2 0 0,3 4 0,0-8 1619,-1-3 0,3-25 0,10-61 0,-15-15 0</inkml:trace>
  <inkml:trace contextRef="#ctx0" brushRef="#br0" timeOffset="48767">11223 8516 7533,'-18'-31'3867,"1"-1"1,33-19-2609,15 16 1,12 9-841,1 24 1,6 13 0,-2 6-540,-3 3 0,-2 7 0,-11 5-825,-7 30 1,-25 3-270,-32-10 0,-18-9 1004,10-22 0,-6-5 0,4-3-1049,-7 3 0,10-5 1259,17-4 0,71 7 0,-10-14 0,-1 0 0</inkml:trace>
  <inkml:trace contextRef="#ctx0" brushRef="#br0" timeOffset="49100">12035 8873 7533,'-27'-20'5846,"-6"41"-5846,16 18 0,-1 7 0,-7-11 0,-2 0 0,-10 16 0,0 0 0</inkml:trace>
  <inkml:trace contextRef="#ctx0" brushRef="#br0" timeOffset="49932">12602 8627 7533,'-25'-51'2788,"-32"25"-2563,23 43 0,2 17 494,2 3 1,3 8 0,7 4-31,12 13 1,10 5-1,10-5-779,6-9 0,8-4 1,9-17-211,22-22 0,11-20 0,-7-12 659,-12-10 1,-7-12 0,-7-8-158,-10-2 1,-5-9-1,-8 0 1,-12 5-653,-16-1 0,-14 4 1,-3 9-3104,-8 5 0,-3 12 3553,5 9 0,10 15 0,32 73 0,21-22 0</inkml:trace>
  <inkml:trace contextRef="#ctx0" brushRef="#br0" timeOffset="50132">12602 8848 12840,'0'23'1664,"41"17"0,16 6-1664,-18-3 0,1-1 0,-3-9 0,3-1 0,-5-2 0,-7-2 0,-1 0 0</inkml:trace>
  <inkml:trace contextRef="#ctx0" brushRef="#br0" timeOffset="52532">468 10116 7533,'-14'26'3867,"-8"-3"-3327,41-60-405,-1 2 0,3-6-180,9-21 0,5 2 540,-3 15 0,-1 20 1753,16 73-3328,-33 10 1,-4 8 1079,6 1 0,4-10 0,7-18 0,9-94 0</inkml:trace>
  <inkml:trace contextRef="#ctx0" brushRef="#br0" timeOffset="52799">1157 10029 7533,'-14'-6'3058,"49"-1"0,18 3-3058,-7 3 0,2-2 0,10-1 0,-5 0 0,-8 0 0,0 1 0</inkml:trace>
  <inkml:trace contextRef="#ctx0" brushRef="#br0" timeOffset="53500">2067 9796 7533,'-60'28'1709,"40"15"0,10 9-3823,8 6 0,4 1 2114,-3 3 0,10-14 0,35-32 0,-30-50 0</inkml:trace>
  <inkml:trace contextRef="#ctx0" brushRef="#br0" timeOffset="53898">2215 9907 7533,'-11'-20'5666,"8"46"-5801,6 7 1,5 4-586,8 6 0,7-10 451,29-27 763,-14-29 1,-5-14 449,-18-19 1,0 14 494,18 48-3553,-21 25 1,-2 12 2113,5 19 0,8-7 0,29-23 0,8-64 0</inkml:trace>
  <inkml:trace contextRef="#ctx0" brushRef="#br0" timeOffset="54198">2757 9525 7533,'-28'-27'3103,"18"61"0,9 24-3943,11-8 1,8 4 0,1 2 839,-3-4 0,1 3 0,0-2 0,-2-5 0,2 15 0,-1-18 0,1-32 0</inkml:trace>
  <inkml:trace contextRef="#ctx0" brushRef="#br0" timeOffset="54398">2707 9759 7533,'-41'-13'8725,"74"28"-12188,25-11 0,10-2 3463,-5 10 0,0-1 0,5-10 0,-8-7 0,-13-8 0</inkml:trace>
  <inkml:trace contextRef="#ctx0" brushRef="#br0" timeOffset="54731">3101 9980 7533,'-27'23'8815,"27"-18"-9265,27-62-1169,1 19 0,4-1 1619,-1-1 0,1 11 0,31 28 0,-33 40 0,0 0 0</inkml:trace>
  <inkml:trace contextRef="#ctx0" brushRef="#br0" timeOffset="55065">3495 9869 7533,'-36'-30'7555,"-2"32"-7914,0 46-181,31-7 0,11 4 765,11 0 0,8-16 1214,21-51-1844,-21-11 1,-10-8 404,-21-10 0,-9 6 0,-2 22 0,-14 58 0</inkml:trace>
  <inkml:trace contextRef="#ctx0" brushRef="#br0" timeOffset="56265">3889 9414 7533,'-11'-52'4677,"8"26"-4587,3 85-210,3-10 0,2 9 0,1 2-150,2 5 0,0 2 1,0-4 269,6 15 0,-14-20-1170,-44-38 1080,-13-44 675,7 29 0,1 14 314,17 11 1,12 9-406,22 11 1,18-2-720,15-18 0,10-13-135,12-22 1,0-14 763,-9-1 1,-8-6 90,-18-12 0,-8 14-1035,-6 41-809,14 37 1259,11-37 0,7-12 854,2-12 1,-1-10 1079,-2-17 0,-5 4-2923,-1 25 1079,11 59 0,-14-31 0,6-5 0,20-11 0,0 0 0</inkml:trace>
  <inkml:trace contextRef="#ctx0" brushRef="#br0" timeOffset="56833">4775 10005 7533,'-22'-36'5487,"16"4"-5577,-48 17 45,26 35 0,4 11 359,-3 3 1,10 4-2069,24 12 0,19-7 1754,12-29 0,9-14 0,16-15 0,-1-16 0,-26-2 0,0-1 0,-1 0 0</inkml:trace>
  <inkml:trace contextRef="#ctx0" brushRef="#br0" timeOffset="57366">5070 9624 7533,'-41'-55'6206,"8"115"-7376,34-12 1,10 9 0,-1 1 329,-4 2 1,-1 1 0,1-6 1873,3 7 0,-5-27 2834,-28-97-2879,10 4 1,9-4-855,9 9 0,13 12 0,15 26 0,5 15 764,5 22 1,-5 13-676,-9 6 1,-9 6-2923,-17 8 0,-7-1 2698,2 15 0,28-29 0,27-49 0</inkml:trace>
  <inkml:trace contextRef="#ctx0" brushRef="#br0" timeOffset="58331">5562 9943 7533,'-38'-19'5487,"14"2"-4408,13 4-1349,-11 6-539,-17 29 809,-2 29 269,50-17 1,12-3-630,40-8 1304,-5-38 1,0-14 179,-21 4 1,-7 0-1575,-6-3-1259,8 64 1439,33-11 675,-23-37 0,2-9 404,-5-2 1,-1 4-1619,19 12-5578,-28 53 6387,-10-7 0,-6-2 0,-11-7 0,-28-33 0</inkml:trace>
  <inkml:trace contextRef="#ctx0" brushRef="#br0" timeOffset="58500">5439 9537 7533,'-54'-6'329,"10"6"1,44 6 0</inkml:trace>
  <inkml:trace contextRef="#ctx0" brushRef="#br0" timeOffset="58899">2486 9685 7533,'-27'-21'0,"37"-11"0,31 11 0</inkml:trace>
  <inkml:trace contextRef="#ctx0" brushRef="#br0" timeOffset="61965">7581 9648 10141,'0'12'1289,"-3"24"1,-2 16-1,2 0-1799,1-4 0,1 1 1,1 0-541,0 7 1,-1 0 0,2-6-930,2 19 1979,8-76 0,0-9 0,2 2 0</inkml:trace>
  <inkml:trace contextRef="#ctx0" brushRef="#br0" timeOffset="62465">7556 9697 7533,'-8'-50'2968,"0"-1"0,24 3 1,14 11-2205,18 25 1,8 14-795,-9 0 0,2 5 0,-6 7-105,5 18 0,-16 11-1529,-29 13 0,-20 1 359,-20-8 1,-8-5-765,3-1 1,5-5 2068,4 2 0,71-40 0,25-7 0</inkml:trace>
  <inkml:trace contextRef="#ctx0" brushRef="#br0" timeOffset="62732">8147 10018 7533,'-25'5'4587,"11"24"-4587,-7 10 0,-4 23 0,6-31 0,0-1 0</inkml:trace>
  <inkml:trace contextRef="#ctx0" brushRef="#br0" timeOffset="63765">8664 9808 7533,'-11'-41'3778,"-3"12"-3958,-33 10 0,16 38 0,0 14 1214,-6 11 1,8 9-436,18-3 1,9 4 0,9-3-600,10-5 0,9-3 0,8-9-30,15-10 0,9-11 0,-1-9 120,-2-11 0,-1-10 0,-7-8 299,-9-11 1,-7-8 0,-12-4-570,-17-3 0,-13-4 0,-8 3-270,-7 5 0,-7 4 1,-1 6-2610,-6 0 1,1 8 3058,-16 0 0,77 70 0,5-2 0</inkml:trace>
  <inkml:trace contextRef="#ctx0" brushRef="#br0" timeOffset="63999">8836 9943 7533,'-27'-5'7645,"59"58"-10209,0-17 1,5 2 2563,3 3 0,-1 0 0,-9-5 0,-14-14 0,-18-25 0</inkml:trace>
  <inkml:trace contextRef="#ctx0" brushRef="#br0" timeOffset="64798">10091 9599 7533,'0'-33'5307,"-11"86"-4708,5 4 1,2 14 0,0 1-1140,3-4 0,0 1 1,1-1-181,-1 0 0,1-1 1,3-12 719,11 1 0,-3-89 0,-11-2 0</inkml:trace>
  <inkml:trace contextRef="#ctx0" brushRef="#br0" timeOffset="65165">10165 9821 7533,'11'-44'4677,"23"19"0,11 7-6521,-3 7 0,1 7 1844,10 9 0,-5 8 0,-1 17 0,-50 24 0</inkml:trace>
  <inkml:trace contextRef="#ctx0" brushRef="#br0" timeOffset="65465">10116 10029 7533,'-17'-24'9830,"75"10"-10293,2 7 1,8 3 462,-19 6 0,0 3 0,-2-1 0,12-1 0,-8 3 0,-8 12 0</inkml:trace>
  <inkml:trace contextRef="#ctx0" brushRef="#br0" timeOffset="66132">11174 9759 8162,'-25'26'2069,"13"16"0,4 15 0,4-1-3149,5-6 1,3-2 0,-1 2-91,-6 8 1,-2 1 0,8-9 1169,13-7 0,0-22 0,-13-45 0,8-8 0</inkml:trace>
  <inkml:trace contextRef="#ctx0" brushRef="#br0" timeOffset="66599">11149 9783 7533,'0'-67'3328,"17"31"0,10 4-2654,13 6 1,8 11 224,16 18 1,0 16-495,-4 11 0,-16 14-2114,-31 17 0,-23 2 404,-14-22 1,-12-8 764,-20-6 1,0-10 539,4-9 0,65 0 0,20 8 0,0 0 0</inkml:trace>
  <inkml:trace contextRef="#ctx0" brushRef="#br0" timeOffset="67232">11642 10313 7533,'-39'0'5666,"26"-6"-3057,59-39-2204,-2 6 0,2-4 629,-4-4 0,-2 1-629,-2 2 0,-7 20 764,-9 58-4182,-11-1 0,2 5 3013,9 9 0,6-5 0,24-12 0,8-47 0</inkml:trace>
  <inkml:trace contextRef="#ctx0" brushRef="#br0" timeOffset="68199">12651 9907 7982,'-25'-39'3958,"11"4"-4228,-40 37 765,20 21 0,2 13 374,9 2 1,2 7-1,8 3-569,6 13 0,9 4 0,14-7-270,15-9 0,13-6 0,6-14 30,11-15 0,7-14 0,-5-14 149,-5-15 1,-4-13 0,-10-8 60,-16 5 0,-5-6 0,-8-2 0,-10 2-270,-18-10 0,-15 1 0,-5 7-840,4 13 1,-4 4-1,-3 11-2578,-22 9 0,6 20 3418,17 34 0,31 7 0,10 6 0,7-8 0,-1 1 0</inkml:trace>
  <inkml:trace contextRef="#ctx0" brushRef="#br0" timeOffset="68465">12725 10066 10051,'8'36'3553,"28"3"0,10 5-3553,-9 6 0,2-3 0,20-4 0,0-13 0,1-23 0</inkml:trace>
  <inkml:trace contextRef="#ctx0" brushRef="#br0" timeOffset="71765">566 11076 6363,'0'-14'0,"0"8"0,0 13 0</inkml:trace>
  <inkml:trace contextRef="#ctx0" brushRef="#br0" timeOffset="73499">591 10990 7623,'0'-20'1619,"-11"8"180,8 56-1680,-4 4 1,-2 13 0,3 0-570,7-4 1,4 0-1,-3 0-90,-6 6 1,-1-1-1,6-13 540,21-7 0,-19-78 0,8-30 0</inkml:trace>
  <inkml:trace contextRef="#ctx0" brushRef="#br0" timeOffset="74067">566 11002 7353,'8'-44'5217,"42"18"-4678,3 36 1,6 18-510,-17 1 0,-1 7 0,-7 6-60,-8 7 0,-8 5 0,-7 3-600,-5 3 1,-8 3-1,-10-7-150,-14-11 1,-10-5 0,-1-5 644,-13 6 0,-1-11-1170,10-18 1,6-7 1304,10-7 0,41 2 0,34 7 0</inkml:trace>
  <inkml:trace contextRef="#ctx0" brushRef="#br0" timeOffset="75665">1083 11457 7353,'-14'-37'4047,"14"0"-3147,3 6-1170,8 6-1169,-44 18 1169,-8 30 944,6 7 1,7 7-810,24 3 0,14 0-809,12-1 0,10-9 1213,9-16 1,0-15 1079,9-45-719,-45-13-900,-25 27 0,5 3 91,34 5 1888,22 29-180,24 10-1394,-27-10 0,-5-2-1485,-5 0 1260,-17 7-539,-14 28 359,14 15 90,16-14-809,23-62 1348,-12-32 1350,-25-4-1709,-4 41-989,-20 73 89,23-22 1,9-4-720,20 0 1394,-9-55 0,-2-22 1034,-13 5 1,-5-6 0,-2-2-151,0-4 1,-2-2 0,-4 5-1110,-9-9 0,-1 17-1079,3 31 1754,-4 48 0,3 28 74,7-5 1,5 7 0,3-1-330,1-4 0,4-2 0,5-8-150,16 3 0,3-24 1170,14-65-496,-45-12 1,-18-2-3913,-34-1 3418,-20 40 0,60 58 0,33-9 0</inkml:trace>
  <inkml:trace contextRef="#ctx0" brushRef="#br0" timeOffset="76332">2191 10952 8342,'-11'-19'2249,"-3"40"-1934,-9 11 0,-1 9 134,6 22 1,6 7-330,3-13 0,2 3 0,10-3-630,10-10 0,9-3 1,3-5-31,13 9 0,6-18 1709,8-36 1,-6-18 989,-18-39-1395,-35 16 1,-14 13-1755,-33 46-5126,48 57 6116,6-24 0,11-1 0,30-1 0,11-11 0,-14-24 0,1 0 0</inkml:trace>
  <inkml:trace contextRef="#ctx0" brushRef="#br0" timeOffset="76899">2732 11407 7533,'-38'-6'4317,"90"1"-4317,-12 12 0,4 2 0,19-4 0,3 0 0,-7 6 0,0 1 0</inkml:trace>
  <inkml:trace contextRef="#ctx0" brushRef="#br0" timeOffset="77298">3126 11309 8612,'-14'-15'5487,"3"66"-6252,12-7 1,9 0 764,11-10 0,5-14 629,17-43 1035,1-24 1,-6-9-991,-22 14 1,-2 16-3284,30 71 2609,-30-1 0,-3 7 0,10 11 0,7-4 0,4-26 0,-1 0 0</inkml:trace>
  <inkml:trace contextRef="#ctx0" brushRef="#br0" timeOffset="78066">3766 11482 7533,'60'-22'6476,"-16"-28"-6341,-6 16 0,-11-3-765,-46-16 405,-23 54 0,-6 20 990,9 16 0,12 12-271,17 10 1,20-2-3284,27-13 1,14-13 2788,-5-15 0,3-11 0,12-16 0,-4-10 0,-20 0 0,0-1 0</inkml:trace>
  <inkml:trace contextRef="#ctx0" brushRef="#br0" timeOffset="78600">4209 11432 8072,'-25'-57'4408,"-10"47"-4408,18 72 135,11-14 0,12-2-1035,27-11 1,5-19 809,-12-40 0,-3-15 1709,9-17 0,-6 20 540,-18 50-2002,-3 23 0,-2 20 1,-1 11-1,-1-1-67,0-7 0,1 4 0,-2 2 0,-2-2 0,-4-4 157,-4 6 1,-3 0-1,-5-9 1,-10-17-698,-14-19 0,-8-16 0,0-11-2827,-1-15 0,1-13 0,3-3 3210,-2-2 1,2-2 0,26 9 0,43 10 0,46 35 0</inkml:trace>
  <inkml:trace contextRef="#ctx0" brushRef="#br0" timeOffset="79732">5242 11531 7713,'-38'-13'5397,"79"-4"-5487,-2 0 0,4-2 45,9-3 0,-8-6 0,-23-7 0,-17 1 135,-41 6 0,-17 15 404,-9 25 1,6 20-180,26 9 0,18 8-405,30 13 0,24-8-2099,6-32 0,13-11 1,-3-5 2188,5 0 0,-4-11 0,-2-20 0,-11-7 0,-20 0 0</inkml:trace>
  <inkml:trace contextRef="#ctx0" brushRef="#br0" timeOffset="80032">5759 11100 7533,'-7'-43'4272,"1"0"1,-5 18-4498,18 67 0,8 30-825,-10-18 1,-1 4 0,3 1-870,7 2 0,3 0 0,-2-4 1919,-3 7 0,4-15 0,19-27 0,-10-42 0</inkml:trace>
  <inkml:trace contextRef="#ctx0" brushRef="#br0" timeOffset="80298">6104 11407 7533,'-38'-18'7375,"13"27"-10343,25 40 404,16-8 1,4 2 2563,-12-8 0,3-3 0,43 7 0,-26-47 0</inkml:trace>
  <inkml:trace contextRef="#ctx0" brushRef="#br0" timeOffset="80932">6301 11445 8792,'-28'-33'6746,"7"43"-8365,42 42 1574,-4-17 0,5-9 225,30-33 45,-20-20 0,-4-10-135,-14-12 0,-1 11-90,20 34-810,-8 54 990,-4-11 0,7-13 269,9-38 1,0-17 2429,6-24-2924,-20 10 0,-2 15-3463,12 65 3508,-17-2 0,-2 4 0,1-6 0,-3-1 0,-3 12 0</inkml:trace>
  <inkml:trace contextRef="#ctx0" brushRef="#br0" timeOffset="81099">6202 11063 7533,'-46'-19'832,"51"-4"0,40 13 0,1 1 0</inkml:trace>
  <inkml:trace contextRef="#ctx0" brushRef="#br0" timeOffset="82998">8024 11235 7083,'-25'-12'5847,"11"5"-4588,3 1 90,33 1-449,6 4-900,5-2 0,5 1-180,5 4 0,1 1 315,2-2 0,-1-1 0,-6 1 0,-5-2-495,2 0 809,-25-10 271,-11 10-90,0-10-1890,0 4 811,0 49 89,-5-2 0,-1 4-360,4-1 1,1-1-2969,1 27 3688,14-66 0,32-33 0,6-1 0</inkml:trace>
  <inkml:trace contextRef="#ctx0" brushRef="#br0" timeOffset="84166">8811 11260 7443,'-35'0'2518,"7"0"-359,4-5 0,2-2-630,19 0-90,36 1-1034,7 3 0,7 1-900,12-2 0,0 1 495,-5 0 0,-7-1 990,0-2-1170,-39 6-270,-19 0-270,0 44-179,8 16-990,-8 8-1979,33-27 3868,-5-33 0,7-8 0,-13 14 0</inkml:trace>
  <inkml:trace contextRef="#ctx0" brushRef="#br0" timeOffset="84599">9574 11051 7533,'-13'-34'7196,"-9"89"-7466,18 7 0,5 11-120,-1-18 0,0 1 1,0-2-2850,-1 15 1,5-9 3238,18-11 0,-20-61 0,9-8 0</inkml:trace>
  <inkml:trace contextRef="#ctx0" brushRef="#br0" timeOffset="85032">9550 10952 7533,'-2'-52'2788,"1"0"0,24 18 1,11 12-2340,31 23 1,7 20-600,-27 1 0,-2 6 1,-5 6 149,-4 8 0,-5 6 0,-18-1-405,-39 11 0,-21-6-180,0-13 1,-3-9-2744,1-10 0,6-5 3328,15-4 0,63-11 0,-6 0 0</inkml:trace>
  <inkml:trace contextRef="#ctx0" brushRef="#br0" timeOffset="85799">10608 10928 7892,'-11'-40'4048,"-3"104"-3778,6-9 0,-1 10 0,2 3-315,2-14 0,0 3 0,2 0 0,2-2-645,2 14 1,3-2-1,2-12 690,10 5 0,20-83 0,-11-25 0</inkml:trace>
  <inkml:trace contextRef="#ctx0" brushRef="#br0" timeOffset="86099">10657 11162 7533,'22'-39'3148,"15"21"0,8 6-5622,2 4 1,2 4 2473,5 1 0,-7 6 0,-11 15 0,-53 7 0</inkml:trace>
  <inkml:trace contextRef="#ctx0" brushRef="#br0" timeOffset="86398">10608 11346 8882,'-16'-7'8185,"73"2"-11063,-1 4 0,6 2 2878,3 0 0,1-2 0,-4-8 0,-7-4 0,6-14 0</inkml:trace>
  <inkml:trace contextRef="#ctx0" brushRef="#br0" timeOffset="87098">11494 11076 8432,'-11'13'3103,"3"41"1,2 19-3434,2-15 0,-1 3 0,1 1-780,-2-1 1,1 0 0,5-6-510,7 8 0,8-23 1619,1-40 0,9-41 0,-14 9 0</inkml:trace>
  <inkml:trace contextRef="#ctx0" brushRef="#br0" timeOffset="87599">11445 11100 7533,'-14'-65'3867,"35"35"1,13 6-2834,24 3 1,10 15-915,-18 11 0,3 9 0,-9 9-885,7 29 1,-22 10-181,-35-7 1,-21-2 434,-9-19 0,-11-4 1,1-5-1021,-8-5 1,4-8 1529,4-5 0,84-17 0,0 3 0,1-1 0</inkml:trace>
  <inkml:trace contextRef="#ctx0" brushRef="#br0" timeOffset="95098">1944 12318 8522,'-24'-1'3688,"10"35"-5487,14 25 1799,10-15 0,5-1 0,12 16 0,9-14 0</inkml:trace>
  <inkml:trace contextRef="#ctx0" brushRef="#br0" timeOffset="95299">2289 12380 9332,'0'-8'2878,"11"53"-2878,14-4 0,-3 0 0,5 0 0,4-17 0,1 1 0</inkml:trace>
  <inkml:trace contextRef="#ctx0" brushRef="#br0" timeOffset="96232">5267 12392 7533,'-27'-45'5846,"5"37"-5756,33 68 90,-16-15 0,2 3-3418,12-1 0,1-4 3238,-8 9 0,45-75 0,5-23 0</inkml:trace>
  <inkml:trace contextRef="#ctx0" brushRef="#br0" timeOffset="96698">5464 12466 7533,'-25'-7'6656,"23"40"-8455,15-2 809,37 2 1395,-24-49 0,-1-14 1124,2-7 0,-4-3-854,-12 1 0,2 11-1125,20 31-1439,-19 28 0,-1 11 1889,21 2 0,4-11 0,5-23 0,15-49 0</inkml:trace>
  <inkml:trace contextRef="#ctx0" brushRef="#br0" timeOffset="96999">5956 12097 7533,'-11'-51'6476,"9"69"-6611,0 25 0,4 14-1035,3-4 1,4 5 0,1-1-210,2-7 0,2-2 0,-2-2 1379,2 15 0,0-25 0,-3-47 0,-25-23 0</inkml:trace>
  <inkml:trace contextRef="#ctx0" brushRef="#br0" timeOffset="97265">5907 12356 7892,'-25'-31'7916,"23"5"-8006,37-4-2339,1 18 1,5 5 2428,-1 4 0,-1 5 0,-1 7 0,-5 6 0,3 30 0</inkml:trace>
  <inkml:trace contextRef="#ctx0" brushRef="#br0" timeOffset="97633">6227 12466 10501,'-14'19'2429,"14"15"-1530,14-17-359,11-49-1,-13-2 1,0-6-720,9-8 0,5 4-4137,26 0 4317,-15 36 0,-1 12 0,5 31 0,-8-17 0</inkml:trace>
  <inkml:trace contextRef="#ctx0" brushRef="#br0" timeOffset="98065">5513 12134 7533,'-34'-19'89,"0"1"1,-10-3 0,80 0 0,16 14 0</inkml:trace>
  <inkml:trace contextRef="#ctx0" brushRef="#br0" timeOffset="98732">6670 12356 9961,'-14'-7'810,"-8"12"1349,-2 47-1395,12-17 1,7 2-1170,15 14 0,13-13-45,46-42 1484,-26-22 1,-7-12-765,-16-14 0,-16-3-270,-14 12 0,-10 14 0,-21 37 0,9 44 0</inkml:trace>
  <inkml:trace contextRef="#ctx0" brushRef="#br0" timeOffset="100132">8639 12134 7533,'0'-63'5037,"0"30"-4498,0 69 1,0 28-570,0-17 0,-1 4 0,2 1-600,2 7 1,1 2-1,0-5-1169,-6 11 0,7-17 1799,17-35 0,-20-40 0,9-6 0</inkml:trace>
  <inkml:trace contextRef="#ctx0" brushRef="#br0" timeOffset="100567">8639 12146 7713,'-1'-37'3822,"-1"0"1,49-15-3283,5 33 0,8 13-271,3 17 1,-6 14-1035,-15 7 1,-18 7-46,-40 11 1,-20 0 224,-10-11 1,-7-7 584,-45 15 0,98-47 0,55-14 0</inkml:trace>
  <inkml:trace contextRef="#ctx0" brushRef="#br0" timeOffset="101333">9574 12121 7533,'0'-47'4407,"0"12"-3417,-11 71-721,4 25 1,1 15-390,1-12 0,0 4 1,1-3-181,-1-14 0,0-2 0,4-4-1499,5 5 0,3-21 1799,7-55 0,-1 1 0,-2 8 0</inkml:trace>
  <inkml:trace contextRef="#ctx0" brushRef="#br0" timeOffset="101699">9648 12220 7533,'-27'-19'7645,"49"-4"-8545,27 11 1,11 5-1755,-9-1 1,-1 2 2653,10-5 0,-13 11 0,-36 27 0,-39 7 0</inkml:trace>
  <inkml:trace contextRef="#ctx0" brushRef="#br0" timeOffset="102098">9599 12380 7713,'-14'-13'9444,"36"2"-9714,16 7 1,9 2 269,17-2 0,0 1 0,-19 4 0,-5 2 0,23 6 0</inkml:trace>
  <inkml:trace contextRef="#ctx0" brushRef="#br0" timeOffset="103166">10362 12343 7713,'-25'-7'4497,"12"-4"-2788,13 10-270,57-10-1259,1 2 0,7 0-360,2 1 0,0 1 180,-8 1 0,-6 0 270,2 2 90,-55 9-180,-11 28-720,4-1 0,0 5-1619,-1 3 1,3 0-721,5 29 2879,2-37 0,31-32 0,-6 0 0</inkml:trace>
  <inkml:trace contextRef="#ctx0" brushRef="#br0" timeOffset="103832">11076 12404 8432,'-28'-12'6836,"17"0"-5217,58 0-1439,18 5-900,-11 4 1,2 1 1034,-15 2 0,-3 0 1124,22-6 0,-38 5-3418,-33 22-1619,8 35-1349,-7 6 4947,20-2 0,15-58 0,13-24 0</inkml:trace>
  <inkml:trace contextRef="#ctx0" brushRef="#br0" timeOffset="104532">11814 12269 7173,'0'-19'4947,"-11"18"-3148,8 69-1305,-2-7 1,-1 5-1080,5 3 1,2-4-2070,3-19 1,3-11 2653,7-20 0,-11-63 0,-6 11 0</inkml:trace>
  <inkml:trace contextRef="#ctx0" brushRef="#br0" timeOffset="104998">11814 12183 7533,'-3'-57'4915,"21"27"0,11 6-4254,18 13 1,7 13-1112,2 7 1,-5 12 89,-16 16 0,-18 8-450,-35-1 1,-16-2 1079,-11-4 0,-6-9-2654,-1-11 1,5-8 2383,12-10 0,81-17 0,-6 7 0,0-1 0</inkml:trace>
  <inkml:trace contextRef="#ctx0" brushRef="#br0" timeOffset="110300">591 13562 8252,'-14'-13'3688,"3"6"-2608,22 7-271,3 34-90,7 17 1,4 11-540,-7-11 0,-1 4 0,0 0-300,1-5 0,-1 0 0,0-4 210,0 19 0,2-26 2249,13-68-2159,-2-22 0,1-14-330,-8 10 0,0-4 0,-1 1-210,0 4 0,0 2 0,-3 2-1529,1-13 1,-7 14 1888,-13 31 0,0 50 0,0 25 0</inkml:trace>
  <inkml:trace contextRef="#ctx0" brushRef="#br0" timeOffset="110632">1206 13795 9422,'-5'-13'8545,"65"2"-8545,-3 9 0,3 4 0,-16 2 0,-3 3 0,22 6 0</inkml:trace>
  <inkml:trace contextRef="#ctx0" brushRef="#br0" timeOffset="111332">2043 13697 7533,'-14'-32'6566,"3"41"-6296,22 52-2384,-10-1 0,1 6 2114,7 0 0,4-8 0,11-4 0,15-64 0</inkml:trace>
  <inkml:trace contextRef="#ctx0" brushRef="#br0" timeOffset="111798">2289 13820 7533,'-38'-9'6296,"24"55"-6926,28 0 720,35-17 90,-17-52 0,-1-17 315,-4-8 0,-2-1-1,-2 2 1,0 18-135,13 54-1170,-21 20 1,-3 9-1620,11 5 1,1-3 2428,-12-13 0,3-12 0,21-31 0,-12-41 0</inkml:trace>
  <inkml:trace contextRef="#ctx0" brushRef="#br0" timeOffset="112100">2781 13365 7533,'-24'-14'3508,"18"47"0,9 21-3418,2-1 0,5 6 0,-1 2-2399,1 7 0,0 2 0,1-2 2309,0-7 0,2-2 0,-2-13 0,0-8 0,-11-80 0</inkml:trace>
  <inkml:trace contextRef="#ctx0" brushRef="#br0" timeOffset="112331">2707 13759 7533,'-32'-41'9830,"45"17"-8956,36-15-3723,-8 28 1,9 7-1,-1-1 2849,14-4 0,-3 4 0,-7 9 0,-13 9 0,-32 21 0</inkml:trace>
  <inkml:trace contextRef="#ctx0" brushRef="#br0" timeOffset="112732">3150 13857 9422,'-2'35'5037,"15"-13"-3508,15-48-585,-9-12 1,-3-7-3464,-10 6 1,2 4 2518,36-10 0,-14 86 0,0-1 0,0 0 0</inkml:trace>
  <inkml:trace contextRef="#ctx0" brushRef="#br0" timeOffset="113132">3569 13759 7533,'-25'-17'7555,"1"2"-8814,-1 29 989,0 43 675,29-5 0,11-1-990,8-15 0,6-15 990,19-34 0,-5-22 1214,-25-17 0,-14-8-1889,-8-3 0,-14 10 270,-20 28 0,-4 17 0,-7 39 0,41 35 0</inkml:trace>
  <inkml:trace contextRef="#ctx0" brushRef="#br0" timeOffset="113432">2289 13426 7533,'-34'-10'382,"0"-1"0,-10-10 0,58 14 1</inkml:trace>
  <inkml:trace contextRef="#ctx0" brushRef="#br0" timeOffset="115933">7851 13463 7623,'0'-25'2968,"0"1"-1529,0 15-585,0 34 1,0 23-765,0 6 0,0 10 0,0-3-210,0-13 0,0-1 0,0 0-30,0 9 0,0 1 0,0-16-1828,0-21-2430,0-25 4408,0 5 0,11-28 0,3-6 0</inkml:trace>
  <inkml:trace contextRef="#ctx0" brushRef="#br0" timeOffset="116398">7851 13377 7533,'-5'-64'4092,"38"34"1,16 12-3599,15 16 1,6 13-285,-16 0 0,1 5 0,-11 8-30,-7 25 0,-22 7-900,-27-2 1,-20-4 569,-4-18 0,-9-5 0,0-5-1514,-8-1 0,3-8 1664,-11-9 0,75-15 0,38 4 0</inkml:trace>
  <inkml:trace contextRef="#ctx0" brushRef="#br0" timeOffset="117699">8787 13389 7982,'0'-14'2249,"0"-2"-810,0 9-1349,0-5 540,0-12-360,0 4-150,-3 55 0,-2 41 0,2-4 104,2-6 1,-1 1-158,-3-11 1,-1 6-1,0-1 1,1-9-428,6 8 1,-5-25-2880,-7-41 3239,11 3 0,11-8 0,3 11 0</inkml:trace>
  <inkml:trace contextRef="#ctx0" brushRef="#br0" timeOffset="118132">8934 13598 7533,'-24'-49'6296,"10"16"-4047,3 10-990,55 12-2474,2 10 1,6 1-1709,8-6 0,1 1 2923,-6 4 0,-9 6 0,-13 18 0,-61 17 0</inkml:trace>
  <inkml:trace contextRef="#ctx0" brushRef="#br0" timeOffset="118599">8787 13759 8522,'-39'6'7286,"48"0"-6342,26-11 1,14-7-1185,-4 5 0,4 1 0,0-1-1319,-1-1 0,0 1 0,-2 1-870,12 1 1,-10 5 2428,-12 8 0,-36 15 0,-14-3 0</inkml:trace>
  <inkml:trace contextRef="#ctx0" brushRef="#br0" timeOffset="119498">9697 13549 7533,'0'-30'629,"0"-7"1980,11-12-450,-8 9-1350,-3 109-869,-3-17 0,-3 10 0,1 1-345,2-7 0,-1 2 1,1 0-1,0-2-1184,-2 10 0,1-2 0,2-9 1589,0-1 0,4-26 0,9-62 0,2-12 0</inkml:trace>
  <inkml:trace contextRef="#ctx0" brushRef="#br0" timeOffset="119999">9673 13549 7533,'-2'-48'2308,"1"1"1,13 7 0,11 6-1455,27 4 1,10 14-316,6 22 1,-1 14-450,1 8 0,-17 11-990,-37 9 1,-21 1-226,-24-5 1,-16-7 1184,1-11 0,-6-4 0,5-2-2129,4 0 1,8-1 2068,7 3 0,82-33 0,-15 4 0,0 0 0</inkml:trace>
  <inkml:trace contextRef="#ctx0" brushRef="#br0" timeOffset="120698">10190 13721 7982,'10'-38'6837,"-7"19"-5668,8 26-270,0 41-764,-5-15 0,2 3 135,8 11 0,3-1 45,-2-10 0,5-12 1304,38-44-1754,-26-26 0,-5-12-3553,-7 5 0,-3 1 3688,-2-2 0,-2 22 0,-4 51 0,3 33 0</inkml:trace>
  <inkml:trace contextRef="#ctx0" brushRef="#br0" timeOffset="121565">11149 13549 8072,'-24'-61'4408,"-1"15"-4948,1 16-179,-45 41 1168,30 7 1,-1 8 119,5 2 1,0 5 0,4 3 104,-8 18 1,15 7-76,19-2 1,12 6 0,13-10-660,12-17 0,10-7 0,7-10-330,14-7 1,8-11-1,-3-13 749,-5-10 1,-3-12 0,-11-10 359,-11-11 1,-12-10 0,-16 1-660,-20 5 0,-16 1 0,-6 5-1589,-4 10 0,-6 5 0,0 8 1529,-11-1 0,7 19 0,13 42 0,40 14 0,0 1 0</inkml:trace>
  <inkml:trace contextRef="#ctx0" brushRef="#br0" timeOffset="121865">11100 13746 11221,'44'52'719,"0"0"1,-13-19-1,3-3 1,21 10 0,0-9-1,2-23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25:56.223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3175 7815 7533,'-19'53'359,"0"1"1,8 14 0,8 3-360,5-19 0,2 1 0,4-4 0,2 10 0,7-22 0,19-54 0</inkml:trace>
  <inkml:trace contextRef="#ctx0" brushRef="#br0" timeOffset="1166">3347 7666 7803,'-53'-34'337,"0"-1"0,-4 25 0,-6 11 1,2 14 89,7 14 0,0 15 0,5 8 1,9 4-135,14-2 0,6 5 0,5 4 0,8 0 0,7-2-599,7-1 0,8 3 0,6-3 0,8-6 1,8-11 17,14-9 0,13-9 0,6-9 0,0-8 0,-5-10 827,-5-9 1,1-10 0,-2-8 0,-7-6 0,-8-6-109,-7-10 1,-6-10 0,-8-4 0,-9-1 0,-9 6-185,-13-1 0,-12 2 1,-8 3-1,-4 6-247,-2 6 0,-5 2 0,-3 8 0,-1 10 0,-9 12 0,-2 11 0,7 10 0,4 21 0,1 0 0</inkml:trace>
  <inkml:trace contextRef="#ctx0" brushRef="#br0" timeOffset="3300">5735 7580 7533,'-14'-30'3957,"3"4"-3282,9 60 0,4 28-825,-2-3 0,-1 7 0,2 2-255,1-14 0,1 1 1,0 1-1,0-3-435,1 16 1,0-1-1,2-14 840,7-5 0,9-68 0,-8-12 0</inkml:trace>
  <inkml:trace contextRef="#ctx0" brushRef="#br0" timeOffset="3667">5710 7519 7533,'38'-33'1776,"1"-1"1,3 30-1,6 11 1,1 5-1867,8 6 0,0 8 0,-10 7-300,-13 7 0,-8 6 0,-17-1-60,-34 11 1,-21-7-1620,-9-13 0,-5-10 2069,-5-6 0,26-12 0,75-24 0,3 2 0,1 1 0</inkml:trace>
  <inkml:trace contextRef="#ctx0" brushRef="#br0" timeOffset="5400">6424 7901 8522,'-14'-7'3508,"3"-4"-2788,22 4-421,30 1 1,22 2 0,0 1-1080,-6 2 1,0 2 0,1 3 779,8 6 0,2 2 0,-8 2 0,7-2 0,-24 8 0,-57 32 0</inkml:trace>
  <inkml:trace contextRef="#ctx0" brushRef="#br0" timeOffset="5700">6424 8122 7533,'3'-13'3508,"31"2"0,19 5-4828,2 3 1,8 4 0,0 0 1319,-2 0 0,1 1 0,-5 0 0,4-2 0,-13 3 0,-17 8 0</inkml:trace>
  <inkml:trace contextRef="#ctx0" brushRef="#br0" timeOffset="6233">6916 7752 7533,'-30'-45'8005,"44"16"-7286,37 29 1,18 16-840,-12-1 0,3 5 1,1 1-61,0 0 0,0 1 0,-3 2 330,-5-2 0,-4 2 0,-17 3-60,-29 37-450,-34-21 0,-17-1 120,-2-10 0,-7-2 0,2-1-930,10-4 1,1-1 0,2-2 1169,-13 2 0,14-4 0,30-9 0,39 2 0</inkml:trace>
  <inkml:trace contextRef="#ctx0" brushRef="#br0" timeOffset="7133">8294 7630 7533,'-46'-12'674,"11"13"1,-4 7-1,-22 10 1,-1 12-256,19 4 1,4 7 0,3 6 120,2 6 0,4 4 0,18 3-203,19-5 0,12 4 0,10-4 1,6-13-368,19-10 0,11-15 0,2-10-150,-8-6 0,4-7 0,-3-7 0,-10-13 135,-8-15 0,-8-14 0,-8-6 0,-13 2 270,-12 3 0,-12-3 0,-9 2 0,-4 8-675,-16-1 0,-8 8 1,-1 12 449,-12 8 0,7 21 0,13 45 0,60-12 0,0 0 0</inkml:trace>
  <inkml:trace contextRef="#ctx0" brushRef="#br0" timeOffset="7367">8270 7974 7533,'-25'17'3912,"41"17"1,20 7-3913,-2-10 0,7 1 0,-1-1 0,-2 2 0,-1 1 0,3-4 0,5-5 0,1 0 0,0-1 0</inkml:trace>
  <inkml:trace contextRef="#ctx0" brushRef="#br0" timeOffset="7933">9057 8269 10411,'30'-56'2473,"1"5"1,4-3-2609,0 2 0,1 6 720,2 7 0,-7 22-361,-25 44 1,-2 15-3733,22 12 0,3 2 3508,-14 0 0,6-12 0,23-32 0,5-19 0,-18-20 0,1-1 0</inkml:trace>
  <inkml:trace contextRef="#ctx0" brushRef="#br0" timeOffset="8567">9870 7901 7533,'-11'-14'3238,"7"44"0,5 22-3688,-3 7 1,4 3-1036,5 8 1,11-22 1664,20-59 419,-20-38 1,-5-27 0,5-1 209,6 16 1,4-1 0,3 1-1,1 4-240,4-8 1,3 4 0,6 18-330,8 22 0,5 13 0,-7 16-645,0 32 0,-23 17 645,-35-15 0,-16 2 0,-5-1 1319,-6-1 0,-6-2 0,0 1-1919,-6 3 0,0 0 1,20 2-3779,34 15 1,20-2 4137,2-8 0,11-7 0,0-19 0,6-5 0,-7-1 0,7 11 0</inkml:trace>
  <inkml:trace contextRef="#ctx0" brushRef="#br0" timeOffset="9700">17032 7691 10501,'-8'59'-155,"0"0"1,1 1 0,-1-1 0,0 0 0,2-3 0,1-6 0,3 1 154,3 12 0,2-1 0,6-30 0,8-43 0,-6-42 0,0-1 0</inkml:trace>
  <inkml:trace contextRef="#ctx0" brushRef="#br0" timeOffset="10034">17007 7494 8432,'62'-16'1844,"-1"0"0,-11 27 0,1 12 0,-4 8-1874,-1 11 0,-5 8 0,-13 5-600,-16 4 1,-14 4-1,-14-8 780,-19-12 0,-15-8 0,-1-7-1634,-21-2 0,12-16 1484,38-18 0,52 4 0,22 3 0,-2 3 0,-1 0 0,0 1 0</inkml:trace>
  <inkml:trace contextRef="#ctx0" brushRef="#br0" timeOffset="10567">17598 8221 11131,'-38'24'5666,"24"-65"-6566,21-8 1,11-3 809,7 3 1,12 8 358,24 12 1,10 17-180,-21 16 0,3 8 0,-3-2 584,15-3 1,-10-14-720,-21-28 0,-21-7 720,-47 2 0,-20 16-451,-11 35 1,10 27-405,38 6 0,13 13 1,11-1 179,14 7 0,14 0 0,8-10 0,2-13 0,8-8 0,2-9 0,2-21 0,1 0 0,-1 0 0</inkml:trace>
  <inkml:trace contextRef="#ctx0" brushRef="#br0" timeOffset="11367">18582 8110 7533,'0'-41'7375,"-11"96"-7060,12-14 0,7-1-1664,27 19 1439,2-82 0,3-25 569,-15 8 1,-2-6 0,-3 3-121,0-11 1,-4 24-1080,0 75-674,2 16 0,11-7 854,14-39 0,7-19 1859,-11-15 0,1-11 1,-5-4-691,-7-7 1,-4-4-1,-2 13-3058,11 19-2158,-20 62 0,-4 24 4407,4-25 0,2-1 0,6-7 0,14-1 0,7-19 0,7-42 0,0-1 0</inkml:trace>
  <inkml:trace contextRef="#ctx0" brushRef="#br0" timeOffset="11500">19444 8171 7533,'0'-39'4915,"0"0"0,0 7-3142,-11 77-1773,19-7 0,-4 27 0,6 4 0,9-37 0,0 1 0</inkml:trace>
  <inkml:trace contextRef="#ctx0" brushRef="#br0" timeOffset="12235">19739 8073 7533,'-27'-30'7286,"38"87"-6657,7 3 1,5 6-271,-3 1 1,1-7-180,12-7-585,-4-59 1,7-15-76,9-5 0,5-6 1,3 0 906,-7 7 0,2 0 0,0-1 1,-4-1 531,9-8 0,-3-2 1,-22 1 2098,-44-27-2473,-28 69 0,-3 24-3509,13 28 1,25 10 194,31-27 1,18-2 0,2-3 2728,11 14 0,3-17 0,10-33 0,-20-19 0,-62-19 0</inkml:trace>
  <inkml:trace contextRef="#ctx0" brushRef="#br0" timeOffset="12400">19715 7618 7533,'-6'-41'0,"12"8"0</inkml:trace>
  <inkml:trace contextRef="#ctx0" brushRef="#br0" timeOffset="13100">27467 7691 8612,'-21'13'3283,"-1"37"0,5 19-3283,8-17 0,3 3 0,2-1 0,0-1 0,3-1 0,9-10 0,18-16 0,0 0 0</inkml:trace>
  <inkml:trace contextRef="#ctx0" brushRef="#br0" timeOffset="13800">27640 7556 9152,'-33'-42'359,"0"0"1,-10 25 0,-9 7 0,-1 10-300,-8 12 0,-3 12 0,3 7 52,14 1 1,-1 6-1,5 2 1,6 2-773,4 5 0,7 2 1,14-4 659,19-2 0,14-13 0,33-34 0,-18-32 0,-1 0 0</inkml:trace>
  <inkml:trace contextRef="#ctx0" brushRef="#br0" timeOffset="16233">3003 9180 7533,'-3'-28'3508,"31"11"0,12 6-3823,-1 1 0,-4 11-1124,9 52 1798,-62-2 1,-19 7 779,7-9 1,-3 2 0,9 0-2085,6 15 1,19-7 944,29-14 0,14-16 0,18-30 0,5-20 0,-9-13 0,1 0 0</inkml:trace>
  <inkml:trace contextRef="#ctx0" brushRef="#br0" timeOffset="16667">3495 8873 7533,'-63'-30'689,"0"0"1,0 1-1,0 29 1,-4 11 0,0 11-1,4 9-539,19 0 0,0 7 0,2 6 0,4 4 0,4 4 0,7 0 114,3 10 0,5 6 1,6 3-1,6 1 0,9-3 1,10-6-790,9-5 0,10 0 0,7-2 1,7-6-1,2-8 0,3-11 195,2-11 0,6-8 1,4-9-1,0-6 0,-1-7 1,-6-6 1258,1-10 0,-1-9 1,-1-7-1,-5-6 1,-8-3-1,-9-2-450,-10-2 1,-6-8 0,-7-3 0,-8 0 0,-6 6 0,-8 8-480,-14 0 0,-12 6 0,-7 9 0,0 8 0,-13 6 0,-5 13 0,3 16 0,18 27 0,-1 0 0,0 0 0,0 0 0</inkml:trace>
  <inkml:trace contextRef="#ctx0" brushRef="#br0" timeOffset="18700">5735 9316 6993,'-36'-11'5127,"9"-3"-4048,13 0-225,60 5 1,31 2-795,-21-4 0,4-1 0,-1 1-210,1 3 0,0 2 1,-5 1 913,13-8 1,-24 14-226,-60 47-2563,6-12 1,4 1 2023,19 27 0,17-19 0,17-33 0</inkml:trace>
  <inkml:trace contextRef="#ctx0" brushRef="#br0" timeOffset="19334">6719 9021 7533,'-9'50'953,"0"1"0,0-1 1,5 8-1,4 1 1,4-1-1824,1-1 1,3-2-1,6-21 960,14-27 270,-17-37 0,-5-28 0,-1-11 0,5 6 247,7 2 0,4-1 0,3 3 0,5 6 52,9-3 1,6 7 0,5 14-360,7 19 0,5 12 0,-11 16-570,-17 20 0,-9 13 0,-13 1 330,-18-1 0,-14 0 0,-6-1 1199,-13 2 0,-7-2 1,11 3-2475,13 22 1,22-1 1214,25-14 0,17-7 0,-4-20 0,6-6 0,0-3 0,13-4 0,0 1 0</inkml:trace>
  <inkml:trace contextRef="#ctx0" brushRef="#br0" timeOffset="20867">17376 9143 9602,'-11'67'503,"-1"0"1,0 0 0,5-16-1,2-2 1,0 1-774,0 18 0,1 1 1,2-37 628,5-84-341,-1 9 0,1-13 0,1-8 0,1-1 0,3 3 557,2 3 1,2-2 0,2 1 0,1 3 0,2 3-194,2-4 0,2 0 0,2 10 1,7 22-84,22 30 1,7 25 0,-11 13-165,-24 1 0,-9 11 0,-6 3 0,-5 0-338,-3 0 1,-5 3 0,-5-4-1,-9-11-1146,-29 4 0,-7-20-1395,12-18 1,7-15 2743,11-37 0,64 36 0,21 10 0,-15 2 0,1 0 0</inkml:trace>
  <inkml:trace contextRef="#ctx0" brushRef="#br0" timeOffset="21300">17942 9648 7533,'-38'11'8815,"46"-70"-9310,3 17 0,8-1 375,13 12 0,10 2 0,2 6 210,20 3 0,1 3 1979,-6-3 0,-12-6-720,-22-26-90,-69 48 1,-13 23-2565,19 27 1,18 16 1304,23-8 0,12 6 0,6-3 0,-2-7 0,5-3 0,9-11 0,20-24 0,0-1 0,0 1 0</inkml:trace>
  <inkml:trace contextRef="#ctx0" brushRef="#br0" timeOffset="22100">18853 9501 9152,'-27'52'6566,"16"7"-6791,35-31 0,9-14 225,2-38 0,-1-17 854,1-10 1,-5 4 45,-8 17-1350,-14 59 0,1 18-764,15 7 0,12-15 899,10-44 0,3-21 1334,-12-7 1,-2-9-1,-5 1 1050,-4-12 0,-6 22-8635,-1 82 6566,-5-9 0,2 9 0,1-2 0,8 18 0,7-8 0,16-26 0,0-1 0</inkml:trace>
  <inkml:trace contextRef="#ctx0" brushRef="#br0" timeOffset="22300">19665 9635 7533,'-12'-36'4915,"0"-1"0,-2 18-4665,25 40 1,6 17-1,4 8 1,11 9 0,-1 1-1</inkml:trace>
  <inkml:trace contextRef="#ctx0" brushRef="#br0" timeOffset="23033">20231 9648 7533,'-5'-44'1978,"-1"0"1,-19 8 0,-7 3-1125,2-2 1,3 18-180,2 46 0,9 22-945,12 16 0,13 3 1124,8-9 1,7-6 224,2-13 1,5-17-2115,7-35 1,7-13 464,3 10 0,7-1 1,0-5 1078,5-9 1,-1-5 0,-6-4 149,-7-1 1,-6-3 0,-19 1 824,-27-6 0,-18 12-3103,-21 33 0,0 24 1619,22 19 0,10 16 0,8-3 0,6 2 0,14-5 0,21-20 0,-1 0 0,1 0 0</inkml:trace>
  <inkml:trace contextRef="#ctx0" brushRef="#br0" timeOffset="23200">19936 9156 7533,'-34'-11'2338,"0"1"1,12-1 0,63 18-1</inkml:trace>
  <inkml:trace contextRef="#ctx0" brushRef="#br0" timeOffset="25635">3077 10534 7533,'-41'-25'7106,"106"12"-7376,-16 13 0,3 5-540,21 0 1,-17 11-1,-53 31 1260,-35-24 0,-10 0-1,-1 7 1,15 5-360,39 2 0,16 0 135,12 2 0,1-1 314,-5 0 1,-18-2-1170,-42-9 1,-18-5-1710,-11-2 1,-2-5 2338,8-3 0,12 1 0,27 0 0,48-2 0</inkml:trace>
  <inkml:trace contextRef="#ctx0" brushRef="#br0" timeOffset="26101">3593 10202 7533,'-43'-30'501,"-1"0"0,0 0 0,0 0 0,-14 20 0,-5 10 1,-2 9-1,3 8-447,3 6 0,-2 9 0,2 6 0,6 7 0,11 5 483,13 1 1,7 8-1,5 4 1,6 2-1,6 0 1,7-2-583,6 3 0,8 4 0,5-1 0,8-3 0,6-8 0,6-13-75,9-12 0,10-7 0,6-9 0,3-7 0,-2-6 0,-4-7 419,-5-7 1,0-7 0,-1-6 0,-3-6 0,-3-5 0,-6-4 254,-2-12 1,-2-8 0,-6-7 0,-5-3-1,-8 1 1,-7 5-771,-10 0 0,-7-1 0,-7 2 1,-6 5-1,-3 6 216,-10-6 0,-8 8 0,-6 17 0,-8 22 0,-6 16 0,3 10 0,4 23 0,0 0 0,0 0 0</inkml:trace>
  <inkml:trace contextRef="#ctx0" brushRef="#br0" timeOffset="31734">5242 10657 7533,'-52'-5'6566,"17"-2"-4857,24 0-270,11 1-1619,0 6 1080,11 0 269,35 6-1049,4-2 0,12 0 0,1 0-450,4-1 0,1 0 0,0-1 120,-2 1 0,1-1 1,-6-1 478,15 1 1,-29-5 810,-47-3-810,-3 6-450,-8 0 360,0 66-2789,4-29 1,1 2 224,3 5 0,3-1 2384,3 12 0,32-72 0,4-16 0</inkml:trace>
  <inkml:trace contextRef="#ctx0" brushRef="#br0" timeOffset="33800">6941 10399 7533,'-25'-30'2518,"-21"9"-2518,-17 8 0,9 24 0,-2 13 300,16 1 0,1 8 0,3 6 194,5 3 1,2 6 0,4 4 0,9 1-203,11 7 0,9 4 1,8 0-1,5-4-292,3-5 0,6-1 0,7-5 0,8-10 0,17-8 0,13-9 0,2-12 0,-4-12 90,-9-13 0,-1-13 0,-4-9 0,-5-5-1,-10-1 1,-3-6 0,-3-4 0,-6-3 0,-8 0-270,-8-4 0,-7-2 0,-6-2 1,-6 2-1,-5 5-23,-11-3 1,-9 3 0,-3 4-1,-1 8-1476,0 3 0,-1 7 0,-2 11 1679,-18 10 0,10 22 0,30 35 0,12 11 0,5-15 0,0 0 0</inkml:trace>
  <inkml:trace contextRef="#ctx0" brushRef="#br0" timeOffset="34033">6916 10731 9062,'32'61'224,"-1"1"1,1-16 0,4 0 0,3-2-225,1-6 0,1-2 0,1-2 0,14 13 0,-8-17 0,-27-31 0</inkml:trace>
  <inkml:trace contextRef="#ctx0" brushRef="#br0" timeOffset="34534">7556 11149 8702,'-5'-23'3058,"28"-23"1,14-10-3479,-10 14 0,1-1 0,1 1 869,1-2 1,0 1 0,-2 9 630,16 0-1035,-31 76 0,-4 23-45,8-7 0,4 1 0,2 2 0,6-9 0,1-29 0,0-1 0</inkml:trace>
  <inkml:trace contextRef="#ctx0" brushRef="#br0" timeOffset="35633">8368 10521 8072,'-24'42'1739,"13"4"0,3 14 0,2 1-1829,0 0 0,1 1 1,2-2-391,1 1 0,2-1 0,2-33-599,12-75 1124,-6 0 0,2-14 0,2-5 0,4 4 517,8 5 0,4 0 0,4 2 1,2 5 216,10-8 1,4 5-1,5 17-359,3 22 0,3 14 0,-10 15-510,-3 33 0,-26 15-360,-38-16 0,-20 2 0,-2 0 1079,1 3 1,-2-1 0,1 1-480,-6-3 0,2-1 0,22 0-3658,42 11 0,22-7 3508,1-18 0,7-14 0,3-15 0,4-11 0,-5-6 0,-8-18 0,-1 0 0</inkml:trace>
  <inkml:trace contextRef="#ctx0" brushRef="#br0" timeOffset="35934">9156 10177 8612,'33'26'1331,"-1"-1"0,-14 16 1,-5 12-1,-3 7 0,-1 0-2105,0 0 1,1 3-1,-2 3 1,-4 0-1,-5 1 369,-6-6 1,-6 3 0,-2 1 0,-3-1-1,0-3 1,1-4 0,-1 8 0,0-3-1,-2-5 1,-6-6 0,-15-10 0,0 0-1,0 0 1</inkml:trace>
  <inkml:trace contextRef="#ctx0" brushRef="#br0" timeOffset="36567">6916 9968 7533,'-59'6'742,"0"1"0,1-1 0,-1 1 0,8 26 0,1 12 0,4 9 0,4 6 0,7 4-575,9-7 0,5 7 0,2 4 0,5 3 0,4 0 0,5 0 1,4-2-402,5-9 0,5 0 0,3 1 1,4 0-1,3-1 0,0-1 1,2-1-1,-1-2 0,2 3 0,0 2 1,1-1-1,2-3 0,3-3 1,3-6-1,4-7 0,20-16 0,0 0 1,-1 1-1,1-1 0,0 1 1</inkml:trace>
  <inkml:trace contextRef="#ctx0" brushRef="#br0" timeOffset="40333">16958 11038 7533,'-49'0'5217,"21"11"-4947,6 3 359,22 6 91,0-8-360,11-7 449,14-16-404,8-20 0,5-12-226,-1 2 1,1-5 0,-1 1 45,6-11 0,-1 4-135,2-4 0,-9 27 1079,-24 95-1124,5-8 0,1 5-2294,-5-3 1,6-6 2248,16-18 0,3-12 0,4-20 0,6-45 0</inkml:trace>
  <inkml:trace contextRef="#ctx0" brushRef="#br0" timeOffset="41500">17795 11038 7533,'49'-9'649,"0"0"1,6-3-1,2 0 1,-7 4 0,3 1-1,-3-2 1,15-7 0,-1 0-1</inkml:trace>
  <inkml:trace contextRef="#ctx0" brushRef="#br0" timeOffset="44367">18878 10854 7892,'-28'0'7196,"-4"55"-9400,21-7 1,8 5 2203,4-5 0,6-3 0,3-4 0,7-12 0,46-40 0</inkml:trace>
  <inkml:trace contextRef="#ctx0" brushRef="#br0" timeOffset="44767">19075 10977 7533,'-11'-31'6926,"8"55"-8455,3 42 764,24-33 0,9-12 1125,25-38 1664,-19-17 0,-4-8-1350,-17 2 1,-1 13-2654,16 56-1619,-3 12 0,0 7 3598,-9-1 0,5-12 0,18-28 0,2-19 0,-20-19 0,0 0 0</inkml:trace>
  <inkml:trace contextRef="#ctx0" brushRef="#br0" timeOffset="45033">19715 10473 7533,'-14'-43'3822,"7"74"1,3 27-4745,6-11 0,2 6 0,4 3 0,0 0 922,3 5 0,2 1 0,1-1 0,-3-4 0,-4 2 0,-3-4 0,7-15 0,19-17 0</inkml:trace>
  <inkml:trace contextRef="#ctx0" brushRef="#br0" timeOffset="45234">19690 10940 7533,'-25'-40'2457,"1"-1"1,-1 0-1,4 4 1,12 5-2484,55-19-2403,1 47 1,11 13-1,-1 0 2429,-9-3 0,-1 0 0,0 2 0,4 2 0,-1 1 0,-11 3 0,-7 12 0</inkml:trace>
  <inkml:trace contextRef="#ctx0" brushRef="#br0" timeOffset="45567">20108 10940 7892,'-13'52'3733,"-1"0"0,14 4-2473,27-100-271,-2 3 0,0-6-3328,-10-12 1,8 14 2338,20 37 0,4 17 0,-11 11 0,-1 9 0,5 4 0,0 1 0,1-1 0</inkml:trace>
  <inkml:trace contextRef="#ctx0" brushRef="#br0" timeOffset="45934">20527 10990 7533,'0'-61'9444,"-11"9"-9444,-25 41-135,13 51 0,16 14-630,31-8 1,15-9 629,0-15 0,1-16 585,13-38 0,-13-23-1620,-26-12 1,-22 1 1169,-22 23 0,-9 15 0,-12 29 0,31 47 0</inkml:trace>
  <inkml:trace contextRef="#ctx0" brushRef="#br0" timeOffset="46233">19148 10473 7533,'-54'-13'779,"54"-5"1,54-1-1</inkml:trace>
  <inkml:trace contextRef="#ctx0" brushRef="#br0" timeOffset="49533">27221 9205 8162,'33'-33'1979,"0"-1"0,11 17 0,5 9-2249,12 3 0,-4 13-540,-23 14 1,-17 8 899,-42 21 0,-23 5 929,14-22 1,-1 0-1,2 2-704,-12 22 0,25-4-2564,59-18 1,20-9 2248,-12-7 0,5-7 0,4-12 0,5-7 0,-9 0 0,11-8 0</inkml:trace>
  <inkml:trace contextRef="#ctx0" brushRef="#br0" timeOffset="52502">27320 10583 7533,'-36'-11'5487,"53"-13"-4498,28-7 0,16 2-1259,-13 13 0,4 5 1,-1 5-271,3 2 0,-1 5 1,-18 13 629,-30 30 0,-21 13 539,-7-12 1,-10 3 0,-3 2-1,5-2-269,-4 7 0,4-1 0,18-3-1035,32 16 0,27-13 675,6-32 0,13-13 0,-1-3 0,-6-3 0,-1-3 0,-5 1 0,-10 3 0,0 0 0</inkml:trace>
  <inkml:trace contextRef="#ctx0" brushRef="#br0" timeOffset="58200">3249 11900 9691,'0'-26'3149,"11"-3"-1620,-8 10-630,7 5-2968,-30 31 1,-14 15 2427,3 2 1,-2 5 0,-4 2 202,-2-3 0,-3 2 0,-1 0 1,2-2-114,-4 5 1,1-2 0,2-3-540,-18 5 0,27-14 1349,77-29-584,13-5 0,12-2-1215,-5 3 0,6 2 1,-2-1 539,-5 1 0,-2 0 0,-4 1 0,3 1 0,-11 1 0,-19 5 0</inkml:trace>
  <inkml:trace contextRef="#ctx0" brushRef="#br0" timeOffset="58467">3323 11876 7533,'-36'-24'4542,"30"51"1,7 19-5383,0 3 0,4 7 1,2 1-1410,5 3 0,3 1 1,-1 0 2248,-1 2 0,0-1 0,0-13 0,9-5 0,-22-65 0</inkml:trace>
  <inkml:trace contextRef="#ctx0" brushRef="#br0" timeOffset="59900">3470 11641 6723,'0'-35'3598,"-22"-14"-2879,-16 18 1,-17 10-585,4 15 0,-10 9 0,-4 6 0,2 7-171,8 4 0,-1 6 0,0 5 0,3 4 0,5 4 108,-1 6 0,2 5 0,3 3 0,10 4 0,11 2 3,14-3 0,7 5 0,8 1 0,7 1 0,6-5 0,6-5-370,8-4 0,8-4 0,7-3 0,4-4 0,3-5 0,0-5 400,4-4 0,5-5 0,2-4 0,0-7 0,-1-6 0,-5-7 596,6-10 1,0-9 0,-4-9-1,-5-6 1,-7-6-373,-12-1 1,-3-8 0,-5-4 0,-6-4 0,-6 0 0,-7 2-705,-9 2 0,-7-2 0,-6-1 1,-5 2-1,-3 3 0,0 5 375,-6-8 0,-3 3 0,-6 9 0,-8 12 0,-13 13 0,-10 12 0,-3 12 0,5 10 0,18 21 0,0 1 0,0 0 0,0-1 0,0 1 0</inkml:trace>
  <inkml:trace contextRef="#ctx0" brushRef="#br0" timeOffset="63466">5218 12072 7533,'-58'0'6566,"37"-5"-5037,-23 4-809,44-5 269,33 6-854,19-4 0,13-3-465,-1 0 0,6 0 1,-1 2 1018,-9 4 1,0 1-1,-3 2-150,0-3 1,-3 0 0,-14 13-180,-23 19 0,-12 9-1035,-10 7 1,-4 0-2924,0-6 0,4-1 3598,12-1 0,8-8 0,15-19 0,30-13 0</inkml:trace>
  <inkml:trace contextRef="#ctx0" brushRef="#br0" timeOffset="64066">6301 12023 7533,'-28'11'2338,"19"37"1,7 18-2669,1-16 0,2 2 1,2-3 1138,9 20 1,-2-30-271,-18-103-607,12 11 1,6-14 0,3-5 0,1 5 899,-2 11 0,1 1 0,4 3 0,4 5-353,12-7 1,7 6 0,2 23 329,13 37 1,-6 25-675,-13 22 0,-23 6-1080,-41-14 1,-15-8-1845,6-15 1,-3-7 2788,-13-6 0,10-14 0,32-24 0,39-10 0</inkml:trace>
  <inkml:trace contextRef="#ctx0" brushRef="#br0" timeOffset="65567">16687 12638 9422,'-16'-32'1918,"25"-8"1,14-12 0,2-1-1979,2-7 0,2-1 0,0 0 0,1-7 0,0 0 1,0 22-211,14 31 0,-23 67 0,-1 20 450,14-14 0,9-21-30,-3-42 0,6-20 0,-4-9 119,-8-14 1,-4-13 0,-4-4 0,-1 5 839,0-10 1,-2 3-1,0 29-120,10 40-1147,-21 32 1,-7 26 0,-2 9 0,2-4-1373,3-2 1,1 1 0,0-2 0,3-3 1529,2 5 0,2-3 0,3-12 0,4-15 0,3-14 0,23-26 0</inkml:trace>
  <inkml:trace contextRef="#ctx0" brushRef="#br0" timeOffset="65934">17869 12368 7533,'-37'-12'3178,"0"1"0,5 37 0,12 17-4408,22 2 1,13 7 0,9-12 1634,21-9 0,6-23 1349,-2-32 0,-11-22-1934,-25 0 0,-11-7 0,-9 7 180,-14-1 0,-10 16 0,-29 32 0,63 34 0,0 0 0</inkml:trace>
  <inkml:trace contextRef="#ctx0" brushRef="#br0" timeOffset="67435">18582 11654 7533,'-24'-15'3013,"29"52"0,9 26-2833,-11-14 0,-3 8 0,1 3 0,3-1-630,6 5 0,5 2 1,-2-1-1,-4-4 60,-5 6 0,-5-3 1,-11-19-961,-37-16 1620,-8-55 0,-9-6 599,18 30 1,-2 9 0,6 9-91,5 12 1,5 10-1,14 3-105,24 28 1,27-5-705,11-32 0,14-8 0,2-13-465,-8-12 1,3-9-1,0-6 1,-4-3 823,11-8 1,-4-5 0,-10-3 659,-9-16 1,-14 20-2159,-18 47-271,2 20 1,6 3 1034,15-6 1,9-12 1528,15-25 0,0-20 195,-18-7 1,-5-11-1,-4 2-690,-4-12 1,-7 21-3328,-6 40 44,0 33 1,6 12-585,28 0 0,12-11 3238,-1-23 0,3-16 1259,8-20 0,-5-16 570,-23 0 0,-4-6 0,-7-2-165,-3-12 0,-14 2-45,-29-11-1709,-26 86-1214,36 22 0,14 10 719,15-2 0,10-4 1979,13-7 1,-10-6 584,-42 6-3419,-27-23 1,-9-3 1439,0 2 0,12 1 0,27-2 0,47-24 0,1 0 0</inkml:trace>
  <inkml:trace contextRef="#ctx0" brushRef="#br0" timeOffset="68001">20748 12035 7533,'-11'-64'6386,"-2"80"-5907,0 22 1,1 17 0,1 5-1222,2 2 0,1 5 0,2 3 0,2-3-608,2-8 1,1 0 0,1-2 0,0-3 1349,-4 13 0,0-4 0,7-34 0,18-71 0,-21-23 0</inkml:trace>
  <inkml:trace contextRef="#ctx0" brushRef="#br0" timeOffset="68300">20330 12109 7533,'-23'-47'2457,"-1"1"1,46 8-1,20 1 1,9 4-1546,-3 9 0,9 4 1,4 2-1,3 1 0,-1 0-2112,-6 2 1,2-1 0,1 2 0,1 1 0,-2 2 0,-2 4 1199,17 0 0,-1 4 0,-4 5 0,-12 9 0,6 15 0,-25 15 0,-53 24 0,0 1 0</inkml:trace>
  <inkml:trace contextRef="#ctx0" brushRef="#br0" timeOffset="68668">21241 12245 7533,'-47'5'2728,"1"1"1,6 19-1,8 12-2368,6 30 0,22 2-1665,39-16 1,18-13 1843,11-14 1,-2-23 539,-25-37 1,-17-13-2249,-30-6 0,-18 7-4768,-35 24 5937,14 39 0,78 11 0,24 0 0,-8-18 0,0-1 0</inkml:trace>
  <inkml:trace contextRef="#ctx0" brushRef="#br0" timeOffset="69000">21782 12134 7533,'0'-49'3687,"0"-1"1,0 11-2968,-33 88-1200,20 6 0,4 16 1,1 3-443,-1-14 0,-1 3 0,2-2 0,8-6-427,11 20 0,13-27 1349,9-51 0,3-22 0,-1-22 0,-3-19 0,-1-1 0,-10 16 0,0 0 0,1 0 0,-1 0 0</inkml:trace>
  <inkml:trace contextRef="#ctx0" brushRef="#br0" timeOffset="69234">22053 11998 7533,'0'-56'4915,"-5"81"0,-1 24-4405,-2 6 1,-2 13 0,0 4 0,2-3-1838,2-9 0,0-1 1,1-2-1,3-3 1327,1 11 0,3-2 0,8-32 0,23-60 0,-9-13 0,-1 1 0,1-1 0</inkml:trace>
  <inkml:trace contextRef="#ctx0" brushRef="#br0" timeOffset="70300">22225 12479 7533,'-19'-13'3598,"53"8"0,25-2-3628,-11-6 0,3-5 0,0-2-180,3 0 0,-1-2 0,-15-7 480,-15-19 0,-24 6 179,-35 23 1,-13 19-420,7 17 0,0 14 0,11 8 150,19 18 0,15 10 0,12-5-360,11-10 0,11-6 0,7-11 90,8-15 0,8-12 0,-3-10 779,-7-11 1,-2-9 0,-9-3-1185,-8-14 1,-16 15-136,-42 70 135,27-4 1,14-6 584,29-24 1484,9-45 0,0-21 270,-10-4 0,-7 4-2204,-2 5-2204,-33 76 1,-3 20-810,16 17 0,7 2 3373,-7-13 0,7-11 0,14-21 0,3-15 0,12-40 0</inkml:trace>
  <inkml:trace contextRef="#ctx0" brushRef="#br0" timeOffset="70668">23579 12490 7533,'19'-45'4915,"0"0"0,-27-22-2962,-22 29-3842,0 92 1934,41-7 0,13 5-90,7 4 0,-2-2 674,-12-13 1,-15-6-4408,-48-6 3778,5-14 0,0-1 0,-6 13 0,64 16 0</inkml:trace>
  <inkml:trace contextRef="#ctx0" brushRef="#br0" timeOffset="73366">27246 11790 7533,'0'-40'3013,"-5"63"0,-1 23-2504,-2 12 1,0 12 0,-1 2-1185,2-12 1,-1 3-1,1 0 1,2-1-338,3-7 0,1 1 0,1-3 0,0-6 1012,-2 17 0,10-22 0,38-53 0,-7-10 0</inkml:trace>
  <inkml:trace contextRef="#ctx0" brushRef="#br0" timeOffset="73633">27640 12368 7533,'-11'-13'4047,"-25"73"-4047,24-18 0,5 3 0,2-1 0,10-6 0,36-8 0</inkml:trace>
  <inkml:trace contextRef="#ctx0" brushRef="#br0" timeOffset="74100">28034 11998 7533,'16'-37'3208,"0"-1"0,17 13 0,8 11-2713,17 17 0,-1 17-1215,-7 12 0,-18 14 630,-36 6 0,-20 9 1,-3 0 1138,4-5 0,-3 0 1,2 1-1080,-6 3 0,2 0 0,20-6-3343,39 1 0,20-12 3373,9-17 0,6-12 0,2-11 0,-8-8 0,-13-7 0</inkml:trace>
  <inkml:trace contextRef="#ctx0" brushRef="#br0" timeOffset="76200">3249 13241 8162,'0'-30'5037,"0"-12"-6026,-33 3-360,-16 39 0,-9 17 1349,5 6 0,5 10 269,5 8 1,21 4 404,52 7 1,27-5-135,-10-24 0,7-5 0,-5 4-121,-5 6 1,-5 4 0,-15 3-915,-22 19 0,-23-1-585,-11-21 1,-13-3 0,2-4 1079,-12 12 0,6-15 0,5-40 0,71-28 0</inkml:trace>
  <inkml:trace contextRef="#ctx0" brushRef="#br0" timeOffset="76500">3101 13266 7533,'8'-42'749,"1"1"1,33 8-1,14 11-749,-6 10 0,4 5 0,1 4 0,-3 3 0,-1 2 0,-1 1 0,7 1 0,1-1 0</inkml:trace>
  <inkml:trace contextRef="#ctx0" brushRef="#br0" timeOffset="77000">3643 12885 7533,'-28'-51'1888,"1"1"1,-2 6 0,-10 12-2114,-17 21 0,-15 12 1,-6 10-1,4 9 15,23 1 0,-1 6 0,1 5 0,1 4 0,2 3 1,2 3 422,2-1 1,1 4 0,0 2 0,2 4 0,5 1 0,5 2 0,7 1-112,6 7 1,5 4 0,4 4 0,7 0 0,6-3-1,8-5 1,7-7-418,15-4 0,11-4 0,8-5 1,7-5-1,1-6 0,0-4 122,-5-7 0,4-3 1,2-4-1,1-4 0,0-5 1,-2-5-1,-3-7 447,7-8 1,1-7 0,-1-8 0,-5-5 0,-6-5 0,-9-4 372,-11-3 0,-5-5 0,-6-5 0,-6-2 0,-8 0 0,-7 4-1149,-11-9 0,-12 0 1,-8 1-1,-6 4 0,-2 5 522,0 8 0,-5 4 0,-3 3 0,-2 5 0,0 3 0,-9-1 0,-2 4 0,-1 8 0,4 11 0,-1 26 0,0 0 0,1 0 0</inkml:trace>
  <inkml:trace contextRef="#ctx0" brushRef="#br0" timeOffset="112700">27492 13279 7533,'-35'-25'5037,"18"11"-3418,39 3-1260,26 15 1,13 9-630,-10-3 0,4 3 1,-5 0 134,15 5 0,-20 6 225,-48 23-225,-31-31 0,-9-1-180,2 10 1,17 7 1033,46 9 1,19 5-91,-2 5 1,-10 2-91,-28 7 1,-21-5-2294,-26-12 0,-15-11 1754,13-12 0,-3-4 0,8-2 0,-12 9 0,96-18 0</inkml:trace>
  <inkml:trace contextRef="#ctx0" brushRef="#br0" timeOffset="115200">5489 13082 7533,'0'-59'4587,"11"111"-4700,-11-10 1,-4 11 0,0 5-1,3-2-832,4-1 1,2 1 0,1-1-1,-1-2 375,0 12 1,-2-3-1,3-33 211,11-83 449,-15-5 0,-5-15 0,4-2 1011,1 14 1,2-2 0,3 2 0,7 6 7,7 5 1,7 5-1,8 9-450,17 7 1,10 9 0,-2 15-420,-4 16 0,-2 13 0,-16 8-1680,-17 25 1,-28 3 629,-26-21 1,-19-5 0,-3 0 809,-5 5 0,-3 0 0,8-4 0,6-7 0,23-2 0,74 7 0</inkml:trace>
  <inkml:trace contextRef="#ctx0" brushRef="#br0" timeOffset="115766">6399 13365 7533,'49'-13'1101,"1"1"1,5 2 0,6 2 0,0 1-1102,1 2 0,-1 3 0,-3 1 0,16 0 0,-28 9 0,-57 18 0</inkml:trace>
  <inkml:trace contextRef="#ctx0" brushRef="#br0" timeOffset="116033">6424 13610 7533,'-8'-23'3193,"44"10"0,23 6-4183,1 4 1,7 5 0,1 2 989,2 0 0,1 3 0,-5 4 0,-15-1 0,-5 3 0,-9 3 0,4 25 0</inkml:trace>
  <inkml:trace contextRef="#ctx0" brushRef="#br0" timeOffset="116467">7039 13241 7533,'-41'-49'7825,"74"22"-7945,8 25 0,13 11 0,-1 6-240,1 6 1,0 8-1,-9 8 570,-12 9 0,-8 6 0,-15 1-180,-18-2 0,-14 0 0,-11-6-1020,-19-5 1,-12-7-1,2-6-719,-4 2 0,4-9 1709,18-17 0,9 0 0,13 9 0,8 8 0</inkml:trace>
  <inkml:trace contextRef="#ctx0" brushRef="#br0" timeOffset="117033">6965 13032 7533,'-60'-15'2203,"10"30"1,-7 15-2946,11-2 0,-5 6 0,-2 3 0,-2-1 1029,6-5 1,-3 0 0,0 0 0,-1 0 0,2 0 589,-10 6 0,-2 0 0,5 0 0,8 0-458,4-1 1,7 0 0,25-5-90,40-10 0,26-6 0,4 0-1365,-1 2 1,5-1-1,2 1 1,-1 0-226,1 2 1,1 2 0,-2-1 0,-3-2 794,4-3 0,-4-1 0,-14 6 0,-9 38 0,-37-33 0</inkml:trace>
  <inkml:trace contextRef="#ctx0" brushRef="#br0" timeOffset="117967">8245 13315 7533,'0'-42'3957,"11"-7"-2337,-8 9-271,-3 10-1619,-69 19 180,3 13 0,-4 7-225,9 1 0,7 10 945,2 26 0,22 13-91,36-14 1,16 4 0,2-1-540,2 4 0,3 0 0,-13-1-810,-21 13 1,-17-7-1935,-13-18 1,-10-9 2743,-13-14 0,-1-4 0,12 1 0,17 2 0,30-2 0</inkml:trace>
  <inkml:trace contextRef="#ctx0" brushRef="#br0" timeOffset="119133">16983 13389 7533,'11'-51'3508,"-1"1"0,7 31-3598,-11 53 0,-8 39 0,1 0-1679,-1-6 0,0 2 0,0-1 749,1-1 1,1 0 0,-2-10 1019,-1-9 0,1-23 0,8-67 0,-1-27 0,-12 14 0,0 1 0</inkml:trace>
  <inkml:trace contextRef="#ctx0" brushRef="#br0" timeOffset="119467">17032 13168 7533,'23'-60'2758,"0"-1"0,36 39 1,11 24-2549,-19 16 0,1 14 0,-8 8-480,-4 14 0,-8 9 0,-16 2-30,-17-1 0,-14 0 1,-13-9 149,-14-15 0,-12-10 0,0-7-2144,-18-3 0,15-17 2294,38-18 0,77 17 0,-11 11 0,1-1 0</inkml:trace>
  <inkml:trace contextRef="#ctx0" brushRef="#br0" timeOffset="120001">17622 13869 9152,'-41'32'3778,"41"-52"-4138,25-19 0,13-8 810,5 2 0,5 3-31,-9 15 1,3 3 0,-3 2 1019,3 0 0,-5 0-90,12-16-1349,-106 8-585,18 49 1,4 18 44,16 3 0,7 8 1,10 1-1830,16 8 1,11 1-1,5-5 2369,-4-8 0,4-4 0,4-15 0,26-18 0,-8-21 0,-27-35 0</inkml:trace>
  <inkml:trace contextRef="#ctx0" brushRef="#br0" timeOffset="120600">18213 13709 7533,'0'-34'9624,"22"56"-10523,-6 40 629,6-18 0,3-16-719,13-58 1483,-12-5 1,-3-6-225,-4-6 0,1 12 0,15 40-1,-13 27 1,3 1 720,38-24 134,-18-33 0,-3-13-404,-12-14 0,-5 17-4049,8 67 3329,-26 28 0,-6 15 0,2-22 0,1 2 0,3-2 0,5-6 0,1 0 0,0 0 0</inkml:trace>
  <inkml:trace contextRef="#ctx0" brushRef="#br0" timeOffset="120866">19222 13562 7533,'-35'16'2278,"-1"0"1,10 25 0,8 9-3629,9 3 1,5 2 1349,-2-2 0,9-5 0,17-15 0,4-10 0,-11-18 0</inkml:trace>
  <inkml:trace contextRef="#ctx0" brushRef="#br0" timeOffset="121567">19345 13807 7533,'-12'-45'3193,"0"0"0,-13 0-1664,11 78-1889,12 19 1,4 9-1,4 10 0,2-4 1664,-5-23 1,8-14-1665,22-23 0,10-15-180,-3-9 0,3-10 1,0-2 1318,10-4 1,1-3 0,-2-2 479,-4 0 0,-2-1 0,-14-1-360,-18-12 1,-17 18-3868,-33 56 314,17 35 1,11 16 2653,12-3 0,11-3 0,7-9 0,8-17 0,16-34 0</inkml:trace>
  <inkml:trace contextRef="#ctx0" brushRef="#br0" timeOffset="121767">19222 13192 7533,'-43'-36'0,"12"38"0,56 44 0</inkml:trace>
  <inkml:trace contextRef="#ctx0" brushRef="#br0" timeOffset="123267">3273 14607 7533,'0'-59'4767,"0"28"-4137,-32 46-923,8 16 1,-1 17 0,-1 8-1,5-2 450,3 0 1,4 3-1,2 1 1,1-2-98,-7 18 0,2-1 0,17-19-285,26-23 0,4-21 90,-10-39 0,-9-17-810,-15-2 1,-13 9 944,-31 18 0,36 43 0,66 13 0</inkml:trace>
  <inkml:trace contextRef="#ctx0" brushRef="#br0" timeOffset="123733">3618 14435 7533,'-57'-34'642,"1"-1"1,-1 0-1,0 1 1,-7 33-1,-4 14 1,1 12-1,4 9-702,13 2 0,1 9 0,2 7 0,4 4 0,5 4 0,7 1 261,9 1 0,3 5 0,6 4 0,4 1 0,6-1 0,5-3 0,8-7-426,6-1 0,7 0 0,5-3 0,6-6 0,5-7 1,4-12-46,7-11 0,9-8 0,4-9 0,1-8 0,-1-7 0,-7-6 465,2-12 0,-1-10 0,-3-8 0,-4-6 0,-7-4 0,-9-2 10,-12 2 1,-5-7-1,-6-4 1,-5-1 0,-4 2-1,-6 5 1,-4 9-206,-14-15 0,-12 10 0,-8 8 0,-10-1 0,-6 9 0,7 28 0,20 57 0,1 0 0,0 0 0</inkml:trace>
  <inkml:trace contextRef="#ctx0" brushRef="#br0" timeOffset="124433">3175 14952 7533,'-41'-25'6566,"30"17"-5757,71 31-2697,-13 29-676,-35-7 0,-11 2 2564,-7-12 0,-10-3 0,-17 3 0,-5-6 0,-11 2 0</inkml:trace>
  <inkml:trace contextRef="#ctx0" brushRef="#br0" timeOffset="127900">5612 14865 7533,'-47'0'3598,"28"-5"-2159,-14 4-270,55-10-449,5 10-630,11 3 0,6 1-225,11 1 0,3 0 105,-12 2 0,1 0 0,-1 0 614,9-3 1,-6 1 585,8 7-991,-70 34-2877,-4 21 809,5-30 0,2 0 1889,10 34 0,11-39 0,3-1 0</inkml:trace>
  <inkml:trace contextRef="#ctx0" brushRef="#br0" timeOffset="128733">6916 14632 7533,'11'-37'5127,"-8"11"-3778,8 9-360,-11 6-1438,-11 4 179,-58 5 450,13 13 0,-2 7-1,4 6 1,9 9-135,12 9 0,20 4 105,33-11 0,18 0 0,2-1-90,-1-1 0,0-1 0,-5 3 120,4 19 0,-21 1-810,-32-13 1,-17-6-481,-8-12 1,-10-4-1,1-4 1110,-10-1 0,3-1 0,12-1 0,6 3 0,2 17 0</inkml:trace>
  <inkml:trace contextRef="#ctx0" brushRef="#br0" timeOffset="130600">16786 14718 7353,'-11'-42'4227,"8"75"-4182,-9 14 0,2 12-1514,13-1 0,6 5 0,-2-2 1469,-5-7 0,-2-2 0,4-8 0,20 19 0,-13-100 0</inkml:trace>
  <inkml:trace contextRef="#ctx0" brushRef="#br0" timeOffset="131133">16859 14632 7533,'17'-45'2488,"-1"0"1,26 16-1,12 14-2698,-5 13 0,4 8 1,-2 5-1276,18 8 1,-15 8-135,-29 23 1799,-71-28 0,-26-3 509,16-2 1,-3 3 0,16 7-196,20 20 1,21 6-555,18-11 0,13 1 1,5-1-91,13 0 0,4-1 0,-12 0 554,-16 11 1,-21-6-945,-34-17 1,-13-8-1485,-4-3 0,5-7 2024,14-5 0,93-12 0,-19 3 0,-1-1 0</inkml:trace>
  <inkml:trace contextRef="#ctx0" brushRef="#br0" timeOffset="131334">17549 15062 7533,'-39'-12'1484,"35"42"0,6 11-1484,-8 16 0,18-13 0,10 6 0,-1-5 0,-1-12 0,1-1 0</inkml:trace>
  <inkml:trace contextRef="#ctx0" brushRef="#br0" timeOffset="131900">18139 15087 7533,'-22'-42'4857,"-38"31"-4902,5 28 0,-2 12 0,9 6 0,11 7-810,20 12 1,21-3 854,34-14 0,17-12 0,3-14 0,4-10 0,2-8 0,1-1 0</inkml:trace>
  <inkml:trace contextRef="#ctx0" brushRef="#br0" timeOffset="132467">18361 15186 7533,'-25'-40'2293,"1"0"1,-26 9-2294,12 56 45,34 17 0,16 7-90,14-1 0,11-14 405,8-27 0,3-18 494,0-17 1,-8-11-945,-20-4 0,-5 12-990,4 39-179,28 40 2068,-4-44 1,4-13 1529,-6-9 0,0-4-4273,7-3 0,-6 12 1934,-3 41 0,-5 13 0,3 9 0,1 1 0,0-1 0</inkml:trace>
  <inkml:trace contextRef="#ctx0" brushRef="#br0" timeOffset="133766">19444 14706 7533,'3'-50'1739,"1"0"0,0 1 0,20 1-930,-4 82 1,-1 29-1080,-10-15 0,-2 8 0,-2 2 0,1-3-630,5 15 1,0-1 0,-11-8 404,-20 3 1,-15-20 808,-11-44 1,-9-10 614,7 11 1,-3 3 0,8 9-121,-2 22 1,19 11-810,27 18 0,28-4-1080,15-30 1,15-10-1,2-10 420,0-7 1,1-10 0,-5-8 1408,-9-5 1,-5-6-1,-8-1 15,-6-12 1,-14 16-1484,-21 40-450,-5 48 269,48-15 1,17-15 944,-6-35 0,2-20 734,-1-16 1,-1-15-1,-8-9-689,-18 7 0,-6-9 0,-3-4 0,-2 1 0,1 5 112,2 0 0,0 1 1,-4 5-1,-5 11 788,-13-16-1238,6 82 1,0 32 0,2 14-1,2-3 14,1-7 0,1 4 0,2 2 1,1-3-1,3-4 204,2 16 0,4-4 0,10-19 435,24-20 0,2-26 1259,-11-51 0,-6-17-1439,-9 16 0,-5 21-4093,0 75 3868,-9-4 0,1 6 0,8 14 0,7-3 0,4-27 0,-1-1 0</inkml:trace>
  <inkml:trace contextRef="#ctx0" brushRef="#br0" timeOffset="134701">20945 15395 7982,'-14'-45'3329,"-18"4"-3150,-18 33 721,7 42 179,40 31-1304,35-44 1,13-13 628,19-22 1,0-17 719,-20-9 1,-6-2-945,14-4-1350,-55 107 495,25-11 1,14-8 539,8-26 0,5-16 1394,-1-22 1,-3-12-226,-6-14 1,-10 10-9041,-18 33 8006,22 57 0,-20-15 0,4 1 0,13-13 0,0 1 0</inkml:trace>
  <inkml:trace contextRef="#ctx0" brushRef="#br0" timeOffset="135368">21708 15407 7533,'0'-35'3238,"0"0"0,0-10-3238,-33 25-630,3 72 225,12-9 1,9 0-1035,34 10 1618,5-58 1,5-15 944,-1-9 1,-2-2-945,14-13-360,-13 65-809,27 12 1169,-14-52 0,-2-22 247,-17 3 0,-3-10 0,-2-5 1,-4 2 1131,3-18 0,-6-1 0,-13 9-1289,-23-1 0,-7 28-1440,3 71 1,1 29-181,5-19 1,0 7 0,1 1 0,5-2 1349,6 7 0,4-1 0,2-7 0,1 3 0,0-19 0,0-32 0</inkml:trace>
  <inkml:trace contextRef="#ctx0" brushRef="#br0" timeOffset="135633">20699 15173 7533,'-30'-49'832,"33"16"0,27 10 0,16 17 0</inkml:trace>
  <inkml:trace contextRef="#ctx0" brushRef="#br0" timeOffset="135900">20256 14940 7533,'-3'-41'1978,"51"25"1,16 9-1979,-16-2 0,0 5 0,17 7 0,-7 9 0,-17 25 0</inkml:trace>
  <inkml:trace contextRef="#ctx0" brushRef="#br0" timeOffset="136067">19936 14989 7533,'-52'-26'179,"-16"25"1,16 15 0</inkml:trace>
  <inkml:trace contextRef="#ctx0" brushRef="#br0" timeOffset="136366">17992 14645 7533,'-52'0'-330,"27"10"0,28 4 0</inkml:trace>
  <inkml:trace contextRef="#ctx0" brushRef="#br0" timeOffset="138634">22963 15420 9062,'20'0'1574,"22"-12"0,11-9-1904,-7 0 0,2-4 1,-8-3 374,3-13 0,-23 0 1034,-66-6-810,-6 60 1,-13 24 0,12 8-30,20-3 0,9 7 0,15-1-1080,23 3 1,16-1-1,8-10 840,9-12 0,8-10 0,2-9 0,8-13 0,2-10 0,-10-8 0,-16-12 0,0 0 0</inkml:trace>
  <inkml:trace contextRef="#ctx0" brushRef="#br0" timeOffset="138933">23677 14767 7533,'-14'-13'4497,"11"51"1,6 29-5488,-1-19 1,1 5-1,1 4 1,1-2 989,3 5 0,1 0 0,0 0 0,1-4 0,-2 2 0,-1-3 0,5-10 0,24 7 0</inkml:trace>
  <inkml:trace contextRef="#ctx0" brushRef="#br0" timeOffset="139167">24022 15284 7533,'-33'-24'5756,"25"37"-8994,-3 54 3238,21-28 0,7 0 0,1 3 0,2-4 0,16-5 0</inkml:trace>
  <inkml:trace contextRef="#ctx0" brushRef="#br0" timeOffset="139667">24194 15370 8072,'0'-55'6926,"22"72"-8005,-5 10 0,4 5 494,14 8 0,4-14 945,-1-44 0,1-15 944,0-2 0,-5-3-989,-14-4 0,-1 13-1664,35 59 854,-18 5 0,2 1 270,7-5 1,3-7-541,3-13 1,-3-4 764,1 9 0,-38 4 0,-25 26 0</inkml:trace>
  <inkml:trace contextRef="#ctx0" brushRef="#br0" timeOffset="139901">24194 14854 7533,'-68'-3'764,"79"11"1,30 8-1,0-1 1</inkml:trace>
  <inkml:trace contextRef="#ctx0" brushRef="#br0" timeOffset="144000">27024 14779 7982,'-20'52'1057,"-1"0"0,10-4 0,4 3 0,4 2-1057,8 11 0,5 1 0,-1-4 0,-6 7 0,0-13 0,5-21 0</inkml:trace>
  <inkml:trace contextRef="#ctx0" brushRef="#br0" timeOffset="144200">27467 15051 9152,'-39'42'404,"-1"0"1,24 16 0,-10-2 0,11-3 0,53-9-1</inkml:trace>
  <inkml:trace contextRef="#ctx0" brushRef="#br0" timeOffset="144800">27787 14804 7533,'0'-48'5487,"55"8"-5173,-8 21 1,7 7-585,13 11 1,-2 13 179,-17 8 0,-17 11 180,-49 25 0,-24 8 539,7-15 1,-5 0-1,0-1-509,-2 0 0,0-1 0,11-1-975,11 12 1,21-8 854,35-17 0,15-12 0,-5-14 0,1-6 0,7-2 0,-1-1 0</inkml:trace>
  <inkml:trace contextRef="#ctx0" brushRef="#br0" timeOffset="144967">28329 15235 7533,'-25'-14'3238,"12"47"-3238,2-11 0,18 11 0,8 2 0,12 3 0</inkml:trace>
  <inkml:trace contextRef="#ctx0" brushRef="#br0" timeOffset="145533">28673 14755 8342,'22'-45'3778,"20"45"0,9 13-4228,4 3 0,0 7-584,8 12 0,-22 5 1303,-63 15 855,-13-39 1,-7-2-765,-10 10 0,14 8-675,43 9 0,15 6 270,2 15 0,-3 3-540,-16-3 1,-15-4-1215,-25-13 0,-13-11 1799,-10-8 0,2-12 0,1-12 0,73-4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05:28:35.0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29127 14792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0:47:50.112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1624 3975 7623,'14'-7'4677,"-3"2"-4047,-11 5 1528,-11 153-2278,13-101 0,2 0 1,-2 2-511,-4 14 0,-3 1 1,4-6-1530,7-3 0,-1-17 1350,-5-32 809,0-33 0,-11 11 0,-3-3 0</inkml:trace>
  <inkml:trace contextRef="#ctx0" brushRef="#br0" timeOffset="1021">1846 3729 7533,'-42'-30'1409,"-1"1"0,-12 4 0,1 9-1544,19 9 0,-1 8 105,-19 14 0,-7 9 0,12-1 30,3 9 135,8-2 0,-12 10 0,1 1 0,13-7-45,-4 13 67,14-5 1,-5 13-1,2 4 1,6-3 291,8 2 1,7 0 0,4 5-342,6-5 0,5 6 0,2 3 0,1-3 0,-3-5-108,-4 5 0,-2-4 0,15-4 67,19 0 1,13 1-1,10-8 1,4-16 255,-2-25 1,7-14 0,4-9 0,-1-1 0,-4 5-257,1 9 0,-2 4 1,-1-5-1,1-15 357,-10-9 0,5-11 0,1-7 0,-2-6 0,-6-2 1,-11-2-1,-12 2 133,-18-9 1,-16-3 0,-9-1-1,-1-1 1,7 1-522,13 2 0,6-1 0,0 1 0,-8 2 0,-13 6-1476,-22 0 1,-15 0 0,-7 6 0,3 10 0,13 16 1439,-3 17 0,-17 0 0,18-2 0,67-5 0</inkml:trace>
  <inkml:trace contextRef="#ctx0" brushRef="#br0" timeOffset="3110">3618 3852 7533,'-25'-6'809,"1"-1"-89,10-11 89,-8 0 91,20-2-181,-9 3-629,11 10-90,11 7 405,-8 28 0,-4 16-45,7 15 0,-1 10 17,-4-19 1,0 7 0,-2 3 0,0 0-1,1-4-1045,0-1 0,0-3 0,0 0 0,0-1 668,0 22 0,0 0 0,0-18-2788,0-17-2429,11-92 5217,-8 9 0,3 7 0,-1 2 0,-5-2 0</inkml:trace>
  <inkml:trace contextRef="#ctx0" brushRef="#br0" timeOffset="3774">3544 3913 5914,'-13'-30'4497,"-9"-23"-2878,19-1-809,36 4-316,10 38 1,12 12-555,1 9 0,5 8 0,-3-1 15,7-3 0,-4 7 255,-7 18 0,-1 11 0,-15-9 60,-19-9-270,-30 8 0,-16 15 0,-9 0 0,1-13-90,-19-14 0,-4-6 120,2 14 0,-3 7 0,1-11-885,-16-18 1,14-10 494,36-3-488,-20-6 0,79 16 0,17-2 0</inkml:trace>
  <inkml:trace contextRef="#ctx0" brushRef="#br0" timeOffset="4459">4603 4172 7533,'-39'-12'3778,"15"5"-1979,56 1-2015,10-1 0,16-5 0,9 1 0,-2 3 0,-12 8 216,3 19 0,0 2 0,6-21 0,14-8 0,-9 3 0,-31 13 0,-57 31 0,1-1 0</inkml:trace>
  <inkml:trace contextRef="#ctx0" brushRef="#br0" timeOffset="4852">4676 4381 7533,'-35'-5'3778,"18"3"-2249,-4-3-585,52 4 1,25 2-1095,-6-3 0,5 0 0,4 0-1380,-1 2 1,5 1 0,0 0 0,-3 2 1529,4 1 0,-2 2 0,-5 1 0,10-2 0,-22 6 0,-48 18 0</inkml:trace>
  <inkml:trace contextRef="#ctx0" brushRef="#br0" timeOffset="5674">5169 3864 7533,'-39'-12'3508,"73"35"0,17 7-3328,-24-15-1573,17 8 0,19 8 1,1 1-1,-13-7 1033,9 4 859,0-4 1,12 6 0,-12-3-635,-27-7 0,-4-1 180,15 3 0,-6-2 5,-16 3 490,-22-24-1799,-32 4 989,12-3 90,-26 11 0,9 15 0,-5 8 1019,-5-3 1,-5 3 0,3-1-705,-4 9 0,-1 0-532,-6-5 1,-6 1 0,15-9 575,15-8-3597,-21-4 3418,78-31 0,10-2 0,29-8 0</inkml:trace>
  <inkml:trace contextRef="#ctx0" brushRef="#br0" timeOffset="7328">6670 3975 7533,'25'-36'3598,"-1"-2"-1979,1-11-1799,-12 21-810,-23 6 181,-18 22 629,-31 14 0,-8 5 315,33-9 0,0 5-68,-9 13 1,-8 12-1,5 6 1,16 3 404,23 1 0,15 4 0,6 3 1,-1-1-428,-4 6 0,0 2 0,6-2 0,12-5-27,10-11 0,10-2 0,6-4 0,3-6 0,-3-9 71,4-6 1,2-5 0,-2-12 0,-6-16-180,-6-18 0,-3-17 0,-4-11 0,-8-1 1,-12 4 44,-14 4 0,-12 0 0,-6 0 0,-1-3-783,1-3 1,-1-5-1,-3 1 1,-3 4-1,-4 11 828,-15 2 0,-5 11 0,4 12 0,-14 18 0,69 25 0</inkml:trace>
  <inkml:trace contextRef="#ctx0" brushRef="#br0" timeOffset="7589">6891 4381 12840,'25'12'-315,"24"20"0,3 3-674,-8-9 989,0 6 0,8 7 0,-14-4 0,-16-3 0,0 0 0,0 0 0</inkml:trace>
  <inkml:trace contextRef="#ctx0" brushRef="#br0" timeOffset="8424">7556 4639 10591,'24'-47'224,"0"0"1,0 0 0,0 0 0,-1 2 0,-1 2 0,1 4 45,14-14 0,-3 11-180,-9 21 809,-9 45 1,1 14-631,6 6 1,3 2-1619,0 6 0,3-4 1349,6-7 0,1-15 0,2-28 0,-3-43 0</inkml:trace>
  <inkml:trace contextRef="#ctx0" brushRef="#br0" timeOffset="8960">8516 3987 7533,'0'-50'1409,"0"91"0,0 45 0,0-10-1724,0-36 1,0 1-190,1 10 0,2 15 0,-1 3 1,1-4-1,-1-17 504,1 15 0,-3-16 0,-14-50 0</inkml:trace>
  <inkml:trace contextRef="#ctx0" brushRef="#br0" timeOffset="9591">8590 4135 7533,'1'-60'1933,"0"1"1,8 7-825,2 0 1,6-10 0,9 15-1560,26 23 0,11 16 240,-9 0 0,4 4 0,-3 9 150,-8 12 0,-4 7 1,-4 4 148,4 7 1,-18 5-90,-40 16 0,-17-7-359,-3-27 449,-21 2 0,-17 6 0,13 0 719,31-5 1,4 3-481,-12 9 1,-3 5 0,15-2-420,34 27 180,16-20 0,13 5 0,0-7-2204,2-9 0,2-5 1574,4 11 1,-2-3 539,-10-16 0,-11-2 0,-23 2 0,-13 10 0</inkml:trace>
  <inkml:trace contextRef="#ctx0" brushRef="#br0" timeOffset="11898">15383 3975 6183,'-11'-19'2519,"8"-5"-810,-8 5-809,11 0 89,0 7-449,0 28-226,0 27 1,0 13-360,0 10 0,0 6-1056,0-6 1,0 5-1,0-4 1101,0 0 0,0-3-590,0-14 1,0 1-1,0-11 590,0-12-5576,0 21 5576,0-92 0,0-17 0,0 7 0,0 1 0</inkml:trace>
  <inkml:trace contextRef="#ctx0" brushRef="#br0" timeOffset="12316">15309 3852 7533,'11'-47'1529,"0"0"0,0 0 0,19-12 0,14 19-1199,8 39 0,10 20 0,-7 7-555,-1 17 0,-12 14 202,-19-9 1,-2 8-1,-9 0 1,-13-7-398,-24-1 0,-17-6 1,-6-10 509,-9-10 0,-6-10 0,5-5-1620,2-2 1,13-7 1529,27-9 0,50 17 0,25 10 0,-14-2 0,-1 0 0,1 0 0</inkml:trace>
  <inkml:trace contextRef="#ctx0" brushRef="#br0" timeOffset="12861">15752 4504 7533,'-11'25'5307,"8"-23"-5307,-8 1-360,18-43 0,19-14 270,23 20 0,9 3 539,-21 4 1,-1-3 0,3 1 389,8 4 1,1 1 0,-9-2-795,-15-3 0,-10-1-765,-8-21 810,-63 51 0,-9 21 180,30 20 0,1 8 0,-4 13 0,26-9-495,53-9 0,21-7-2879,-12 9 1,3-6 3103,12-13 0,-2-17 0,-5-32 0,-60 1 0</inkml:trace>
  <inkml:trace contextRef="#ctx0" brushRef="#br0" timeOffset="13606">16515 4246 7533,'-15'41'2788,"0"0"0,47-77 1,1 0-3509,-42 67 1,2 7-1,45-25 1,14-15 2023,-11-13 0,0-7-270,12-9 1,-2-3-136,-7 11 1,-6-7-840,-12-18 0,-5-9 0,-2 31-1230,-2 60 1,-4 36 0,1-7 1169,2-23 0,1-1 0,-2 9 0,2 3 0,0-16 0,5-22 0</inkml:trace>
  <inkml:trace contextRef="#ctx0" brushRef="#br0" timeOffset="15618">17376 4172 6633,'-13'-19'2969,"2"-10"718,0-3-628,8 49-2969,-8-7-1485,7 55 1,19 6 1394,32-47 0,-36 18 0,-1-8 0,34-70 0</inkml:trace>
  <inkml:trace contextRef="#ctx0" brushRef="#br0" timeOffset="16410">17869 4086 7533,'13'-47'5577,"-2"-4"-5128,-22 25-719,9 0-899,-64 20 1619,52 69-225,13-14 0,2 6 164,0-7 1,-1 2 0,2-3 1094,6-1 0,-8-6-1664,-44 7-2428,17-60 2338,33 1-495,40 6 1,22 1 1438,-21-8 1,5-5 0,-1-2-1,-4-2-1025,1-4 0,-4-3 0,1 1 411,13-1 0,2 1 0,-22-7-105,-32-23 0,-23 11-1574,-21 41 1439,8-29-135,-2 63 0,9 22-1539,33-5 1,7 3 818,-21 0 1,6-2 407,39 3 1,8-13 626,-14-23 0,12-13 0,-50-14 0</inkml:trace>
  <inkml:trace contextRef="#ctx0" brushRef="#br0" timeOffset="16672">17204 3753 7533,'-41'-12'0,"52"-11"0,44-3 0</inkml:trace>
  <inkml:trace contextRef="#ctx0" brushRef="#br0" timeOffset="25640">1551 5882 6633,'-58'18'4588,"25"-21"-3059,-2 0-990,92-10-449,-8-4 60,-2 18 0,9 6 0,-11 0-60,-4 3-405,0 28 0,-16 9-45,-42-16 1,-13 4 449,4 8 0,-3 7 0,-3-3 599,-6-7 1,-4-3-1,7 1 76,-3 17 0,18-2 89,27-13 1,14-7-855,23-12 0,8-8 0,-11-6 0,-3-2 0,3 8 0</inkml:trace>
  <inkml:trace contextRef="#ctx0" brushRef="#br0" timeOffset="26675">1920 5661 0,'-58'-18'1039,"1"-1"1,5 3 0,-5 6-390,5 8 0,-8 3 0,-5 6 1,4 8-1,9 12-531,10 14 1,6 15 0,6 9 0,3 5 0,4 0 0,3-6 125,-1 0 1,2 1 0,5-1 0,9-1 0,15 0-349,13-8 0,13 3 0,9-1 1,7-1-1,2-3 0,-1-5 1,-5-6 579,1-1 1,-2-4 0,1-5 0,3-9-1,3-10-357,10-11 0,9-11 0,2-8 0,-3-8 0,-12-6 0,-18-6 797,-23-10 1,-16-10-1,-8-4 1,-2 0-1,8 8-857,15-4 0,3 6 0,-13-7-990,-18 3 1,-12-10-1,-7-3 1,-5 4 0,-1 10-1,2 17 120,-22 18 1,-4 9 809,-1-20 0,-4-7 0,11 14 0,0 29 0,83-13 0</inkml:trace>
  <inkml:trace contextRef="#ctx0" brushRef="#br0" timeOffset="27895">3889 5636 8252,'-36'-26'6297,"42"90"-6297,-23-32-1191,22 18 1,12 22 0,2 3 0,-5-17 1325,-10-23 0,0 0 644,6 21 1,4 16-1,-4-8 1,-11-29-4288,-10-32 3722,8 25 1,-8-67 0,11 4 0</inkml:trace>
  <inkml:trace contextRef="#ctx0" brushRef="#br0" timeOffset="28712">3815 5697 9781,'-11'-65'3463,"53"23"0,23 9-3583,-19 24 0,4 7 1,1 2 628,13-4 1,1 1 0,-19 20 539,-26 32 0,-20 18 1,-11-8-3704,-21-14 1,-13-4 2233,-3 6 0,-7 1 1,8-15 419,-8-22 0,71-5 0,20 0 0</inkml:trace>
  <inkml:trace contextRef="#ctx0" brushRef="#br0" timeOffset="30423">15407 5501 8342,'0'-50'4588,"0"7"-2969,-11 11 719,9 86-1866,-1-8 0,0 12 1,0 5-1,1-5-202,1 2 0,1-2 0,1 3-135,-1 3 0,0 5 0,0-4 0,0-14-1485,0 4-3237,0-73 4137,0 3-2429,0-21 1,0 1 2878,0 21 0,11-47 0,2 21 0</inkml:trace>
  <inkml:trace contextRef="#ctx0" brushRef="#br0" timeOffset="30922">15334 5464 7892,'-9'-51'2968,"1"1"1,12-9-1,17 12-2114,32 30 1,14 22-915,-5 14 0,2 14 1,-23 8 688,-43 20 1,-15 6-301,22-17 1,4 1 0,-15-7-330,-37-5 0,-18-8 0,20-13 0,33-15 0,73-8 0</inkml:trace>
  <inkml:trace contextRef="#ctx0" brushRef="#br0" timeOffset="31794">15801 5907 8792,'-5'50'4915,"-15"-89"0,12-15-6007,55 43 0,13 0 1092,-21-43 0,-1 0 0,8 37 0,1 15 0,5 34 0</inkml:trace>
  <inkml:trace contextRef="#ctx0" brushRef="#br0" timeOffset="32588">16170 5907 12930,'59'-17'869,"0"1"1,-8-15-1,-6-6-3879,-9-5 0,-7-2 2920,-7 6 0,-16 6 412,-42 6 1,-8 13-323,20 19 490,-20 11 0,0 11 814,21 17 1,5 3-1080,-4-15 0,3 2 494,4 30 1,19-8 1692,26-39 1,11-8-4032,16 1 0,1-4 1349,-15-4 0,-1-6-2824,9-16 1,-15-2 3093,-33 13 0,8-3 0</inkml:trace>
  <inkml:trace contextRef="#ctx0" brushRef="#br0" timeOffset="33528">16810 5735 8072,'-27'-21'4498,"5"4"-3149,22 40-899,0-7 269,0 18 1,0 6-90,0 21-630,0-2-450,22-43 989,-3-61 1,0-19-810,11 16 180,-11-11 1,-5 20-271,-3 95 180,-8-31 315,13 15 0,1-3 584,-12-26-449,36-49 0,6-22 1169,-20 8-1034,8-9 0,-2 13-315,-22 41-90,-11 37 809,11 38-449,1-18 0,1 2-315,-6-10 0,2 0-1440,9 4 1,-3-13-5172,-12-27 6566,19-24 0,-20-18 0,9-15 0</inkml:trace>
  <inkml:trace contextRef="#ctx0" brushRef="#br0" timeOffset="34240">17475 5685 7982,'0'-39'7106,"11"-1"-6566,-9 32 719,9 45 1,0 24-1575,-9-20 0,-1 0-2204,10 28 1,0-4 2068,-8-13 450,30-70 0,-17-16 0,19-20 0</inkml:trace>
  <inkml:trace contextRef="#ctx0" brushRef="#br0" timeOffset="34974">18016 5649 8702,'0'-48'6296,"11"19"-6116,-19 0-90,-6 24-270,-46 10 720,5 7-540,6-3 90,16 23 540,64 18-720,-22-4 0,1 6 315,18 0 0,-7 0 674,-30-2 0,-12-7-1438,-26-6-271,6-33 1,6-11 809,21-19 0,66 2 0,-1 15 0,-1 0 0</inkml:trace>
  <inkml:trace contextRef="#ctx0" brushRef="#br0" timeOffset="35689">18213 5796 13020,'38'-19'-225,"7"1"0,1-4 1124,-15-1 1,-2-4 89,12-16 1,-19 5-1530,-69 16 4228,-16 51-2999,45 14 1,7 14 0,10-4-2984,12-3 0,14-7 2294,28 2 0,6-19 0,-4-41 0,-25-30 0</inkml:trace>
  <inkml:trace contextRef="#ctx0" brushRef="#br0" timeOffset="36057">17475 5427 7533,'-14'-28'0,"25"-10"0,16 18 0</inkml:trace>
  <inkml:trace contextRef="#ctx0" brushRef="#br0" timeOffset="38538">1575 7777 10681,'-13'-14'540,"-9"-2"359,19 15 270,-19-4 1530,8-1-2339,1-1 1349,24-5-2189,40 3 0,23 6 1,-30 14-1320,-66 26 0,-2 4 2113,72-20 1,-3 0-195,-72 7 0,-25 6 0,21 1 419,50-1 1,22 1 0,-10 3-1652,-32 16 1,2 1 1081,35-17 0,14-2 0,-27-3-120,-62 4 0,-34-4 1,18-16 149,36-20 0,-29 8 0,14 0 0,97-11 0</inkml:trace>
  <inkml:trace contextRef="#ctx0" brushRef="#br0" timeOffset="40024">1895 7519 7713,'0'-30'3777,"0"10"-1888,-11-15-1619,8 20-225,-23-3 0,-13 2 45,-16 7 0,-2 3-45,18-4 0,-2 2 15,-17 6 0,-10 5 0,8 13-300,21 13 0,5 10 0,-2 2 262,-2-7 1,-2 0 0,0 3-1,5 4 45,1 14 1,5 6-1,4 3 1,4 0 89,4-3 1,4 1-1,4-1 1,1-4 21,1-1 1,2-5 0,6 3-90,6 16 0,8 2 0,18-13 45,13-25 0,15-10 0,8-7 0,-2-6 548,-10-6 1,2-5 0,2-5-1,0-2 1,-1-1-558,6-1 0,1 0 0,0-4 0,-4-6 0,-6-8 89,-6-9 1,-3-10 0,-5-5 0,-6-2 0,-8 1 121,-5-3 0,-8-3 1,-8 0-1,-9 1 225,-15-2 0,-12 1 1,-5 1-1,0 3-562,5 5 0,0 1 0,-2 3 0,-1 3 0,-10-1 0,-1 4 0,4 4 0,8 4 0,0 0 0</inkml:trace>
  <inkml:trace contextRef="#ctx0" brushRef="#br0" timeOffset="40859">1649 7999 7892,'14'0'5757,"-3"-11"-5487,-11 8 1259,0-13-1349,-11 14-2249,8-3 3329,-52 5-3509,12 16 2249,12-17 0,15-6 0,52-25 0</inkml:trace>
  <inkml:trace contextRef="#ctx0" brushRef="#br0" timeOffset="60527">3815 7396 6633,'14'14'3238,"7"-9"-2158,-7-23-451,0 9 1170,-3-13 0,-11 15-1439,0-5-900,0 0 271,-11-1 269,-25 6 0,6 2 269,-25 18 1,-2 7-270,16-7-60,3 5 0,-8 6 0,7 7 240,13 8 0,6 5 0,0-3-90,-8-4 0,2 3-1071,6 24 0,4 12 1,8-17 1070,8-21 329,8 6 1,7 11 0,6-10-240,13-13 0,8-7-240,0 2 0,5 0 0,1-5-90,0-5 0,2-3 0,2-10 352,-2-8 1,3-7-1,0-6 1,-6-6 629,-6-11 0,-3-7 0,-4-4 0,0 0 688,15-8 1,-3-1-1,-18-5-1138,-25-2 0,-14-7 1,-10 3-1,-4 12-382,-23 3 0,-8 13 0,-4-3 0,2 20 0,27 37 0,-1 0 0</inkml:trace>
  <inkml:trace contextRef="#ctx0" brushRef="#br0" timeOffset="61109">3938 7815 9781,'-27'-7'6837,"49"7"-6253,8 23 1,5 10-900,10-1 0,0 4-3913,-7 10 1,-2-3 4227,-5-17 0,-4-9 0,-11-14 0,6-34 0</inkml:trace>
  <inkml:trace contextRef="#ctx0" brushRef="#br0" timeOffset="62041">4603 8060 7533,'-28'20'5577,"-5"-8"-5398,42-18 630,17-32 1,5-14-900,-7 9 1,1-2-1,0 0 0,2-2 0,3 17 2338,39 30-1483,-41 21 0,-2 11-3946,7 16 1,-3 1 3045,-11-12 0,-2-8-5172,5-13 5307,-9-17 0,1-27 0,-3 1 0</inkml:trace>
  <inkml:trace contextRef="#ctx0" brushRef="#br0" timeOffset="62808">5489 7532 7533,'0'-47'6476,"0"67"-6087,-3 17 1,-2 14 0,2 1-330,1 3 0,2 3 0,-1-2-240,-3-1 0,0-1 1,1-6-136,3 6 0,0-24-5172,0-47 5487,11 1 0,-8-14 0,8 12 0</inkml:trace>
  <inkml:trace contextRef="#ctx0" brushRef="#br0" timeOffset="63540">5587 7544 9062,'-26'-37'2158,"0"0"1,10-3 0,7 0-900,12-7-1034,20 8 0,12 5-135,5 17 0,7 10-315,21 7 0,1 13-270,-17 10 1,-8 10-1382,-15 21 0,-12 5 1876,-10-22 0,-11-2 0,-40 6 0,-11-10 1979,6-9-1934,-5-2 0,12 7 2204,48 22-900,-17-14-1169,52 1 0,16 1-765,-27-11 0,-2 1-777,11 5 0,-2 0 1362,-12-2 0,-3-6 0,0-11 0,-9-8 0</inkml:trace>
  <inkml:trace contextRef="#ctx0" brushRef="#br0" timeOffset="65012">15506 6990 7533,'0'-29'4857,"0"7"-3958,0-2 1800,0 78-2519,0-26 209,-2 11 1,-2 13 0,-1 2 149,-6 10 1,-2 3 0,1-4-495,3 2 0,-1-1-195,-2 2 0,-1 3 0,5-38-5696,8-63 5036,11 15 810,3-44 0,22 40 0,2-9 0</inkml:trace>
  <inkml:trace contextRef="#ctx0" brushRef="#br0" timeOffset="65962">15604 7113 7533,'-9'-49'4002,"-1"1"1,-17-3-2923,49 2 269,-22 49-540,0 0 271,0-11-990,22 58 119,1 0 1,7 11 0,-1-9-435,-5-13 1,4-6-1665,27 13 0,2-26 2473,-33-46 1,-5-26 0,-4-9-1,0 10-449,6-25 0,5 30 238,25 76 0,-4 28-283,-33-18 0,-6 9-91,3 9 0,2 16 1,-1 5-1,0-7 1,-2-18-360,3 7-1214,-1-13 0,-2-10-945,-7-29 1989,8-9 1,0 14-1,3 16 1</inkml:trace>
  <inkml:trace contextRef="#ctx0" brushRef="#br0" timeOffset="66588">16540 7470 17157,'8'2'450,"-14"7"270,28-31-6747,-33 19 4964,19-2 0,6 12 0,24 5 0</inkml:trace>
  <inkml:trace contextRef="#ctx0" brushRef="#br0" timeOffset="67323">17130 7052 8162,'3'-11'4048,"2"44"0,-2 25-3958,-6-11 0,-3 3 0,4 1-2039,7-1 0,4 1 0,-1-6 779,-2 3 1,5-17 1169,13-32 0,-13-44 0,-11 19 0</inkml:trace>
  <inkml:trace contextRef="#ctx0" brushRef="#br0" timeOffset="67953">17106 7039 7533,'0'-33'4767,"11"-8"0,10-1-3463,17 15 1,9 6-1335,-7-1 0,4 0 0,1 10-1687,5 17 0,2 10 0,-4 1 1627,2-5 0,-10 9 430,-4 36 0,-28 4-835,-63-26 0,-13-5 450,48 5 0,-1-3 285,-30-12 0,-14-9 0,17-11-2219,26-14-3058,-13 2 2248,59 25 3467,6-1 1,3 7-1,3 2 1,16 0-1</inkml:trace>
  <inkml:trace contextRef="#ctx0" brushRef="#br0" timeOffset="68273">17795 7470 10411,'-19'-25'0,"13"1"0</inkml:trace>
  <inkml:trace contextRef="#ctx0" brushRef="#br0" timeOffset="79715">1747 9291 7533,'14'-5'3328,"-3"-2"-1439,-11-6-720,0 1 90,0 5-1439,0 2 180,0 5-269,0 0-1,-11 16-360,-13 5 315,-4 9 0,-5 9 165,-3 5 0,-5 6 1,-2 0-47,8-11 0,-2 0 0,1-1 0,2 0 286,-4 9 0,3-1 0,1-4 1349,-42 34-90,76-76-449,11-5 89,-9 3-449,34-1 0,5 1-360,-25 2-420,22 0 0,15 0 0,-2 0-255,3 0 1,-1 0-1228,8-3 0,-2 0 1722,-6 5 0,-13 0 0,-29 0 0,-24 10 0</inkml:trace>
  <inkml:trace contextRef="#ctx0" brushRef="#br0" timeOffset="80209">1747 9328 7533,'-10'-53'7825,"7"33"-6296,14 44-1259,-7 20 0,-4 22 0,-1 7 0,3-8-1987,5-4 0,2-4 0,-3 3 1694,-4 4 1,-2 5-1,-1-3 1,0-13-1842,-1-8 0,4-18-1824,9-25 3688,-8-4 0,8-21 0,-11-3 0</inkml:trace>
  <inkml:trace contextRef="#ctx0" brushRef="#br0" timeOffset="81042">1895 9304 7533,'-26'-42'2878,"0"0"0,0-1 1,-5 4-2385,-12 10 1,-7 7-675,-11 5 0,-7 12-180,7 13 1,-3 9-1,3 10 607,19 2 0,2 7 1,3 5-1,3 2-180,-1 8 1,3 4 0,6 4-1,10 4 23,13-8 0,9 7 0,6 2 0,2 0 0,-1-4 0,-3-6-30,-6 12 0,0-7 0,12-1 137,13-7 1,9 4 0,7-3 0,4-9 0,1-18-266,8-22 1,5-19 0,0-9-1,-1 1 562,-3 7 1,0-1 0,-3-6 0,-3-11 49,-11-8 0,-1-13 0,-3-6 0,-3-2 0,-4 2 1,-5 8-575,4-4 0,-7 5 0,-13-6-60,-13-5 0,-9-9 0,-8-2 0,-5 6 0,-2 17-4826,-24 5 1,-5 13 4526,0-7 0,3 6 1,11 14-1,15 13 1,44 39-1</inkml:trace>
  <inkml:trace contextRef="#ctx0" brushRef="#br0" timeOffset="82194">4036 9032 7533,'-24'-28'5037,"10"6"-2609,14 79-2308,3-8 0,3 9 0,-1 4 442,-2-7 0,1 3 1,-1 2-1,0-3-682,2 17 0,-1-2 0,-2-9-600,-1-3 1,-2-28-2879,1-37 3598,0-33 0,11 8 0,3 12 0</inkml:trace>
  <inkml:trace contextRef="#ctx0" brushRef="#br0" timeOffset="83070">4184 9180 8072,'-40'-22'1769,"1"-1"0,6 3 0,8-1 390,14-4-810,33 1-1394,24 13 0,12 8 0,8 11 0,2 6 165,-18-6 0,0 0 0,-8 6 15,-6 15 0,-11 2-315,-12 2-315,-44-7 1,-14-1 539,17-2 0,1-1 45,-28 13 449,13-7 1,8-1 360,26-5-990,-25 9 449,44 4 361,24 12-720,6-4 405,-2-3 0,4 1-1530,-4-13 1,-1-3 1034,-10-2 0,-1-1-7106,16 5 7196,-43-27 0,0 6 0,0 1 0</inkml:trace>
  <inkml:trace contextRef="#ctx0" brushRef="#br0" timeOffset="85037">15457 9242 6183,'-11'20'6657,"-3"2"-6028,0-20 91,3 3-90,11-5 629,0 0-719,0-11-91,33-30-404,-19 1 0,2-6-255,10 1 0,4-2 1,-4 2-421,-8 1 0,-3 2 585,8-8 0,-2 18 2564,-10 37-810,-8-3-1260,11 30 1,7 27 0,-2-2-1080,-2-7 1,-1 1 509,0 2 0,2 5 0,-3-11-8065,7 2 7337,-22-53 0,0 4 0,0 21 0</inkml:trace>
  <inkml:trace contextRef="#ctx0" brushRef="#br0" timeOffset="85440">16195 9069 7533,'-25'0'9830,"1"0"-10248,65 2 1,24-4 417,-23-5 0,1-2 0,27 5 0,-3-1 0,-1-18 0</inkml:trace>
  <inkml:trace contextRef="#ctx0" brushRef="#br0" timeOffset="86411">16933 9057 12120,'62'-14'674,"-1"1"1,-11 1 359,-15-50 1,-24 2-3463,-71 58 4346,6 17 1,-6 9 0,29 5-1679,53 4 0,30 5 0,-11 5-2879,-32 6 1,-9 4-1,15-11 2639,27-19 0,17-11 0,1-7 0,-13-7 0,11-26 0,-34 16 0</inkml:trace>
  <inkml:trace contextRef="#ctx0" brushRef="#br0" timeOffset="86905">17622 8454 6723,'-10'-24'7106,"7"10"-3508,3 41-2789,1 16 1,1 12-750,1 6 0,1 9 0,-1 1-263,0-16 1,1 2 0,-2-1-1,0-3-1086,-1 5 0,-2-4 0,4-4-1860,8 9 1,0-27 2788,-8-44 360,19 5 0,-9 2 0,12 5 0</inkml:trace>
  <inkml:trace contextRef="#ctx0" brushRef="#br0" timeOffset="87634">18016 8946 11041,'-13'-26'7375,"2"9"-7105,11 17-360,-11 23 90,8 32-1709,-3-6 0,1 0 1260,5 11-7107,22-5 7556,-17-58 0,17-13 0,-22 9 0</inkml:trace>
  <inkml:trace contextRef="#ctx0" brushRef="#br0" timeOffset="88643">18287 8910 13469,'0'-14'4768,"0"52"-4948,0-9-585,-2 20 1,4-1 1033,9-21 91,14-38-1876,0-33 0,-1-13 1606,-8 16 0,-2 0-180,5-17 0,-5 22 1259,-14 84-1844,12-15 1,9-4 224,41-4-55,-11-37 1,0-14 504,-15-4 0,-4-5 1494,4-10 0,-6 19 215,-17 89-1529,1-31-360,-3 21 0,0-1-5486,2-24 5666,1 18 0,8-57 0,-8-16 0</inkml:trace>
  <inkml:trace contextRef="#ctx0" brushRef="#br0" timeOffset="89091">18016 8713 7533,'-13'-36'1169,"45"14"0,23-6 1</inkml:trace>
  <inkml:trace contextRef="#ctx0" brushRef="#br0" timeOffset="108705">1575 11014 5914,'25'-14'1169,"-12"-2"-90,-2 9 810,-11-5-450,11-1 1,-8 1-1,8-6-540,-11 5-359,0-5-1260,0 6-449,0 5 270,-33 7 719,3 17 225,-10-5 0,-2 3 674,-13 27-674,17-12 0,5 0-45,17 7 450,19 19 719,38-24 1,11-5-1260,-21-9 0,0 3 419,16 19 1,4 10 0,-23 0 209,-45 7 1,-9 1-675,36-2 1,-7-4 194,-41-15 0,-20-7 0,9-15-4738,11-26 3239,-30 3-1799,79-10 3238,-6 6 0,24-2 0,8-1 0,17-18 0</inkml:trace>
  <inkml:trace contextRef="#ctx0" brushRef="#br0" timeOffset="109308">1551 11026 8522,'-36'-7'9830,"63"-20"-13801,18 14 1,9 4 3970,-3-2 0,2 2 0,6 2 0,-12 9 0,-27 18 0</inkml:trace>
  <inkml:trace contextRef="#ctx0" brushRef="#br0" timeOffset="110295">1944 10694 10141,'-64'-22'1367,"0"-1"0,11 20 1,-5 5-1,-2 8 0,1 11-1382,7 8 0,-4 11 0,1 8 0,3 4 0,7 2 0,10 1 267,9 4 0,9 4 0,7 2 0,4 2 0,2-1-55,-3 5 1,-1 4 0,5-1 0,11-6 0,18-13-237,13-19 1,15-4-1,11-5 1,5-7-1,0-7 1,-5-9-1,-9-10 1316,-1-20 0,-6-19 1,-3-10-1,-1 1 1,3 8-1009,4 15 1,7 5 0,-3 1 0,-10-4 0,-18-11-76,-23-14 1,-19-14 0,-13-7 0,-6 2 0,-1 9 0,5 16-195,-7 7 0,-4 6 0,-1-5 0,-8-8 0,5 1 0,17 9 0,21-6 0</inkml:trace>
  <inkml:trace contextRef="#ctx0" brushRef="#br0" timeOffset="111812">4061 10793 7533,'0'-25'1889,"0"11"-540,0-13-540,0 17 2070,0-13-2160,0 16-89,0 2-900,0 5 180,0 33 630,0 28 0,0 12-540,0-13 0,0 4 202,-2-10 0,-1 7 1,0-1-1,0-7 607,2 5 1,-1-6-585,-4-3 0,1-10-495,5-18-809,0-39-271,0 10 271,0-3-2699,0 6 3778,0-2 0,33-33 0,8-6 0</inkml:trace>
  <inkml:trace contextRef="#ctx0" brushRef="#br0" timeOffset="112827">4135 10817 6183,'-52'-11'6027,"16"-14"-3688,58-18-1305,12 16 1,6 3 134,20-9-1349,-2 22 0,11 5 0,-18 12-180,-24 30-45,0 1 1,-13 5 763,-35-4 1,-21 1 0,1-2 539,-2 5 1,2-2-810,-7-2 0,19-4 989,62 0-899,-25-16 405,36 26 0,11 7-810,-19-13 0,-1 0-1754,5 8 0,-1-2-1574,-6-12 0,-11-6 3553,-22-16 0,-22-4 0,-6 1 0</inkml:trace>
  <inkml:trace contextRef="#ctx0" brushRef="#br0" timeOffset="113597">5046 11051 8612,'-52'-18'7376,"27"-7"-6657,17 10 1800,52-6-1709,-14 19-136,17-1 1,10 1-1665,6 4 1,-1 1 584,-12-2 0,-1 0-2878,13 0 0,-12 3 3283,-34 2 0,-16 11 0,-27 9 0</inkml:trace>
  <inkml:trace contextRef="#ctx0" brushRef="#br0" timeOffset="114045">5144 11162 7533,'-55'20'8725,"12"-3"-6117,64-28-1889,19 6 1,15 3 0,-2 1-2114,8-3 0,1 1-1065,-8 0 0,2 1 1,-7 3 1610,16 10 0,-76-10 0,-2 4 0</inkml:trace>
  <inkml:trace contextRef="#ctx0" brushRef="#br0" timeOffset="114906">5464 10817 8432,'-27'-33'5937,"5"10"-4588,22 17 1260,33 39-2385,7 0 1,4 3-540,-13-7 1,1 1 433,8 1 1,5 3 0,-7-4 150,6 11-315,-13-15 0,-2-3 225,-4 2 810,-14-14-1890,-11-11-1438,-110 71 2787,75-43 1,-1 0-1110,-8 2 1,-4 3-1,9-4 210,3 12-1349,28-36-3957,41-12 5756,-27 1 0,26-5 0,-18 4 0</inkml:trace>
  <inkml:trace contextRef="#ctx0" brushRef="#br0" timeOffset="115793">6522 10793 10321,'32'-21'4452,"-1"-1"1,7 0-2924,-16-10-180,-22 23-2249,-37-6 1,-13 1 540,6 5 329,-1 4 0,-10 2 0,7 5-60,-9 23-120,16 5 0,-3 9 0,14 1 255,23 1 0,11 2 45,11 25 0,11-6 0,3-33 0,8-7-1041,11-3 0,7-2 1,-13-3 1039,-17-3 113,-19 34 1,-12 3-563,-19-25-150,-16 8 1,-15 5-1,8-14 510,-7-29 0,6 15 0,5-3 0,22-22 0</inkml:trace>
  <inkml:trace contextRef="#ctx0" brushRef="#br0" timeOffset="117210">15727 10399 7713,'-27'-18'809,"5"4"990,22-9 1529,-11 37-1979,8 24-764,-7 7 0,-1 8-376,8-1 1,3 4 0,0 0 0,-4-1 0,0-1 0,1 0-1101,2-4 0,2-1 1,-1-4 890,0 4 0,0-22-3688,0-37 540,0-21 3148,11-34 0,2 25 0,12-1 0</inkml:trace>
  <inkml:trace contextRef="#ctx0" brushRef="#br0" timeOffset="117878">15678 10263 7533,'-22'-53'3276,"64"44"1,30 12 0,-16-5-964,-23-21-2853,-19 57 0,-3 37 1,-7 7-1,-9-19 765,-9-27 0,-10-3-100,-8 11 1,-12 10 0,-3 2 0,3-11 0,11-21-395,0-31-8367,9-35 8636,51 57 0,36-10 0,-26 20 0,0 0 0</inkml:trace>
  <inkml:trace contextRef="#ctx0" brushRef="#br0" timeOffset="118742">16072 10743 7533,'0'19'4915,"0"48"0,0-6-2242,0-54-2628,0 46 0,0-10 269,-1-94 1,2-32-45,3 32 0,3 0-1568,3 5 1,2-2 0,1 5 1252,-1 3 0,6 10 547,22 17 0,0 10-412,-18 3-3940,21 12 0,1 3 3491,-22-8 359,25 43 0,-47-40 0,-14 19 0</inkml:trace>
  <inkml:trace contextRef="#ctx0" brushRef="#br0" timeOffset="119502">16540 10817 10321,'-3'-18'4228,"49"5"-3419,9-10 1,2-5-361,-15 4 1,-7-5-495,-4-14 0,-18 0-135,-33 13 1,-15 12-1248,-19 31 1,-1 12 2056,-3 0 779,33 23 0,7 17 0,17-13-869,28-26 0,4-3-405,-21 26 0,5-5-1080,35-25 1,9-16 944,-24-11 0,-2 0 0,25 14 0,-17-8 0</inkml:trace>
  <inkml:trace contextRef="#ctx0" brushRef="#br0" timeOffset="120338">17179 10620 10231,'0'-13'4947,"-10"13"-4767,-4 13 180,0 17 0,-8 29-315,20-23 0,2-1 45,-11 20-450,43-28-360,-1-86 848,-6 22 1,6-4 0,-5 2-129,-9-1 0,-2 3 180,10-12 0,-6 21-585,-23 57 0,-3 17 405,15 15 90,0-11 0,9-15-450,33-62 1,7-21 404,-24 27 0,-1-2 1843,11-17 1,3-7 0,-12 14-1709,-14 21-990,-4 53 1,0 18-4107,2-27 1,-3 1 5257,-13 29 0,4-13 0,27-49 0,-33-35 0</inkml:trace>
  <inkml:trace contextRef="#ctx0" brushRef="#br0" timeOffset="123112">1624 12565 8522,'14'-20'1979,"-3"8"-1619,-22 7-180,8 5 179,-8 0 451,11 0-270,0 0-450,0-6-90,0 5-180,0-5 180,0 1 1079,-11 3-989,9-3-450,-31 21 360,17-6 45,-29 39 0,-1 7-45,19-23 157,2 4 1,-6 11-1,0 4 1,9-7 112,9 0 0,4-1-225,-15 14 0,1 3 134,15-1 1,5-8-90,3-23 450,20 27 0,15-2-361,1-34 1,7-8 180,26 6 0,-1-17-45,-8-44 0,-27-13 224,-56 18 1,-17 3-5442,15 8 0,-5 8 4223,-40 16 1,12 20-1,61 34 1,49-53 0</inkml:trace>
  <inkml:trace contextRef="#ctx0" brushRef="#br0" timeOffset="124136">1797 12466 10411,'-30'-34'1379,"0"0"0,-10 1 1,-5 4-1156,-13-1 1,-7 17-473,9 28 1,-7 17 0,0 8 0,7 1 314,14-6 1,6 3-1,0 1 1,-1 2 22,-11 6 0,-4 1 0,5 3 0,11 4-23,15 4 0,10 4 1,7 1-1,5-5 143,4 3 0,8-4 0,12-2 6,9-11 0,10-1 0,7-1 0,2-3 0,-2-4-351,1 1 0,1-3 0,1-6 0,6-8 243,3-8 0,7-5 0,1-7 0,-2-6 0,-9-8 116,-7-12 1,-5-9 0,-4-3 0,-3 3-75,4 3 0,-3 1 0,-6-6 269,-3-16 1,-6-6 0,-5 1 839,1-6 1,-7-4-991,-11 14 1,-2-6 0,-4 0 0,-4 2 209,-4-7 1,-7 3 0,-8 2-413,-6 11 1,-7 1-1,-3 3 1,2 8-113,-7-2 0,-3 11-1544,-7 12 0,-5 5 0,19 5 1589,30 5 0,3-15 0,60 2 0</inkml:trace>
  <inkml:trace contextRef="#ctx0" brushRef="#br0" timeOffset="126088">4873 12479 6183,'28'-11'5397,"-7"8"-3148,-21-14-2069,11 11 719,-8-7-719,8 6 2339,-11-9-2339,0 13-450,0-13-360,-11 3-359,-24 0 899,15 1 247,-19 12 1,-21 9-1,-2 4 1,16-3 22,2 5-61,-18-1 1,-14 2 0,28 5-479,45 9 359,-8-8-180,44 28 944,10-19 1,10 0-526,-7-4 1,3 3 0,-2 2 180,1 4 0,-2 3 0,-9 2 704,-2 15 0,-21 0-449,-34-3 0,-14-6-496,8-13 1,-8-11 659,-26-19 1,-12-15 0,18-4-6417,24-3 5307,-41-15 0,21 9-9561,72 30 9702,5 2 1,23 21 0,-1-3 0</inkml:trace>
  <inkml:trace contextRef="#ctx0" brushRef="#br0" timeOffset="129895">15900 11937 8612,'-14'-6'2429,"-8"-1"-900,19-10-540,3 9-449,3-14 359,19 8-1078,-19-11-181,8 12 989,-11 35-359,0 35-355,-6-11 0,-3 15 1,-2 6-1,1-3 1,2-10 263,3 4 1,-1 0-45,-6 8 0,-5 13 0,1-8 0,6-29 405,7-34-990,-7 3-2698,10-16-2699,0-2 5847,10-22 0,15-9 0,13-18 0</inkml:trace>
  <inkml:trace contextRef="#ctx0" brushRef="#br0" timeOffset="130912">15949 12023 7533,'3'-26'4587,"5"9"-899,-8-17-3508,3 28 1439,7-33-1979,-10 31-269,0-4 1798,0 12 180,11 50-1319,12 2 0,10 8 0,2-23-2099,30-42 2848,-15-6 1,6-4 0,-11-8-151,-20-21 1,-4-1-1,13 9 1,-2 21-203,-20 47 0,-8 31 1,-3 11-1,6-10-3704,12-11 0,3-5 0,-2 3 2596,-10 12 1,-3 3-1,8-23 681,29-32 0,-44 27 0,0 10 0</inkml:trace>
  <inkml:trace contextRef="#ctx0" brushRef="#br0" timeOffset="131454">16909 12528 0,'-44'-21'3258,"36"-1"0,60 16 1</inkml:trace>
  <inkml:trace contextRef="#ctx0" brushRef="#br0" timeOffset="132159">17352 12023 6183,'-11'-36'7106,"-3"14"-5217,0 49-1574,11 28 0,6 17-495,1-9 0,1 4 0,0-3-2743,2 8 0,0-6 1573,-1-2 1,-1-27 1349,-5-56 0,11-4 0,2 3 0</inkml:trace>
  <inkml:trace contextRef="#ctx0" brushRef="#br0" timeOffset="132848">17352 12085 6633,'-25'-53'2789,"1"11"-2520,10 0 4499,-8 2-2789,41 13-1710,-13-5 630,35 5 1,19 4-720,-16 10 0,3 3 0,1 3-240,1 2 0,1 4 0,-1 3 105,22 5 0,-11 10-135,-13 30 225,-56 15 0,-15-2-315,2-27-30,-8 6 0,-10 8 1,-2-12 1063,-9-20 1,-2-11-945,-2 4 0,3-4-6027,-8-9 5269,66-13 0,32 36 0,-3 15 0</inkml:trace>
  <inkml:trace contextRef="#ctx0" brushRef="#br0" timeOffset="248529">21954 3839 9062,'11'-30'-360,"-8"-7"1979,8 5 1080,-11-9-2340,0 26 1350,0-24-809,11 12-900,-8 0 1349,1 58 0,3 43 0,-1 11 1,-2-18-1800,-2-24 0,-1 0-1889,2 20 1,0 17-1,0-6 1,-1-30 2338,-2-33 0,0-44 0,0 20 0</inkml:trace>
  <inkml:trace contextRef="#ctx0" brushRef="#br0" timeOffset="250377">21856 5501 5824,'3'-39'7555,"-6"4"-6475,0-1 719,61-2-1350,-30 18 1,4 2 90,31-3 0,2 12-630,-25 14 0,-11 10-1619,-24 37 2608,-21-11 1,-14 10-1,-4 1 1,2-9-676,-14 2 1,7 1 584,16 11 1,8 8 0,20-16-1755,42-26 1,16-12-271,-9 6 1,1-1 1214,14 2 0,-18-15 0,-42-24 0,23-6 0</inkml:trace>
  <inkml:trace contextRef="#ctx0" brushRef="#br0" timeOffset="254758">21782 6732 6813,'-27'0'1619,"5"-6"-90,22 5-719,0-10-540,0 9 1529,0-14-1889,0 13 180,0-8 180,0 0-91,0 9 91,0-9 1709,11 33-1439,-9 5-203,2 15 0,0 16 1,-1 4-1,-3-11-337,-5-11 0,-1 0-383,6 15 1,1 15 0,0-5 0,-5-23 382,-7-26 0,33 32 0,5-47 0</inkml:trace>
  <inkml:trace contextRef="#ctx0" brushRef="#br0" timeOffset="255206">22053 7138 7623,'22'-48'1229,"-27"97"0,4 10 0,20-54 1,-24 61-1,-1 0 0</inkml:trace>
  <inkml:trace contextRef="#ctx0" brushRef="#br0" timeOffset="256089">22520 6842 9781,'-27'-27'1350,"5"-1"3147,22 0-3808,42 26 1,25 14 0,-12-7-1320,-14-20 90,3 29 1,6 14-1,-23 2 1304,-51 5 1,-18 1-720,9-2 0,-2 1 1364,-3-2 0,-2 2 1,16-2-241,35 16-584,12-16 0,6-4-585,1-9 0,6-5-1799,12-7 0,8-5 0,-15 4 951,-17 16 0,9 14 0,-60 14 0</inkml:trace>
  <inkml:trace contextRef="#ctx0" brushRef="#br0" timeOffset="261596">21856 8380 6543,'13'-13'-180,"9"-9"1170,-30 19-630,16-8 2968,-30 6-2159,20-2-1439,-9-11 360,11 10 360,0-3-450,0 11 270,0 0 359,0-6-359,0 5 270,9 27 0,4 24 67,-7 1 0,-2 10 0,-1 3 0,0-6-487,2-6 0,0-3 0,-1 2-165,0 7 0,1 8 0,-2-8 0,-7-23-8140,-7-23 8185,11-14 0,11-9 0,3 4 0</inkml:trace>
  <inkml:trace contextRef="#ctx0" brushRef="#br0" timeOffset="262161">22299 8787 5914,'27'-50'6206,"-5"17"-1619,-22 43-7465,-10 30 0,-2 10 2878,9-14 0,1-1 0,-7 8 0,7-16 0,15-38 0</inkml:trace>
  <inkml:trace contextRef="#ctx0" brushRef="#br0" timeOffset="263033">22742 8479 7533,'-60'-29'6566,"51"13"-8047,32-16 0,15 2 2740,16 15-670,-2-4 1,9-3 0,-18 20-1130,-26 66-89,46-48 434,-73 23 0,-26 21 0,-7 3 0,11-16 195,5 0 749,-8 6 1,-5 12 0,27-18-1740,47-32 1,14-8-755,-6 9 0,1-2 1744,13-10 0,-13 5 0,-41 29 0,-45 3 0</inkml:trace>
  <inkml:trace contextRef="#ctx0" brushRef="#br0" timeOffset="273092">22299 10251 6183,'0'-14'90,"0"3"270,0 6 0,0-2 90,0 1 629,-11-5-719,8 9 629,-19-3 1,20-1-810,-9 5-90,0-10 179,8 9 2250,-19-9 809,8 10-2249,51-4 1,22 4-1260,-18 12 0,0 6-150,2 1 0,3 3 1,-9 1 239,7 25-315,-76 0 0,-18-5 1305,9-23-765,-5-2 0,15 5 674,76 18 1,9 9-226,-68 6 1,-14 4 179,19 2 1,-9-7-765,-35-19 0,-9-13 0,11-9 0,20-12 0,50-20 0</inkml:trace>
  <inkml:trace contextRef="#ctx0" brushRef="#br0" timeOffset="280489">21930 11691 10141,'-5'55'539,"1"0"1,-1 1 0,5 7-1349,1-12 0,1 12 1,2 1-1,3-16 1,17 6-1,1-47 1</inkml:trace>
  <inkml:trace contextRef="#ctx0" brushRef="#br0" timeOffset="280838">22323 12010 12480,'-9'59'899,"-1"-1"1,46-104-1,-32 97 1,0 0-1</inkml:trace>
  <inkml:trace contextRef="#ctx0" brushRef="#br0" timeOffset="281693">22816 11863 7533,'-13'-35'3276,"1"-1"1,22-14 0,10 18-3380,11 50 0,-7 17 373,-43 9 224,10 0 1,0 14 0,5 2 0,7-9 1708,15-2 1,5-5-2204,-12 13 0,10-9 0,45-33 0,2-9 0,-27 24 0</inkml:trace>
  <inkml:trace contextRef="#ctx0" brushRef="#br0" timeOffset="282124">23382 12097 7533,'13'-46'9830,"-2"28"-12105,-11 75-1413,-11-13 2837,-5 18 1,8-16 0,13-48 0,1 7 0</inkml:trace>
  <inkml:trace contextRef="#ctx0" brushRef="#br0" timeOffset="283603">22791 11851 8882,'-25'-6'5757,"1"-6"-5308,10 4 3419,3-20-3418,33 2 809,15 4 0,8 1-1349,7 1 1,3 7-766,5 12 1,-5 12 1033,-6 29-179,-60-2 0,-20 8 0,2-5 0,8-11 0,-2-2 120,-11 11 0,-7 4 0,7-9 600,-5-4-900,19 2 0,-1 1 180,-14 1 270,13 28 360,8-38 2338,33 18-899,22-30-2069,8-8 0,12-3 0,-7-1-135,-11 0 0,-1 0-1035,36 2 1,-22 2 899,-53-3-5576,-6 5 5846,-10-12 0,34-11 0,20-9 0</inkml:trace>
  <inkml:trace contextRef="#ctx0" brushRef="#br0" timeOffset="284969">23849 11801 7263,'0'-20'2069,"0"-7"-720,-11 24 3418,9-30-2158,-9 28-1440,22-28-270,24 30 1,9 9-630,-3-4 0,3 2-180,27 10 0,-8 9-2609,-30 33 1170,-57-26 0,-15-2 2383,-4-4 0,-4-5-1034,-19-7 0,25 0 3778,96 21-3508,-23-21-150,11-1 0,9 2 0,-13 8-435,-19 14 0,-18 6-45,-35 15 1,-10 2 314,30-13 0,-4-4 194,-30-1 1,-15-4 0,17-24-6446,26-38 5037,-16 24-2519,24-25 3778,11 32 0,11 19 0,2 9 0</inkml:trace>
  <inkml:trace contextRef="#ctx0" brushRef="#br0" timeOffset="383495">17007 2424 6993,'-24'-6'899,"-1"-17"-1078,11-10 358,3 1 451,22 3-630,-8 28 180,19 8 180,2 45-180,-5-19 0,1 4-135,3 18 0,3 1 179,9-5 1,1-6 270,-15-14 0,2-5-405,7-6 0,8-8 59,8-11 1,8-8 0,5 2-132,-7 4 0,2 0 0,5 2 0,5-1 0,5-1-304,-11 0 1,6 0 0,4-1 0,4 0 0,2 0 0,0 0-1,-1 1 1,-2-1 0,-3 0 0,-6 1 285,8 0 0,-6 1 0,-3 0 0,0 0 0,4 0 0,7-1 75,-14-1 0,5 1 0,3-1 0,4-1 0,2 1 0,0-1 0,0 1 0,0-1 0,-4 0 0,-2 1 0,-5 0 0,-5-1-276,10 1 1,-6-1 0,-4 1 0,-2-1-1,1 1 1,4-1 161,1 1 1,1-1-1,1 0 1,1 0-1,0 0 1,-1 1-1,-1-1 103,8 0 0,2 0 1,0-1-1,-4 1 1,-7 1-1,-9 0 26,7 2 0,-7-1 630,83-5-1080,-134 6 1774,30 6-2089,6 3 1,2 0-2294,14 1 2968,14 12 0,-124-5 0,18-4 0,1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0:59:07.839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2043 3827 7353,'-25'-29'2428,"12"13"-1258,-9-29-1080,19 29 1709,-8-24-1529,11 30-810,0 21 1979,0 1-1124,-1 27 0,2 17 539,3 3 1,2 13-1,1 1 1,-2-9-586,-2 2 1,-1 1-270,3 5 0,2 15 0,-3-12 0,-9-40 90,-8-46-6296,-1 0 1439,3-23 4767,11 5 0,22 29 0,5 7 0</inkml:trace>
  <inkml:trace contextRef="#ctx0" brushRef="#br0" timeOffset="1246">2289 3458 8972,'-16'-31'1439,"-1"0"0,9-3-1034,-21 5 0,-8 4 134,-26 1-539,4 21 0,-13 6 0,4 4 30,17 1 0,4 3 0,-3 7-901,-6 8 1,-5 8 0,3 3-1,12-3 871,8 1 0,7 5-567,2 4 0,-3 8 0,4 0 0,8-11 567,6 12-222,-4 2 0,-9 17 0,2 1 1,8-17 221,8 8 179,4-9 1,0 14 0,4 2 0,12-11 150,17-16 0,10-8 0,3 3-151,2 7 1,3 5 0,3-1 0,2-7-113,-5-11 1,1-3 0,3-4-1,4-7 488,2-6 0,5-4 1,3-6-1,-2-4 0,-4-6-308,-1-10 1,-4-9-1,-2-2 1,1 2-236,-2 5 0,0 1 1,-2 0-1,-5-4 48,0-6 0,-6-4 0,-5-6 1394,1-16 0,-6-7 0,-10-3-135,-12 1 0,-9-2 0,-3-6-1477,2 17 1,-2-6 0,-1-4 0,-1 1 0,-1 4 0,0 5 67,1 1 0,1 4 0,-4 4 0,-8 0-2368,-19-11 0,-12-3 1,-2 12-1,10 22 2397,-9 34 1,9-3-1,-7 0 1,4 9 0,-5 32-1,0 1 1</inkml:trace>
  <inkml:trace contextRef="#ctx0" brushRef="#br0" timeOffset="56555">3544 3987 7892,'-24'-13'4318,"10"-4"-2879,-8 16 90,19-5-629,-19 6 539,9 0-899,-1 6 809,-8-5-180,19 5-1079,-7-6 630,10 0-630,0 0 270,21 0-316,18 0 1,4 0 135,9 0-300,-7 1 0,7 1 1,-4 0-106,-1 2 0,-1-1 450,23-3 0,-1-4 899,-26-2 0,-5-2-944,18-7-2518,-55-2 1168,0 17 1530,0 0 989,0 6-1169,0 17-585,0 38 1,0 10-1216,-1-26 1,2 0 1619,9 16 0,2-9 0,-7-28 0,17-54 0</inkml:trace>
  <inkml:trace contextRef="#ctx0" brushRef="#br0" timeOffset="58189">4947 3544 10141,'-14'-19'3868,"3"1"-2834,8 50 1,4 41-1,1 13 1,-2-16-1665,-5-9 0,0 0-1043,3-8 0,1 9 0,1 3 0,0-6 0,0-15 1673,0 11 0,13-78 0,12-10 0</inkml:trace>
  <inkml:trace contextRef="#ctx0" brushRef="#br0" timeOffset="58939">4898 3519 7533,'41'-31'3276,"0"-1"1,0 1 0,-22-21-2632,28 47 1,25 15 0,-1 12 0,-28 7-167,-40 16 1,-22 10 0,-4-2-3757,2-6 0,-3-2 0,-2-1 2895,0 4 0,-2-1 1,-3-12-1,-14-20 0,17-8 1,93 0-1</inkml:trace>
  <inkml:trace contextRef="#ctx0" brushRef="#br0" timeOffset="59751">5735 3877 7533,'-36'1'7915,"42"-13"-6836,49 3 1,26 8-2190,-19 0 1,3 1 0,0 1 329,-5-1 1,0 1-1,-5 2 780,13 6 0,-30-1 0,-65-8 0,-8 0 0</inkml:trace>
  <inkml:trace contextRef="#ctx0" brushRef="#br0" timeOffset="60317">5833 4098 6183,'-52'13'7196,"17"-7"-6746,24-8 1259,11-3-989,0 5 809,22 0-270,27 0-1147,6-3 1,18-2-1,5 0 1,-11 2-413,-16 1 0,-5 1 0,5 0 300,12-3 0,9-1 0,-5 0 0,-17 3 450,-7 2-10254,-54 0 8724,9 0 1080,-9 0 0,22 5 0,2 2 0</inkml:trace>
  <inkml:trace contextRef="#ctx0" brushRef="#br0" timeOffset="61079">6301 3680 7533,'-39'-13'9804,"37"6"-8635,40 29-1259,6-1 0,12 4 1,-3 2-301,-13-3 0,-2 2 0,2 0 570,13 7 0,2 1 0,-10-5 450,4 9 179,-38-16-719,-14-22-989,-8 6 359,-21 11 1034,-2 9 1,-6 7-255,-13 4 0,-8 4 0,5-3-2804,7 1 1,2-1 2353,-1-5 0,-1 1 0,26-12-3028,34-17 3238,3-5 0,21-11 0,4-2 0</inkml:trace>
  <inkml:trace contextRef="#ctx0" brushRef="#br0" timeOffset="62986">7334 4011 5914,'0'-18'6296,"-10"0"-3957,-4 6-990,-11 5 180,12 1-1349,13 6 1799,68 0-2294,-12-2 0,3-1 315,-6 2 0,3 0-150,2 0 0,4-2 0,-12 2 1590,-9 1-1126,2-3 1,-10 6-944,-33 13 89,-1 33 0,2 5-7375,10-8 7915,-10 7 0,1-6 0,9-31 0,-11-2 0</inkml:trace>
  <inkml:trace contextRef="#ctx0" brushRef="#br0" timeOffset="64085">8910 3642 7533,'-25'-47'7825,"11"-9"-8275,-8 22 1,-10 10 134,-26 21 0,-5 23 704,15 19 1,3 17 0,2 4-75,2-8 0,-1 4 0,9 1 0,23 0-423,29-4 0,23 3 0,11-2 0,3-6 0,-7-9 467,-6-6 1,0-10 0,7-10-162,10-13 0,12-8 0,3-8 0,-8-8 0,-18-7 251,-14-19 1,-16-11 0,-13-4-383,-10 8 1,-9-5-1,-6 2 1,-2 7-338,-3 3 0,-4 6 0,-5 4-1319,-10-2 0,-4 4 0,3 11 1589,-22 11 0,34 47 0,45 20 0</inkml:trace>
  <inkml:trace contextRef="#ctx0" brushRef="#br0" timeOffset="64590">8910 3975 8162,'-3'-7'7016,"39"40"-7946,-4 5 1,8 10 0,-3-4 929,2-4 0,-2-1 0,11 21 0,-16-24 0,-35-59 0</inkml:trace>
  <inkml:trace contextRef="#ctx0" brushRef="#br0" timeOffset="66431">13291 3594 6993,'13'-14'3688,"-2"-8"-1889,-22 3-450,9-13 630,-9 1-1799,0 12-1080,8 8 810,-8 11 540,11 60-210,0-15 0,0 9 0,0-1-90,0-5 0,0 0 0,0 5-83,2 8 0,1 6 1,1-1-1,-2-11 113,-1-10 0,1-6-2789,4 17 1,-1-23 2608,-5-41 0,0-28 0,0-2 0</inkml:trace>
  <inkml:trace contextRef="#ctx0" brushRef="#br0" timeOffset="66836">13143 3569 7533,'42'-40'1966,"1"0"0,5 37 0,10 13 0,0 8 0,-12 4-1844,-5 17 0,-11 8-122,10 15 0,-22-2 0,-51-18 0,-19-13 0,6-29 0,-1 0 0</inkml:trace>
  <inkml:trace contextRef="#ctx0" brushRef="#br0" timeOffset="67786">13783 3987 8702,'14'-13'3373,"-11"61"0,-6 18-3013,0-34 3958,-8-76-7595,46 35 0,23 7 0,-9-13 2692,-23-34 1,-10-16 0,11 19-1,21 36 1,9 16 0,-12-6-1,-12-22 1</inkml:trace>
  <inkml:trace contextRef="#ctx0" brushRef="#br0" timeOffset="68451">14275 3975 9242,'11'-14'1034,"25"1"1,7-1 134,9-12-225,-4-5 1,-14-4-5916,-44-9 3172,1-2 1869,-27 46 0,-4 16 1998,7 40-899,2-9 1,2 1-1170,13-14 0,7 0 629,10 12 1,9-9-450,6-24 0,20 7 0,8-2-6296,24-15 5756,-29 2 0,-1 1 360,8-6 0,-46 0 0,-13 0 0</inkml:trace>
  <inkml:trace contextRef="#ctx0" brushRef="#br0" timeOffset="69454">14817 3925 10231,'-14'-18'3058,"3"5"-2878,11 3-90,0 35 0,0-1 0,0 11 0,0 1 450,0-5 989,22-15-1349,-17-27-180,11-22 0,1-6-270,-3-12-360,0-6 360,7 57 360,-7 36-135,-5 1 0,7-8 989,21-32 1,5-19-360,-12-16 0,0 0-1215,13 26 0,-1 3 181,4-20-1081,-26 72 1,-4 17 1529,22-2 0,-10-35 0,-6-31 0</inkml:trace>
  <inkml:trace contextRef="#ctx0" brushRef="#br0" timeOffset="71100">18902 3569 5824,'14'-21'270,"-3"5"-1,0 16 3959,-8-17-3868,8 13 3058,-1-39-3238,-7 36 179,19-21 721,-19 45-91,1 33 1,0 22-1,-1-10-854,-3-26 0,0 1-1545,1 31 1,1 10 0,6-25-2189,5-38 2519,1 2 0,-3-17 1079,-11 0 0,0 11 0,0 3 0</inkml:trace>
  <inkml:trace contextRef="#ctx0" brushRef="#br0" timeOffset="74263">1649 5919 11131,'14'0'1259,"-14"-5"-1169,-3 3 270,-8-3 449,11-1-719,0 5 1439,0-10-989,0 4-540,0-5 270,22-11 0,16-3-315,14 4 0,3 1 225,8-1 44,-6 9 1,-2 5 585,-14 13-720,-3-3-90,-16 14-2519,-44 47 2249,17-32 210,-18 18 0,-12 13 1,5-13 238,3-13 301,-6 13 0,-9 14 0,5-10-76,8-21 1,3-4-225,-1 10 0,2-1 989,-8 13 1440,77-37-2609,-2-8 0,9-3 0,-2 0-3225,6 1 0,0-2 2895,-7-2 0,2-1 0,-9-2-6596,3-7 6926,-41 4 0,8-16 0,-11-3 0</inkml:trace>
  <inkml:trace contextRef="#ctx0" brushRef="#br0" timeOffset="75287">2191 5563 7533,'-20'-63'6656,"-21"13"-6476,-13 26 89,-10 18 1,-6 12-90,10 12 0,-1 10-360,17-7 0,-4 4 0,0 2 1,2 4 246,0 6 1,2 3-1,1 4 1,4 3 129,7-2 1,2 3 0,2 3 0,3 1 0,3 2-805,5 8 1,5 4-1,2 1 1,3-2 0,-1-5 486,-6 9 0,1-5 0,12 1-15,14 1 0,9 5 0,8-7 0,6-15 555,11-22 0,7-14 0,7-4-313,-8-1 1,6-1 0,3-3 0,0-3 0,-3-5-108,9-5 0,-1-5 0,-1-6 0,-2-5-346,-8-3 0,1-7 1,-2-2-1,-4-1 1,-7 3 554,-1 1 1,-6 1 0,-5-12 889,-9-3 1,-3-11-1,-2-7 1,-4-1-1,-4 4 1,-5 8-711,-7-5 1,-9 6 0,0-5-408,3-3 0,0-8 0,-1-2 0,-4 5 0,-4 12-252,-5 8 0,-5 8 0,-9 10 73,-29 13 1,-12 15-1,17 6 1,19 9-1,-12 9 1,-1 0-1</inkml:trace>
  <inkml:trace contextRef="#ctx0" brushRef="#br0" timeOffset="79099">5390 5636 8972,'-8'-57'5037,"-8"14"-5172,-16 27 0,-8 9 270,-9 20 0,0 5-225,-11-8 150,22 14 0,-2 11 0,8 6 479,16 4 1,8 6 0,0-1-151,-7-2 1,-1 0 0,8 3 104,11 1 1,7 4 0,5-1 0,4-8 45,17 8 0,10-10-181,-5-10 1,5-3 0,1-10-585,19-13 0,2-15 105,-22-4 0,0-5 0,-1-6 300,4-9 0,-1-9 0,-9-8 719,-15-1 1,-7-7-1,-6-3 1,-5 3-840,-8-4 0,-7 1 0,-8 1 269,-7-9 1,-8 1 0,-7 12-2759,-23 13 1,1 14 1079,-2 4 1349,30 22 0,44 6 0,3 1 0</inkml:trace>
  <inkml:trace contextRef="#ctx0" brushRef="#br0" timeOffset="79555">5415 6018 17427,'0'7'-930,"30"20"1,24 12 0,-7-1 929,-19-10 0,-1 1 0,16 9 0,6 4 0,-16-4 0,-24 8 0</inkml:trace>
  <inkml:trace contextRef="#ctx0" brushRef="#br0" timeOffset="81336">13340 5525 7533,'14'-24'3957,"-14"-1"-3327,-3 11 90,-8-2 269,11 15-719,0-5 360,0 6 539,-11-5-449,8 3-361,-8-3-1070,9 40 0,9 31 1,-1-9 979,-3 5 55,0-9 0,2 18 0,1 7 0,-1-8 0,-2-19-954,0-1-4286,2 21 1,1-24 4696,-6-79 1,10-19 0,4 26 0</inkml:trace>
  <inkml:trace contextRef="#ctx0" brushRef="#br0" timeOffset="82153">13340 5464 7533,'-25'-59'8995,"12"18"-7017,68 34 1,21 25-1739,-35 12 0,-4 13 0,-3-1-645,6 9 0,-6 2 450,1 12 0,-26-7-3322,-54-35 0,-25-11 0,18-9 3081,33-7 0,-22-18 1,93 15-1</inkml:trace>
  <inkml:trace contextRef="#ctx0" brushRef="#br0" timeOffset="83203">13783 5907 13919,'7'50'1589,"0"1"0,-1-12 0,-1-4 30,-5 1-1888,0-58 179,0-41 314,0 15 1,0 0-225,0-19 45,7 23 0,7 6 1035,25 8-2789,13 3-3207,-16 29 1,-1 9 2449,-5 8 487,3 19 1412,-33-36 0,22 3 0,5-5 0</inkml:trace>
  <inkml:trace contextRef="#ctx0" brushRef="#br0" timeOffset="83916">14177 5944 7533,'-25'13'5037,"11"-2"-4857,14-16 1529,69 4-1349,-31-10 314,26-11 1,-5-7-136,-34-5-1078,-25-36 179,-14 50-135,-22 11 1,-4 12 628,12 19 1,6 8 809,4 7 1,4 4 44,-3 7 1,12 0-495,28-2 0,14-7-1620,-5-19 1,4-8 1124,14-8 0,-4-9 0,-16-12 0,-11-12 0</inkml:trace>
  <inkml:trace contextRef="#ctx0" brushRef="#br0" timeOffset="84896">14669 5882 8612,'-27'1'5757,"5"-2"-4588,33-6-989,-9 2 1079,-2 65-1978,-2-18 1079,13 15 809,27-99-989,-8 10-450,-4-29 0,-8 5 270,-15 44 180,18-3-90,-18 34-45,8 31 0,11-11 674,28-75 1,4-7-540,-8 68 119,-9-54 1,3-20 0,-7 27-2144,-13 62 1,-5 13-3914,15-23 5757,-12 26 0,0-13 0,4-59 0,-9-11 0</inkml:trace>
  <inkml:trace contextRef="#ctx0" brushRef="#br0" timeOffset="87448">18927 5452 6993,'-27'13'5487,"5"-2"-5127,22-11 1619,0-5-91,0 3 991,22-25-2519,38 16-360,-14-12-495,14 18 0,-8 15-584,-38 26 929,-27-1 0,-13 9 0,-3 0 1319,-4 3 1,-3 0-1,-2 0-2120,-5 3 0,-2-1 1,7-2 995,1 0 0,22-7 674,66-11 1,21-14-3644,-26-13 1,1-4 2923,4 7 0,3 2 0,-14-9 0,-12-23 0,-48-6 0</inkml:trace>
  <inkml:trace contextRef="#ctx0" brushRef="#br0" timeOffset="103020">1723 7777 7083,'14'-14'180,"-4"3"449,-31 11-539,15 0 720,-27 0 269,31 0-179,-20 0-990,19 0 989,-19 0-269,19-5 270,-29 4 1078,4-4-1618,1 5-90,-6-6 90,30-1 629,36-10-809,-11 8 225,29 2 0,10 3-765,-14 9 0,-1 1 225,0-3 0,1 3-360,12 4 1,-17 8-316,-44 25 720,18-14-270,-38-2 1,-13-3 449,-3-9 0,2-4 0,-11 10 314,7-6 1,4-3-495,19-9-539,-7 18 629,24-18 539,45 25 1,22 10-630,-31-14 0,-1 4 449,9 7 1,2 7 0,-19 0-180,-28 4 0,-19-2-135,-19-2 0,-13-8 15,8-18 0,-5-4 0,3-5-1859,-9-2 0,6-6-4407,-9-6 6206,61-4 0,33 4 0,2-5 0</inkml:trace>
  <inkml:trace contextRef="#ctx0" brushRef="#br0" timeOffset="104052">2092 7544 6903,'-29'-42'2488,"1"0"1,-17 5 0,-9 9-2160,5 12 1,-5 6 0,-4 11-366,8 7 0,-4 7 0,-2 6 0,1 4 0,5 4-779,0 9 1,4 7 0,2 4 0,0-1 0,1-4 836,-10-1 1,-1-5-1,4 2 1,10 9 112,10 5 1,5 7 0,6 3 0,10-1 0,12-7 66,22 0 1,18-6-1,7-2 1,-1-2-113,-7-1 0,1-2 0,3-2 0,9-3 38,-4-10 1,7 0-1,6 0 1,1-4-1,1-5 1,-2-7-1,-5-8 663,6-14 1,-3-12 0,-1-8-1,-2 0 1,0 6-702,10 10 0,1 6 0,-7-7 0,-16-20 689,-27-7 1,-8-14-1,-6-12 1,-6-6-1,-4-3 1,-5 2-1,-4 5 1,-3 11 0,-2 13-2100,-23 2 1,-11 16 0,0-12 1601,20-6 1,0-16 0,0-7-1,1 0 1,-1 6 0,-1 14-1,1 20 1,-33 27 0,7 25-1,30-1 1,1 1 0</inkml:trace>
  <inkml:trace contextRef="#ctx0" brushRef="#br0" timeOffset="116040">4406 7691 10051,'-14'-19'3328,"3"-15"-2968,11 23-180,0-16 270,0 20-540,0 0 90,0 1 0,0 6 1799,0 0-2069,0 6 270,0-5 827,0 33 1,0 38-1,0 17 1,0-3 0,0-22-738,0-22 0,0 1-2879,0 296-1528,0-339 4317,0-6 0,22-23 0,5-10 0</inkml:trace>
  <inkml:trace contextRef="#ctx0" brushRef="#br0" timeOffset="117187">4430 7752 5914,'-28'-27'1124,"-1"-1"0,7 10-809,-3-7 0,6-4 8140,30-11-8185,-8 25-68,29 3 1,27 2-1,6 3 1,-13 3-24,-17 6 1,1 3-60,32-2 0,12 2 0,-26 15-840,-45 29 1,-18 6 1258,3-19 1,-4 1-180,-9 23 0,-9-4 269,-10-28 1,-6-8-2056,3-6 0,0-2 1381,1-2 0,4-3-315,-8-1-2788,44-6 989,0 0-539,0 5-900,11 2 3598,2 6 0,23-1 0,2 0 0</inkml:trace>
  <inkml:trace contextRef="#ctx0" brushRef="#br0" timeOffset="130636">13192 7532 5824,'14'-25'4047,"-3"5"-2248,-22 2-539,8 1 808,-8-2 1620,22-27-3688,-8 26-539,-14 20 646,-3 30 1,-3 30 0,-1 15 0,1-1 0,1-15-18,-4 1 0,-1 2 614,5-6 1,-3 14 0,-1 6-1,1-3 1,4-12 0,5-21-975,5-14-7825,-6-1 7555,14-55 540,10-8 0,7 3 0,18 9 0,-7 7 0,1 1 0</inkml:trace>
  <inkml:trace contextRef="#ctx0" brushRef="#br0" timeOffset="131540">13266 7532 9062,'-11'-25'6206,"-13"-11"-989,18 47-4797,20 37 0,18 19 0,1-33-2887,-2-78 0,2-40 1,5 34 2885,3 75 1,4 25 0,-6-28-116,-11-68 1,-8-42 0,-3 2 0,-2 48 774,-1 66 1,-3 35 0,-1 2-451,0-3 1,-3 2 0,4 4-900,1-2 0,4 3 0,-1 0 0,-1-8-108,-4-8 0,-2-5 0,4-8 0,24 10 0,-25-88 0</inkml:trace>
  <inkml:trace contextRef="#ctx0" brushRef="#br0" timeOffset="132397">14226 7974 9242,'-27'7'8635,"5"-18"-8635,33 2 0,18-10 0,10-2 0,8 5 0,-1-1 0</inkml:trace>
  <inkml:trace contextRef="#ctx0" brushRef="#br0" timeOffset="132852">14694 7544 12210,'-14'-39'3103,"7"81"0,3 17-3192,4-22-271,2 10 0,1 16 0,0 1 0,0-15-89,0 2-1260,3 14 0,-1-7 1709,-5-40 0,0-24 0,0-35 0</inkml:trace>
  <inkml:trace contextRef="#ctx0" brushRef="#br0" timeOffset="133214">14447 7630 7533,'7'-44'3276,"0"1"1,38 16 0,11 5-952,-6-11 1,7 4-3788,1 20 1,11 8-1,-1 4 1,-17-2-3037,1 1 4498,13 3 0,-21-5 0,-79-22 0,-17-6 0</inkml:trace>
  <inkml:trace contextRef="#ctx0" brushRef="#br0" timeOffset="135065">18828 7260 8252,'0'-26'2879,"-10"-13"-1350,7 17 1529,-8-25 360,11 53-3178,-3 27 0,-1 20 0,0 3 164,3-6 1,0 3 0,1 1 0,-1-1-1815,-2 15 1,-2 0 0,2-3 419,1-6 1,0-3 0,6-28-2249,7-35 2390,3-1 0,32-8 0,6 9 0</inkml:trace>
  <inkml:trace contextRef="#ctx0" brushRef="#br0" timeOffset="135318">19148 7605 7533,'22'-30'1214,"-23"76"0,-3 20-2113,23-14-45,-21 1 1,-5 8-1,5-31 1,13-52 0,3-12-1</inkml:trace>
  <inkml:trace contextRef="#ctx0" brushRef="#br0" timeOffset="136423">19591 7335 10411,'47'-34'2608,"-1"-1"1,1 1 0,-3 61-1590,-55 19 0,-21 16 1,9 0 59,20-11 0,6 0 1,5-3-720,5 21 0,15-16-5276,32-42 1,9-17 4416,-8 2 1,-18 4-1,-38 10 1,-40 6 0</inkml:trace>
  <inkml:trace contextRef="#ctx0" brushRef="#br0" timeOffset="140972">1871 9513 8432,'-14'-14'3958,"3"-8"-4048,11 19 720,0-13 179,0 14-629,0-3 1529,11 5-1799,-8 0 900,8-6-361,-11 5-449,0-10-359,0 4 628,0-5-448,0 6-451,0 0 720,0 6 180,0 0-1440,0 6 181,-33 39 719,0-3 0,-8 9 585,1-3 0,-6 7 0,-2 1 0,1-5-181,9-12 1,-1-3 0,1-1 0,0 1-135,0 5 0,-1 2 0,3-3 0,4-8 90,-2-4 0,14-12 90,20-13 630,0 8 2428,11-11-2789,35-22-2068,9 5 1409,-11 7 0,9-1 1,0 2 239,-1 3 0,1 3 0,-2 0-75,16 0 0,0 0-345,-14 1 0,0 1 0,-14-1-2218,-17 1 1529,22-4 1079,-33-1 0,2 10 0,12-2 0</inkml:trace>
  <inkml:trace contextRef="#ctx0" brushRef="#br0" timeOffset="141638">1871 9549 8432,'-28'-19'5757,"6"-4"-4948,22 15-472,6 37 1,4 42-1,0 13 1,-3-11-458,-7-15 0,-2-4 0,1 5-128,8 8 1,3 7 0,-1-3-1,-5-11-607,-9 5 1,0-32-1124,5-60 1978,10 20 0,4 0 0,11 2 0</inkml:trace>
  <inkml:trace contextRef="#ctx0" brushRef="#br0" timeOffset="142637">2043 9316 7533,'-11'-59'5487,"-25"0"-4768,9 23 1,-9 4-301,-4 11 1,-9 7 0,-4 11-1910,-7 19 0,-6 16 0,-1 5 0,6-8 1490,6-13 0,5-4 0,-1 11-18,4 12 0,-2 10 0,2 7 0,3 4 0,10 1 6,9 2 0,9 7 0,4 1 0,2-3 0,-1-4 102,-7 4 0,1-6 0,5 8-90,4-8 0,-1 9 0,3 4 0,4-2 0,9-9 0,11-14 314,21-12 1,14-14 0,7-6 0,-1 2-315,3 4 0,2-1 0,1-2 0,1-3 45,0-1 0,1-2 0,1-6 0,-1-9 242,-8-8 1,3-8 0,-1-5 0,-6-4 0,-10-3 881,-5-12 1,-12-5-1,-1-9-540,-6 6 1,1-7 0,-2-5-1,-2-1 1,-3 3 0,-4 5-406,-4 2 1,-4 5 0,-3 0 0,-5-4 188,-2-6 1,-2-7 0,-5 1 0,-4 5 0,-5 13-1307,-14 9 0,-7 11 0,5 0 893,5-7 0,2 2 0,-15 1 0,18 8 0,42 19 0</inkml:trace>
  <inkml:trace contextRef="#ctx0" brushRef="#br0" timeOffset="167667">3938 9365 7533,'0'-14'2338,"0"-13"-2158,-11 23 540,8-18-720,-8 21 899,11-5 810,0 6-989,0 0 1169,-11-5-1709,9 3-270,-9-9 450,11 4-900,0 0 450,0 2 389,5 40 1,4 42 0,-1 3 194,-6-23 1,-1 3 0,-1 1 0,2 0-473,3 1 1,2 0 0,0-1-1,-4-1 517,-4 17 1,-4-1 0,0-31-899,2-39-2790,-8-22 3149,11-6 0,33-31 0,8 3 0</inkml:trace>
  <inkml:trace contextRef="#ctx0" brushRef="#br0" timeOffset="168356">3938 9340 9152,'41'-31'1966,"0"-1"0,0 1 0,7 36 0,1 18 0,-6 8-3232,-13 11 0,-8 10 1,2 1 1295,18 4 0,2 1 0,-29-6-184,-44-14 0,-27-3 0,-1-4 0,24-8 0,31-5 0,-40 1 0</inkml:trace>
  <inkml:trace contextRef="#ctx0" brushRef="#br0" timeOffset="169837">4824 9672 9152,'0'-20'6386,"-22"-13"-5756,17 29 809,-17-18-180,44 21-449,27 1-540,-5 1-270,20 6 0,6 3-2564,-26-1 1,-1 1 1753,10-3 0,-5 1-4227,-4 8 5037,-47-16 0,-18 6 0,7 0 0</inkml:trace>
  <inkml:trace contextRef="#ctx0" brushRef="#br0" timeOffset="170398">4922 9869 7353,'-35'-5'6476,"8"4"-449,13 1-4993,50 2 0,29 2-1874,-14 3 1,3 0 0,0-3-541,-7-5 1,0-4 0,-2 3 659,21 9 1,-22-7 719,-47-17 0,-19 34 0,8 4 0</inkml:trace>
  <inkml:trace contextRef="#ctx0" brushRef="#br0" timeOffset="171313">5316 9438 7443,'-33'-35'9830,"72"53"-8430,11 13 1,13 12 0,-4-1-1911,-21-10 0,-3 0 1,1 0 1078,14 5 1,2 0 0,-22-7-390,-30-8-1350,0-22 1620,0 0-450,0 5-270,-27 31 0,-12 12 585,16-18 0,-3 4-46,-16 9 1,-12 9 0,0 0 0,10-9-315,11-10 0,3-3 45,-18 11 0,19-17 0,40-32 0,33-24 0</inkml:trace>
  <inkml:trace contextRef="#ctx0" brushRef="#br0" timeOffset="172368">6645 9328 7533,'25'-60'9830,"-22"8"-11058,-53 34 1,-12 9 1497,10-5-90,3 22 0,-14 11 0,6 5 0,26 3 90,42 6 0,14 10 419,-19 3 1,-3 14-1,-2 7 1,0 1 0,0-4-1,3-10-419,6-2 0,1-8 0,-2 6-428,0 16 1,0 11-1,-7-8 1,-14-29-2272,-30-37 1,5-20 2428,45-39 0,41 41 0,12 17 0,-1 0 0</inkml:trace>
  <inkml:trace contextRef="#ctx0" brushRef="#br0" timeOffset="172983">6916 10116 13379,'8'-66'1499,"11"11"0,7-9 1,0 3-1261,-5 15 1,-1 2 0,2-1-150,9-15 0,3-1 0,-6 17 90,-3 23 899,-6 52 1,1 30-1,-4-4-1664,-5-9 1,-1 0-2205,9 8 1,2 3 0,-3-12 2788,-4-13 0,-14-61 0,-14-29 0</inkml:trace>
  <inkml:trace contextRef="#ctx0" brushRef="#br0" timeOffset="174003">7876 9476 7533,'0'-40'3553,"0"1"0,0-9-2924,-11-3-1978,-57 59 1259,27 15 0,0 13 360,9 2 0,-1 9 0,1 3 0,6-4-91,-13 13 1,23 0 323,34-12 1,20 9 0,11-1 0,2-10 0,-8-19-10,7-27 1,4-12-369,-2 18 0,12 6 0,1 0 0,-6-8 0,-17-18 9,-18-30 0,-18-20 0,-7-6 0,2 10 0,8 0 0,-10 1-563,-17-2 1,-11-9 0,-6 6-1,3 20-7397,-26 21 7825,4 4 0,7 17 0,36 42 0,11 16 0,0 3 0,0 0 0</inkml:trace>
  <inkml:trace contextRef="#ctx0" brushRef="#br0" timeOffset="174220">7901 9660 14729,'43'34'-660,"0"3"0,9 8 1,-4-5 209,-10-10 0,0 0 450,9 11 0,3 5 0,-16-16 0,-23-23 0,3-2 0</inkml:trace>
  <inkml:trace contextRef="#ctx0" brushRef="#br0" timeOffset="175597">12848 9156 7533,'-14'-44'6116,"-8"13"-5846,19 13 1169,-8 34-629,22 28-421,-8 3 1,-4 10 0,2-4-300,5-8 0,-1 2 30,-6 21 0,-5 10 0,2-16-120,1-10-1035,3 4 1,0-6 404,3-32-1618,8 4 1618,0-29-2608,3-22 3238,-1 13 0,-2-40 0,-11 10 0</inkml:trace>
  <inkml:trace contextRef="#ctx0" brushRef="#br0" timeOffset="176168">12774 9094 7533,'27'-46'8365,"6"-6"-6836,6 17 0,-10 18-1080,-47 54 1,-25 32 0,22-14-450,60-17-532,-42 7 1,-13 16 0,1 0-1,16-20 1,51-16 0,7-6-1,-1 0 1</inkml:trace>
  <inkml:trace contextRef="#ctx0" brushRef="#br0" timeOffset="177352">12995 9069 7533,'-13'0'6566,"-31"-43"-5397,47 21 1890,43-14-2790,-5 28 31,6 27 0,9 17 0,-14 2-30,-22-3 0,-13 5-480,-9 7 0,-10 6 0,-6-8-150,-18-4 0,-8-9-1889,-8-5 1,3-9 2248,8-14 0,77 2 0,2 7 0</inkml:trace>
  <inkml:trace contextRef="#ctx0" brushRef="#br0" timeOffset="178307">13389 9501 13829,'0'55'1619,"0"0"0,0-18-135,-1 31 1,2-20-946,5-87 1,3-40 0,-2 14-360,-2 22-360,13-17 0,9-13 0,5 30-3508,0 49 0,4 14 1529,15-1 1,0 2 2158,-17-3 0,-5 1 0,-8 4 0,-34-10 0</inkml:trace>
  <inkml:trace contextRef="#ctx0" brushRef="#br0" timeOffset="178981">13832 9587 7533,'14'0'6926,"19"-11"-6387,2-1 1,1-1-630,2-3 405,15-4 0,-7-4 854,-38-9-1169,-30-29-180,-3 36 0,-8 12-1201,-27 31 0,0 13 1561,3-3 737,46 27 1,14 21-1,5-16-917,5-22-1559,32 0 0,20 3 0,-11-19 1559,-4-38 0,10 12 0,-6 0 0,-32-11 0</inkml:trace>
  <inkml:trace contextRef="#ctx0" brushRef="#br0" timeOffset="179702">14374 9537 7533,'6'-36'4857,"1"0"0,4 33-3688,0 54 1,14 5-1980,35-79 900,-27-12-45,-4-13 0,-4 17-585,-18 63 1,0 11 1258,40-15-120,-5-39 1,9-15 0,-5 0-992,-2 4 1,-3-6 421,2-28 0,2-11 0,-7 37-1649,-13 61 0,-4 30 0,-2-9 1619,14-6 0,-14 4 0,2 7 0,-1-27 0,16-64 0</inkml:trace>
  <inkml:trace contextRef="#ctx0" brushRef="#br0" timeOffset="181652">18952 8959 7533,'-25'0'539,"0"0"361,1 0-360,10-6 1348,14-6-89,3-7 990,8-17-361,11-2-2248,-17 11 135,26 8 0,15 10-585,8 19 0,7 12 0,-10 0-1426,-20-5 0,-1 1 1726,20 3 0,7 3 0,-30-2-630,-55 3 1,-32-2-1,3-4 1320,10-8 0,1-1-586,-25 6 1,19 7 585,52 10-211,37-9 1,25-2 0,-5-1-510,-11 1 0,-2 4 360,10 18 0,3 11 0,-26-10-270,-42-8 359,-15 5 1,-14 8 0,-6-14-2279,-5-27 0,-6-13 0,6 5 1829,7 17 0,4-2 0,-7-21 0,20-3 0,75 9 0,-1 0 0</inkml:trace>
  <inkml:trace contextRef="#ctx0" brushRef="#br0" timeOffset="184153">1649 11494 7713,'25'-11'6116,"-1"-3"-3867,1-10-1350,-11 10-1258,-14-3 89,-3 16-1889,-41-5 2159,36 12-630,-58 6 720,23 16 0,1 2-90,-10-1 1049,45 20 1,15 17-1,13-10-989,15-29 0,11-9 0,-7 10 322,-12 24 0,-6 15 1,-6 2-1,-2-12-67,5-3 0,-16-8-585,-39-3 0,-21-3 0,2-11-1844,7-9 1,8-15 2113,8-39 0,78 1 0,2 8 0,0 0 0</inkml:trace>
  <inkml:trace contextRef="#ctx0" brushRef="#br0" timeOffset="184755">1624 11543 5824,'-38'0'9830,"24"-22"-7068,17 11-1683,38-11 1,19-1-4357,-14 12 0,3 3 0,-1 0 3176,10-6 1,-2 2-1,10 2 1,-22 9 0,-44 7-1</inkml:trace>
  <inkml:trace contextRef="#ctx0" brushRef="#br0" timeOffset="185734">2166 11223 8522,'-44'-47'3688,"33"29"-2879,-21-2 1,-17-1 0,-1 7-46,-16 14 1,1 5-451,4-13 1,-4 3-225,15 8 0,-6 5 0,1 6 0,5 6-270,8 10 0,3 7 0,2 5 1,-1-1 111,-6 2 1,-1 0-1,1 4 1,5 8 231,9-1 1,0 9 0,4 3 0,3 2 0,8-1 0,8-5-93,12-4 0,9-1 0,6-2 0,1-1 0,-5-1-5,-6 12 1,-5 0-1,6-5 1,15-10 22,20-15 0,15-8 0,8-7 0,2-6 0,-6-6-1276,3-10 1,-2-9 0,0-4-1,-1 4 1231,-3 8 0,-1 3 0,0-2 0,2-8 350,3-6 1,6-3 0,-1-7 0,-9-8 0,-13-9 413,-24-5 1,-11-9-1,-7-6 1,-4-3 0,1 1-1,5 6-18,9 0 1,3 4 0,-1 0-1,-4-1 1,-9-4-702,-9-6 0,-8-7 0,-5-1 0,-6 1 0,-3 9 0,-2 11-1140,-15 0 1,-5 13 0,-4 11 1049,-22 12 0,8 11 0,17 2 0,63 24 0</inkml:trace>
  <inkml:trace contextRef="#ctx0" brushRef="#br0" timeOffset="191519">6670 9328 7533,'-11'-25'4137,"8"12"-2338,3-9-1349,3 19 1619,19-30-1889,-19 28 899,8-22-899,-11 25-1349,-22-9 989,5 10-540,-40-5 900,27 6 225,-16 5 0,2 1-315,19 3-45,-25 3 0,1 4-135,28 10 270,-37 11 449,34 22-539,10-28 360,7 6 0,3-1-360,4-17 269,11 37 91,13-23-360,-7-6 135,26 10 0,1-2-225,-27-18 180,33 21 0,-2 8 899,-40 16-809,-5-20 0,-6 0-270,-16 22 45,-7-27 0,-5-7-135,-7-6 1529,-12 16-899,12-26-181,3-3-449,21-11-1349,-8-11 360,8 8 1079,1-7-270,2 10-809,11 5 1169,0-4 269,22 5-718,27-6 269,-5 0-270,18-16 0,-1-12 450,-20-26 314,-3 17 1,-8-3-900,-30-6 1,-14-1 809,-7 0 0,-7 0 194,1 11 1,-3-2 0,2-1-1200,8-4 0,2-3 1,-1 7 599,-16 4 0,12 1 60,37-6 0,19-5 0,8 10 390,11 20 0,8 12 0,-5-6-405,6-33 0,-21 15-1664,-37 44 1858,-30 18 1,-24 11 0,-3-6-150,3-17 0,-4-6 0,14 10 300,17 18 0,13 8 0,13-1-420,22-2 0,15-2 0,-6 0 1154,-12 7 1,-9 3-166,-9 2 1,-6 4-1,-14-17-1435,-29-26 1,-9-12 0,10 10 0,11-12 0,20-35-1</inkml:trace>
  <inkml:trace contextRef="#ctx0" brushRef="#br0" timeOffset="200421">4504 11321 14459,'14'-30'2159,"-3"16"-3599,-55-25 1125,-8 32 1,-5 3 404,18-9 0,-2 3 149,-11 13 1,-5 9 0,10 6-60,21 6 0,6 5-225,-11 12 0,13 6 434,26-2 1,16 4 0,1-2 330,11 10 0,2 1-571,-4-2 1,0 4 0,-15-4 255,-23-4 0,-13-4-91,-8-2 1,-11-9-135,-22-20 0,-4-11-90,-4-2-675,29-14 1,6-2-46,15 8-5216,5-17 5846,46 14 0,6-6 0,19 1 0</inkml:trace>
  <inkml:trace contextRef="#ctx0" brushRef="#br0" timeOffset="201516">4775 11863 8432,'-38'40'7286,"13"-12"-6386,25-44-316,19-8 1,8-7-795,0-9 0,3-7 0,1 2 525,16-6 0,-1 1-270,-7-15 0,-4 24 359,-13 61 1,-1 15-180,3 1 0,-1 3-450,-2 13 0,2-3 0,1-16 1,1-10-4724,-3-17-628,-22-6 4766,0 5 810,0-4 0,11 27 0,2 0 0</inkml:trace>
  <inkml:trace contextRef="#ctx0" brushRef="#br0" timeOffset="202386">5833 11494 7533,'-22'-37'7196,"-16"-11"-7196,-25 25-450,9 38 0,1 8 450,4-1 0,12 11 0,9 12 509,23 3 1,12 7 0,2-8-150,4 11 134,5-9 1,6 14 0,2-3 0,-4-16-495,9-10 150,6-7 0,11 0 0,-2-14 434,0-28 1,-2-10-450,-7 10 0,0-3-90,10-9 0,-7-10 194,-21-4 1,-9-9 0,-3 0 60,-6 1 0,-4-1 0,2-1-210,8-2 0,2 0 0,-8 2-120,-14 2 0,-6 3 0,-7 13-240,-9 17 0,-4 9-9561,-29 1 8239,8 4 1592,38 35 0,33 4 0,3 20 0</inkml:trace>
  <inkml:trace contextRef="#ctx0" brushRef="#br0" timeOffset="202813">5882 11740 13110,'6'12'764,"30"29"1,13 8-3824,-16-14 1,2-1 3058,4 2 0,4 2 0,-13-11 0,-16-16 0,-3-11 0</inkml:trace>
  <inkml:trace contextRef="#ctx0" brushRef="#br0" timeOffset="206015">13020 10940 8432,'0'-14'3958,"-11"-24"-3778,8 31 1799,-8-31-2069,11 35-540,0 30 630,0-6 202,-2 20 1,-3 20-1,-2 7 1,-1-5 246,-3 2 1,-3-1 0,1 2-315,5-7 0,1 3 0,0-2 0,-1-4 44,-6 3 1,-1-5 0,11-28-1529,15-37-90,-8 6-4768,19-55 6207,-19 50 0,18-39 0,-7 35 0</inkml:trace>
  <inkml:trace contextRef="#ctx0" brushRef="#br0" timeOffset="206974">13020 11063 7533,'0'-39'5307,"0"-12"-4948,0 40 811,0-11 2068,0 16-3508,11 5 1529,3 45-1169,10-21 120,-10 16 0,0 12 0,5-7-615,15-10 0,6-9 315,-6-3 1,0-15 118,-1-34 1,0-22 0,-6 0 285,-4-2 0,-5-3 180,0-28 0,-1 30 899,0 83 0,-1 27-1124,-2-1 0,-2 9 0,1 0-330,0-2 0,0 1 0,2-1 0,1-3 0,0 0 0,-2-11 60,0 4-810,-3-70-7285,-11 17 2428,0-10 5667,11 10 0,-9-35 0,9-19 0</inkml:trace>
  <inkml:trace contextRef="#ctx0" brushRef="#br0" timeOffset="207848">14029 11063 6183,'-11'-41'9715,"8"18"-8681,3 47 1,0 22-796,1 15 1,-1 12 0,2-2-510,1-18 0,1-1 1,0-1-2550,0 8 1,0 0 0,-1-33 2818,0-42 0,19-48 0,-9 27 0</inkml:trace>
  <inkml:trace contextRef="#ctx0" brushRef="#br0" timeOffset="208536">13955 10940 5914,'11'-24'4857,"-8"10"-1439,19-13 90,2 6-1664,28 6 0,11 9-1215,-6 16 1,-2 13-870,-7 10 0,-1 10 0,-16 3-345,-19 11 1,-21 1 374,-16-9 0,-13 0 1,-3-12 748,-8-15 1,-3-12-2834,-11-2 1,25-8-3734,49-7 6027,5 3 0,30 15 0,-7-4 0</inkml:trace>
  <inkml:trace contextRef="#ctx0" brushRef="#br0" timeOffset="213932">18952 10669 10501,'-14'0'270,"3"0"1079,11 6-899,0 1 179,0 5-359,0-5 1349,0 53-960,8-11 1,5 9 0,-1-4-570,-3 2 0,1 2 90,0-6 0,3 7 0,0-2 0,-3-12 719,4 8-809,-3 12 180,-11-60-1529,0-29 359,0 2-6206,0-24 5307,0 36 1799,0-18 0,0 32 0,0-2 0</inkml:trace>
  <inkml:trace contextRef="#ctx0" brushRef="#br0" timeOffset="214452">19444 11063 13649,'35'-45'854,"-49"105"1,1 9-1987,35-62 0,-35 64 0,-4-11 0,41-110 0</inkml:trace>
  <inkml:trace contextRef="#ctx0" brushRef="#br0" timeOffset="215537">19813 10780 12210,'34'-35'4092,"0"-1"1,2-12-4273,19 40 1,-9 22 471,-56 21 0,-26 19 1,-5 5-1,19-11-112,33-7 0,0-1 67,-33 9 0,-18 9 1,1-3-1,22-17-337,31-15 854,19-11 1,10-5-2564,3 0 0,1 0 1799,8 1 0,-3 0 0,8-1 0,-65 5 0</inkml:trace>
  <inkml:trace contextRef="#ctx0" brushRef="#br0" timeOffset="215986">20576 11088 11221,'-14'-25'4047,"3"55"-4227,0-19-2519,5 35 1,-1 4 2698,-18-21 0,22 10 0,6-47 0</inkml:trace>
  <inkml:trace contextRef="#ctx0" brushRef="#br0" timeOffset="217473">20748 10718 9512,'14'-13'1349,"-3"-3"-1169,-22 14 3328,8-14-1170,-19 2-1078,41-10-811,-13 10-389,30 14 0,21 13 0,-5 1 75,-15 1 0,0 2-75,8-1 0,4 2 0,-15 2 120,-23 21-1619,-60 2 854,11-28 0,-1-1 495,-15 20 450,-1-27 630,52-2-451,14 1 1620,49 11-2429,-24-2 120,3 10 0,8 9 1,-13-4 328,-17-1 316,-31 36 0,-16-3-585,-8-43-420,-16 2 0,-13 2 1,21-12-6327,32-17 5988,-27 10 0,66 3 0,-1 13 0</inkml:trace>
  <inkml:trace contextRef="#ctx0" brushRef="#br0" timeOffset="223717">1674 13303 5914,'0'-14'449,"0"-7"1170,0 7-1439,0 0 1619,0-8-1439,0 19 809,0-13 181,0 14-811,0-8-629,0 8-89,0-8 179,0 8 0,0-3 359,0 5 631,0 0-541,0 5-449,0-3-629,0 3 1079,0-5 179,0 0-1348,0 5 359,0 2 270,0 11 0,0-4 180,-11 36-90,-5-17 0,-4 4-90,-5 19 0,-2 5 60,3-13 0,-2 1 0,2-3 30,3 0 0,1 2 120,2 1 0,0 5 0,11-6 329,14-14 1,5 0 225,-3 29 0,9-2-406,19-16 1,11-20 389,11-36 1,6-20 0,-33 2-165,-66 11 0,-3-4-5308,74-37 1,-3 1 4812,-76 40 0,-24 11 0,32 0 0,69-4 0,17-9 0</inkml:trace>
  <inkml:trace contextRef="#ctx0" brushRef="#br0" timeOffset="225549">1895 13143 6633,'-55'29'983,"-1"0"0,1 0 0,-1 0 0,1 0 0,-1 0 0,1-1 0,8 13 0,9 0 0,4 5 0,2 8-627,4 1 0,-3 11 0,1 5 0,4 3 1,7-2-1,11-7 0,14-10-338,20-5 0,17-6 0,9-6 0,2-5 0,-5-4 282,8 8 0,0-8 0,4-18-121,-6-20 1,7-14 0,1-8 0,-7-5 0,-13 0 1019,-12-8 1,-12-5-1,-1-6-768,3 2 1,1-8 0,-1-2 0,-4 0 0,-5 4 85,-5 0 0,-4 3 0,-6 0 1,-6 0-586,-11-10 1,-8-1-1,-5 4 1,-1 8 157,-5 10 0,-2 8 0,-2 4-90,2 6 0,-2 3 0,-2 5 0,-11 6 0,-4 7 0,9 4-360,-14 11-1934,9-8 0,5 7-7537,15 27 5836,25-18 3995,33 21 0,-5-34 0,18 12 0</inkml:trace>
  <inkml:trace contextRef="#ctx0" brushRef="#br0" timeOffset="227816">4553 13241 7623,'11'-13'2428,"-8"-4"-1888,8 10 1259,0-10-1529,-8 8 1349,18-12 1169,-7 18-2608,0-8 720,-3 11-810,-11 0-90,0 0 269,0-5-179,0 3-180,0-3 0,-11 5-539,-3-6 269,0-1-809,-51 0 989,51 2-1831,-34 8 0,-2 5 2191,28 0 90,-17 7 0,-1 4 180,-2 14-450,4 0 899,5 1-809,31-25-90,-9 23-90,11-21-1819,22 40 1909,-17-34 675,30 12 0,7-1-495,-7-5 819,20-2 0,5 4-1134,-13 6 0,-4 3 675,-1-5 0,-4 3 89,-8 10 1,-14 1 3302,-41 18-3663,-16-11 541,-1-28 0,-9-7 44,-5-16 1,0-6-1170,13 4 0,2-2-720,-7-8 1,16-4-8797,32 6 9747,3 11 1,30-11 0,-6-3 0</inkml:trace>
  <inkml:trace contextRef="#ctx0" brushRef="#br0" timeOffset="230385">12552 13476 6633,'-35'25'5847,"18"-7"-5487,-5-13 719,22-5 270,0 0-269,0-5 988,22-29-1888,-5 9-315,14-25 1,6-12-76,-11 19 0,0 0 0,-1 0 300,4-10 0,-1 0 269,5-8 1,-11 11-270,-22 31 0,0-5-90,0 10 180,11 3 90,-8 11-180,7 0-90,-10 0-270,0 0-90,22 22 720,-16-12 630,27 36-271,-17 7 1,-1 14-1,0-7-2460,1-17 0,1 1 1741,-1 16 0,0 8 0,-2-21-989,-3-31 89,-11-17-2248,0-5 2968,0 6 180,0-5 0,22-24 0,6-11 0</inkml:trace>
  <inkml:trace contextRef="#ctx0" brushRef="#br0" timeOffset="230888">13340 13315 6993,'-19'-5'9830,"24"3"-11864,52 4 1,15 2 1044,-15-2 1270,16-1 1,-25-2 0,-65-1 0,12-9 0</inkml:trace>
  <inkml:trace contextRef="#ctx0" brushRef="#br0" timeOffset="232007">13832 13328 13829,'41'-13'809,"1"0"1,8-4 0,-11-4 1169,-3-33-1755,8 5 1,-20 12-1754,-73 43 0,-19 23 3373,36 3 0,1 6-1754,-14-5 0,-4 3 0,23 3 989,40 11 0,24 5 1,-3-16-900,-2-19 30,9 2 0,12 3 0,-5-11-5126,-8-20 1,-3-5 3697,3 9 0,-3 0 0,20-15 0,-47 17 0</inkml:trace>
  <inkml:trace contextRef="#ctx0" brushRef="#br0" timeOffset="232584">14546 12737 7533,'-36'-37'7465,"42"38"-5306,-2 46 0,-3 27-2039,7-23 0,2 2 0,0 1-30,-2 2 0,-1 0 0,0 0-870,-3 7 0,0 0 1,-2-16 239,1-20-7375,19 33 7915,-8-72 0,21-13 0,4-6 0</inkml:trace>
  <inkml:trace contextRef="#ctx0" brushRef="#br0" timeOffset="233205">14940 13192 9422,'-11'-20'7016,"8"-2"-5217,-8 21 90,0 50-3239,8-11 1,3 3 1349,11 7 0,0-3 0,-2 4 0,23-55 0</inkml:trace>
  <inkml:trace contextRef="#ctx0" brushRef="#br0" timeOffset="233898">15137 13241 8792,'-14'-23'8725,"3"37"-8815,33 28-450,16-25 1619,-7-55 1,1-8-1530,9 27 181,14 0 358,-29 44 1,-3 11-90,-3 5 0,4-13 689,17-48 1,10-25 0,-9 10-690,-9 18 0,32 15 0,-10 14 0,-58 17 0,13 18 0,-1 0 0</inkml:trace>
  <inkml:trace contextRef="#ctx0" brushRef="#br0" timeOffset="234191">15063 12896 12750,'5'-53'0,"14"8"0</inkml:trace>
  <inkml:trace contextRef="#ctx0" brushRef="#br0" timeOffset="236572">19075 12676 7533,'-11'-31'-810,"8"5"4408,-19 2-1619,19 11-1709,-8 8 1349,22 5-360,3 11-1079,0-3-932,-1 47 1,-4 12 931,-7-13-90,0-3 0,1 19 0,0 6 0,-1-6 0,-1-19-6117,-1 5 6027,-4 6 0,-2 11 0,5-37 0,9-54 0,-5-2 0</inkml:trace>
  <inkml:trace contextRef="#ctx0" brushRef="#br0" timeOffset="237124">19665 13032 7533,'-10'49'44,"0"1"1,0-1 0,21-38 0,-15 35 0,-9 18 0,11-29 0,40-81 0</inkml:trace>
  <inkml:trace contextRef="#ctx0" brushRef="#br0" timeOffset="238201">20084 12762 7623,'-11'-27'5756,"-3"9"-3147,-11 7-360,23-1-1530,26-1-854,42 9 0,8 6 405,-11 7 90,-5 9 0,-18 10-495,-59 5 0,-22 8 255,2 6 0,-4 6 0,2-2 239,10-13 1,3-1 0,-1 1-90,-6 8 0,0 1 0,15-6 1619,31 8-1350,6-19 135,12-19 1,10-4-2789,20-2 1,2-3-1305,-21-2 0,0 0 3418,20 1 0,-19-4 0,-41-2 0,-14 5 0</inkml:trace>
  <inkml:trace contextRef="#ctx0" brushRef="#br0" timeOffset="238640">20847 13155 7533,'-39'32'2068,"4"28"1,32 1 0,6-17 0</inkml:trace>
  <inkml:trace contextRef="#ctx0" brushRef="#br0" timeOffset="239944">21093 12700 7892,'-30'-36'4915,"74"19"0,24 13-3803,-9 21 0,-6 13-2462,-17-1 1,-12 4 539,-16 10 1,-19-2 1438,-51-16 1,4-7 1079,55 3-990,40 6 1,23 9 0,-25 5-900,-51 1 0,-27 7 0,0 0 1,24-5-3098,46-6 0,18-4 0,-24-1 2693,-51 6 0,-32 4 1,0-9-1,33-21 1,43-30-1,-3 38 1</inkml:trace>
  <inkml:trace contextRef="#ctx0" brushRef="#br0" timeOffset="242937">21167 12749 5824,'2'-19'4947,"7"1"-3508,-31 11-1349,19 2 1799,-8 5-540,11 0-180,0 0-899,11 22 405,20-5 0,6 4 89,-7 13 1,1 0-720,6-13 0,-1 1 224,-9 16 1,-10-5-360,-14-25-359,-3 47 359,-3-50-90,-30 28 180,28-30 0,-50 24 0,47-23-1606,-30 8 0,-1-2 1786,28-9-90,-43 5-1,51-6 631,3 0-630,3 0-180,8 0-90,-11 0 4022,11 0-3572,2 5-3662,45 13 3212,-36-3 45,34 13 0,-14 6 90,-69-8 0,-9 3 3193,28 35-3328,-42-36 0,-9-10-449,9-5 719,28-8-2249,22-5 1799,0 0 0,33-5 0,8-2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C901-D9AB-DDFD-52CB-BC1C5201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344FC-A7E7-FB9B-78C9-A9B403A40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8444-1C32-8A36-AFA7-ECC0BB1E8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9D4C5-E4C6-5BEA-3E64-4EC2DD740E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494C6-EDA2-0B08-86C0-293175B23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1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807" y="5782559"/>
            <a:ext cx="1832169" cy="705600"/>
          </a:xfrm>
          <a:prstGeom prst="rect">
            <a:avLst/>
          </a:prstGeom>
        </p:spPr>
      </p:pic>
      <p:sp>
        <p:nvSpPr>
          <p:cNvPr id="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77254"/>
            <a:ext cx="10728960" cy="14022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 baseline="0">
                <a:solidFill>
                  <a:srgbClr val="D6000D"/>
                </a:solidFill>
              </a:defRPr>
            </a:lvl1pPr>
          </a:lstStyle>
          <a:p>
            <a:pPr lvl="0"/>
            <a:r>
              <a:rPr lang="en-US"/>
              <a:t>TITLE GOES HERE IN UPPERCASE BOLD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2171700"/>
            <a:ext cx="9052560" cy="4316459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 typeface="Arial" charset="0"/>
              <a:buChar char="•"/>
              <a:defRPr sz="21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</a:t>
            </a:r>
          </a:p>
          <a:p>
            <a:pPr lvl="0"/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endParaRPr lang="en-US"/>
          </a:p>
          <a:p>
            <a:pPr lvl="0"/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lacus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laoreet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0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  <p:sldLayoutId id="2147483739" r:id="rId16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customXml" Target="../ink/ink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customXml" Target="../ink/ink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customXml" Target="../ink/ink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customXml" Target="../ink/ink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customXml" Target="../ink/ink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customXml" Target="../ink/ink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customXml" Target="../ink/ink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wnload" TargetMode="External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 </a:t>
            </a:r>
            <a:r>
              <a:rPr lang="en-US"/>
              <a:t>in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Logical Reasoning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E02B07-CE94-6BF1-AF87-803FC2D283C8}"/>
                  </a:ext>
                </a:extLst>
              </p14:cNvPr>
              <p14:cNvContentPartPr/>
              <p14:nvPr/>
            </p14:nvContentPartPr>
            <p14:xfrm>
              <a:off x="3899520" y="4050720"/>
              <a:ext cx="379440" cy="407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E02B07-CE94-6BF1-AF87-803FC2D283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3320" y="4034520"/>
                <a:ext cx="411840" cy="4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686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963-9BEF-4183-42A9-E5B9658A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1606048" cy="632219"/>
          </a:xfrm>
        </p:spPr>
        <p:txBody>
          <a:bodyPr/>
          <a:lstStyle/>
          <a:p>
            <a:r>
              <a:rPr lang="en-US" dirty="0"/>
              <a:t>Graph Representations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41DD5-A4E6-29C8-2B6F-086839C8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B0EB6-F325-968A-A7F4-1980D6EB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4981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3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9A62-E561-51B6-9EDD-F13FF08F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362903" cy="632219"/>
          </a:xfrm>
        </p:spPr>
        <p:txBody>
          <a:bodyPr/>
          <a:lstStyle/>
          <a:p>
            <a:r>
              <a:rPr lang="en-US" dirty="0"/>
              <a:t>Probabilistic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8BC-6D00-3057-4E91-E3130D037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56E30-C871-224B-8292-C2E49478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4" descr="Directed acyclic graph - Wikipedia">
            <a:extLst>
              <a:ext uri="{FF2B5EF4-FFF2-40B4-BE49-F238E27FC236}">
                <a16:creationId xmlns:a16="http://schemas.microsoft.com/office/drawing/2014/main" id="{9919D384-09FC-22FF-A023-23BFF72C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675" y="1487367"/>
            <a:ext cx="3018758" cy="414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fined">
            <a:extLst>
              <a:ext uri="{FF2B5EF4-FFF2-40B4-BE49-F238E27FC236}">
                <a16:creationId xmlns:a16="http://schemas.microsoft.com/office/drawing/2014/main" id="{B2B2A22C-6268-7C12-1A22-4180E4FCF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942" y="2082459"/>
            <a:ext cx="4628284" cy="295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10FA4D-4221-C927-359D-797E66198B7E}"/>
              </a:ext>
            </a:extLst>
          </p:cNvPr>
          <p:cNvSpPr txBox="1"/>
          <p:nvPr/>
        </p:nvSpPr>
        <p:spPr>
          <a:xfrm>
            <a:off x="4520242" y="5715950"/>
            <a:ext cx="762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P(</a:t>
            </a:r>
            <a:r>
              <a:rPr lang="en-US" sz="2800" dirty="0" err="1"/>
              <a:t>a,b,c,d,e</a:t>
            </a:r>
            <a:r>
              <a:rPr lang="en-US" sz="2800" dirty="0"/>
              <a:t>)=P(</a:t>
            </a:r>
            <a:r>
              <a:rPr lang="en-US" sz="2800" dirty="0" err="1"/>
              <a:t>e|a,c,d</a:t>
            </a:r>
            <a:r>
              <a:rPr lang="en-US" sz="2800" dirty="0"/>
              <a:t>) P(</a:t>
            </a:r>
            <a:r>
              <a:rPr lang="en-US" sz="2800" dirty="0" err="1"/>
              <a:t>d|a,b,c</a:t>
            </a:r>
            <a:r>
              <a:rPr lang="en-US" sz="2800" dirty="0"/>
              <a:t>) P(</a:t>
            </a:r>
            <a:r>
              <a:rPr lang="en-US" sz="2800" dirty="0" err="1"/>
              <a:t>b|a</a:t>
            </a:r>
            <a:r>
              <a:rPr lang="en-US" sz="2800" dirty="0"/>
              <a:t>) P(</a:t>
            </a:r>
            <a:r>
              <a:rPr lang="en-US" sz="2800" dirty="0" err="1"/>
              <a:t>c|a</a:t>
            </a:r>
            <a:r>
              <a:rPr lang="en-US" sz="2800" dirty="0"/>
              <a:t>) P(a)</a:t>
            </a:r>
          </a:p>
        </p:txBody>
      </p:sp>
    </p:spTree>
    <p:extLst>
      <p:ext uri="{BB962C8B-B14F-4D97-AF65-F5344CB8AC3E}">
        <p14:creationId xmlns:p14="http://schemas.microsoft.com/office/powerpoint/2010/main" val="19280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onte-Carlo tree search in AlphaGo . a Each simulation traverses the tree by selecting the edge with maximum action-value Q , plus a bonus u ( P ) that depends on a stored prior probability P for that edge. b The leaf node may be expanded; the new node is processed once by the policy network p σ and the output probabilities are stored as prior probabilities P for each action. ">
            <a:extLst>
              <a:ext uri="{FF2B5EF4-FFF2-40B4-BE49-F238E27FC236}">
                <a16:creationId xmlns:a16="http://schemas.microsoft.com/office/drawing/2014/main" id="{487B3CCE-E903-8AFF-ED45-B52E1145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314" y="4084660"/>
            <a:ext cx="5929686" cy="201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1313" cy="632219"/>
          </a:xfrm>
        </p:spPr>
        <p:txBody>
          <a:bodyPr/>
          <a:lstStyle/>
          <a:p>
            <a:r>
              <a:rPr dirty="0"/>
              <a:t>Symbol Manipulation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5602357" cy="4905623"/>
          </a:xfrm>
        </p:spPr>
        <p:txBody>
          <a:bodyPr>
            <a:normAutofit fontScale="92500" lnSpcReduction="10000"/>
          </a:bodyPr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Early AI researchers regarded reasoning as central to intelligence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Minsky, McCarthy et al placed great emphasis on symbol manipulation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Expert systems were very popular in the 1970s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And why did </a:t>
            </a:r>
            <a:r>
              <a:rPr lang="en-US" dirty="0"/>
              <a:t>symbolic AI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fail</a:t>
            </a:r>
            <a:r>
              <a:rPr lang="en-US" dirty="0"/>
              <a:t>"</a:t>
            </a:r>
            <a:r>
              <a:rPr dirty="0"/>
              <a:t>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Lots of current effort to get ML systems to do symbol manipulation</a:t>
            </a:r>
            <a:endParaRPr lang="en-US" dirty="0"/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GB" dirty="0"/>
              <a:t>AlphaGo, </a:t>
            </a:r>
            <a:r>
              <a:rPr lang="en-GB" dirty="0" err="1"/>
              <a:t>AlphaFold</a:t>
            </a:r>
            <a:r>
              <a:rPr lang="en-GB" dirty="0"/>
              <a:t> both include elements of symbolic reasoning</a:t>
            </a:r>
            <a:endParaRPr dirty="0"/>
          </a:p>
        </p:txBody>
      </p:sp>
      <p:pic>
        <p:nvPicPr>
          <p:cNvPr id="1026" name="Picture 2" descr="How John McCarthy Shaped the Future of AI">
            <a:extLst>
              <a:ext uri="{FF2B5EF4-FFF2-40B4-BE49-F238E27FC236}">
                <a16:creationId xmlns:a16="http://schemas.microsoft.com/office/drawing/2014/main" id="{194228E6-628D-208D-896B-DB06697B7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898" y="1107853"/>
            <a:ext cx="3827280" cy="261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468F2-C985-FE17-9901-7F59D163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7070A-972D-F37F-B9B5-BE52859ABD71}"/>
              </a:ext>
            </a:extLst>
          </p:cNvPr>
          <p:cNvSpPr txBox="1"/>
          <p:nvPr/>
        </p:nvSpPr>
        <p:spPr>
          <a:xfrm>
            <a:off x="108154" y="79191"/>
            <a:ext cx="9330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Limitation of Expert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BBFBC-0D80-45E3-18FD-10164CDDE375}"/>
              </a:ext>
            </a:extLst>
          </p:cNvPr>
          <p:cNvSpPr txBox="1"/>
          <p:nvPr/>
        </p:nvSpPr>
        <p:spPr>
          <a:xfrm>
            <a:off x="334296" y="1005418"/>
            <a:ext cx="5968182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Inflexible to Uncertainty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Rule-based systems are exceptionally rigid. They struggle to adapt to unstructured data, edge cases, or scenarios that fall outside of their explicitly programmed logic.</a:t>
            </a:r>
          </a:p>
          <a:p>
            <a:pPr lvl="0" algn="just">
              <a:lnSpc>
                <a:spcPct val="150000"/>
              </a:lnSpc>
            </a:pPr>
            <a:endParaRPr lang="en-IN" dirty="0"/>
          </a:p>
          <a:p>
            <a:pPr lvl="0" algn="just">
              <a:lnSpc>
                <a:spcPct val="150000"/>
              </a:lnSpc>
            </a:pPr>
            <a:endParaRPr lang="en-IN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Knowledge Bottleneck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Also known as the "Knowledge Acquisition Bottleneck." It is practically impossible to manually code every single rule required to handle complex, real-world variability.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555E67-36AC-3035-7EC8-5BC3BA53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81"/>
          <a:stretch>
            <a:fillRect/>
          </a:stretch>
        </p:blipFill>
        <p:spPr>
          <a:xfrm>
            <a:off x="6529562" y="1792316"/>
            <a:ext cx="5528788" cy="2917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E41866-E9CE-7422-4162-1E078AA83756}"/>
              </a:ext>
            </a:extLst>
          </p:cNvPr>
          <p:cNvSpPr txBox="1"/>
          <p:nvPr/>
        </p:nvSpPr>
        <p:spPr>
          <a:xfrm>
            <a:off x="7071852" y="4749419"/>
            <a:ext cx="46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MYCIN: A 1970s Medical Expert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95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C30B7-3097-80F4-7165-6EC8C268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D68CE-2E22-DE49-708A-D1668847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194F3-760B-7512-8DBA-17ED0CAA750F}"/>
              </a:ext>
            </a:extLst>
          </p:cNvPr>
          <p:cNvSpPr txBox="1"/>
          <p:nvPr/>
        </p:nvSpPr>
        <p:spPr>
          <a:xfrm>
            <a:off x="285134" y="206080"/>
            <a:ext cx="86917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</a:pPr>
            <a:r>
              <a:rPr lang="en-IN" sz="3200" b="1" dirty="0"/>
              <a:t>The Data-Driven Era: Machine Learning</a:t>
            </a:r>
            <a:endParaRPr lang="en-IN" sz="3200" b="1" i="0" dirty="0">
              <a:solidFill>
                <a:srgbClr val="F8FAFC"/>
              </a:solidFill>
              <a:effectLst/>
              <a:latin typeface="Outfi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11C2E-F5F9-5BBB-BA76-5FE966C6BDBF}"/>
              </a:ext>
            </a:extLst>
          </p:cNvPr>
          <p:cNvSpPr txBox="1"/>
          <p:nvPr/>
        </p:nvSpPr>
        <p:spPr>
          <a:xfrm>
            <a:off x="462116" y="1539899"/>
            <a:ext cx="5348749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1125"/>
              </a:spcAft>
              <a:buNone/>
            </a:pPr>
            <a:r>
              <a:rPr lang="en-IN" sz="1800" b="1" i="0" dirty="0">
                <a:effectLst/>
                <a:latin typeface="+mn-lt"/>
              </a:rPr>
              <a:t>The Statistical Shift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The Paradigm:</a:t>
            </a:r>
            <a:r>
              <a:rPr lang="en-IN" sz="1800" b="0" i="0" dirty="0">
                <a:effectLst/>
                <a:latin typeface="+mn-lt"/>
              </a:rPr>
              <a:t> Algorithms learn statistical patterns from historical data, replacing explicitly programmed rules.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How it Works:</a:t>
            </a:r>
            <a:r>
              <a:rPr lang="en-IN" sz="1800" b="0" i="0" dirty="0">
                <a:effectLst/>
                <a:latin typeface="+mn-lt"/>
              </a:rPr>
              <a:t> Optimizes mathematical models based on structured data and human-engineered features.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Strengths:</a:t>
            </a:r>
            <a:r>
              <a:rPr lang="en-IN" sz="1800" b="0" i="0" dirty="0">
                <a:effectLst/>
                <a:latin typeface="+mn-lt"/>
              </a:rPr>
              <a:t> Highly scalable; handles uncertainty and noisy data much more gracefully than GOFAI.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The Bottleneck:</a:t>
            </a:r>
            <a:r>
              <a:rPr lang="en-IN" sz="1800" b="0" i="0" dirty="0">
                <a:effectLst/>
                <a:latin typeface="+mn-lt"/>
              </a:rPr>
              <a:t> Heavily reliant on manual feature engineering; struggles with raw, unstructured data.</a:t>
            </a:r>
            <a:endParaRPr lang="en-IN" sz="1500" b="0" i="0" dirty="0">
              <a:effectLst/>
              <a:latin typeface="Inter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A73341-A299-A074-A456-9F7336CFD62B}"/>
              </a:ext>
            </a:extLst>
          </p:cNvPr>
          <p:cNvGrpSpPr/>
          <p:nvPr/>
        </p:nvGrpSpPr>
        <p:grpSpPr>
          <a:xfrm>
            <a:off x="7806761" y="304735"/>
            <a:ext cx="4558904" cy="5905356"/>
            <a:chOff x="7806761" y="304735"/>
            <a:chExt cx="4558904" cy="5905356"/>
          </a:xfrm>
        </p:grpSpPr>
        <p:pic>
          <p:nvPicPr>
            <p:cNvPr id="7" name="Picture 6" descr="A graph with blue dots&#10;&#10;Description automatically generated">
              <a:extLst>
                <a:ext uri="{FF2B5EF4-FFF2-40B4-BE49-F238E27FC236}">
                  <a16:creationId xmlns:a16="http://schemas.microsoft.com/office/drawing/2014/main" id="{F9281AC1-A832-D2EC-B157-41CD24B17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4968" y="304735"/>
              <a:ext cx="3662007" cy="284896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62667B-630B-F392-351D-12039899F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6761" y="3361129"/>
              <a:ext cx="3878419" cy="28489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4C3FEA-C944-5B18-053E-0F96E54963F5}"/>
                </a:ext>
              </a:extLst>
            </p:cNvPr>
            <p:cNvSpPr txBox="1"/>
            <p:nvPr/>
          </p:nvSpPr>
          <p:spPr>
            <a:xfrm>
              <a:off x="10162067" y="5632159"/>
              <a:ext cx="22035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 u="none" strike="noStrike" dirty="0">
                  <a:solidFill>
                    <a:srgbClr val="1C1D20"/>
                  </a:solidFill>
                  <a:effectLst/>
                </a:rPr>
                <a:t>Classification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6AE4AD-43F3-C751-08EB-60E6F5F8BAB6}"/>
                </a:ext>
              </a:extLst>
            </p:cNvPr>
            <p:cNvSpPr txBox="1"/>
            <p:nvPr/>
          </p:nvSpPr>
          <p:spPr>
            <a:xfrm>
              <a:off x="8105898" y="2643166"/>
              <a:ext cx="16400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 u="none" strike="noStrike" dirty="0">
                  <a:solidFill>
                    <a:schemeClr val="tx2"/>
                  </a:solidFill>
                  <a:effectLst/>
                </a:rPr>
                <a:t>Regression</a:t>
              </a:r>
              <a:endParaRPr lang="en-IN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380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FEAB6-3ED9-3139-A509-F09A84AF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1994B-2B22-811B-B584-C745D599CF75}"/>
              </a:ext>
            </a:extLst>
          </p:cNvPr>
          <p:cNvSpPr txBox="1"/>
          <p:nvPr/>
        </p:nvSpPr>
        <p:spPr>
          <a:xfrm>
            <a:off x="216309" y="274907"/>
            <a:ext cx="7826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0"/>
              </a:spcAft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The Power of Representation: Deep Learning</a:t>
            </a:r>
            <a:endParaRPr lang="en-IN" sz="3200" b="1" i="0" dirty="0">
              <a:solidFill>
                <a:srgbClr val="F8FAFC"/>
              </a:solidFill>
              <a:effectLst/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E5C03-CBA7-B5D1-7176-23080CAD6C8B}"/>
              </a:ext>
            </a:extLst>
          </p:cNvPr>
          <p:cNvSpPr txBox="1"/>
          <p:nvPr/>
        </p:nvSpPr>
        <p:spPr>
          <a:xfrm>
            <a:off x="294967" y="1416910"/>
            <a:ext cx="5624052" cy="402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The Paradigm: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Multi-layered neural networks automatically discover complex representations for feature detection.</a:t>
            </a:r>
          </a:p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How it Works: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Learns non-linear mappings directly from raw, unstructured data (e.g., images, text).</a:t>
            </a:r>
          </a:p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Strengths: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Achieves unprecedented accuracy in computer vision and NLP; completely eliminates the need for manual feature engineering.</a:t>
            </a:r>
          </a:p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The Bottleneck: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The "Black Box" problem. It lacks explainability, requires massive amounts of training data, and cannot perform strict logical reasoning.</a:t>
            </a:r>
            <a:endParaRPr lang="en-IN" sz="1500" b="0" i="0" dirty="0">
              <a:solidFill>
                <a:srgbClr val="CBD5E1"/>
              </a:solidFill>
              <a:effectLst/>
              <a:latin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D18F4-5154-3112-5622-483BA972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3"/>
          <a:stretch>
            <a:fillRect/>
          </a:stretch>
        </p:blipFill>
        <p:spPr>
          <a:xfrm>
            <a:off x="6159870" y="2156180"/>
            <a:ext cx="5850219" cy="22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48C76-A7FC-CC52-2262-C7480198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F1601-B1DD-D4CD-A1A4-0C06DAF67897}"/>
              </a:ext>
            </a:extLst>
          </p:cNvPr>
          <p:cNvSpPr txBox="1"/>
          <p:nvPr/>
        </p:nvSpPr>
        <p:spPr>
          <a:xfrm>
            <a:off x="255639" y="21760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u="none" dirty="0">
                <a:solidFill>
                  <a:srgbClr val="0F172A"/>
                </a:solidFill>
              </a:rPr>
              <a:t>The Modern AI Dilemma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5DFB3-5AA4-3AB6-DD60-B29C7FC1E177}"/>
              </a:ext>
            </a:extLst>
          </p:cNvPr>
          <p:cNvSpPr txBox="1"/>
          <p:nvPr/>
        </p:nvSpPr>
        <p:spPr>
          <a:xfrm>
            <a:off x="390601" y="1446830"/>
            <a:ext cx="5459593" cy="3645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endParaRPr lang="en-US" b="0" i="0" u="none" dirty="0">
              <a:latin typeface="Calibri (Body)"/>
            </a:endParaRPr>
          </a:p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Large Language Models:</a:t>
            </a:r>
            <a:r>
              <a:rPr lang="en-IN" dirty="0"/>
              <a:t> At their core, LLMs generate text simply by calculating a probability distribution and predicting the most likely "next word" in a sequence.</a:t>
            </a:r>
          </a:p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Result (Hallucination):</a:t>
            </a:r>
            <a:r>
              <a:rPr lang="en-IN" dirty="0"/>
              <a:t> Because this foundational mechanism prioritizes statistical likelihood over factual accuracy, the model can confidently string together plausible-sounding but entirely invented information.</a:t>
            </a:r>
          </a:p>
          <a:p>
            <a:pPr algn="just">
              <a:lnSpc>
                <a:spcPts val="2640"/>
              </a:lnSpc>
            </a:pPr>
            <a:endParaRPr lang="en-IN" dirty="0"/>
          </a:p>
          <a:p>
            <a:pPr algn="just">
              <a:lnSpc>
                <a:spcPts val="2640"/>
              </a:lnSpc>
            </a:pPr>
            <a:endParaRPr b="0" i="0" u="none" dirty="0">
              <a:latin typeface="Calibri (Body)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6E1BA1-2AD8-5329-833A-3348B1CB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97" y="2164585"/>
            <a:ext cx="5576203" cy="2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8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CAF1E-F387-7817-BEBE-E539CBBE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4C41-7B7D-257B-675D-7F63B60F621A}"/>
              </a:ext>
            </a:extLst>
          </p:cNvPr>
          <p:cNvSpPr txBox="1"/>
          <p:nvPr/>
        </p:nvSpPr>
        <p:spPr>
          <a:xfrm>
            <a:off x="186813" y="1889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>
                    <a:lumMod val="50000"/>
                  </a:schemeClr>
                </a:solidFill>
              </a:rPr>
              <a:t>The Solution: Knowledge Graphs as Guardrails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C9141-A6C0-00B7-2C35-376E8DBD8A1E}"/>
              </a:ext>
            </a:extLst>
          </p:cNvPr>
          <p:cNvSpPr txBox="1"/>
          <p:nvPr/>
        </p:nvSpPr>
        <p:spPr>
          <a:xfrm>
            <a:off x="294966" y="1079954"/>
            <a:ext cx="11405421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Structured Truth, Not Probability:</a:t>
            </a:r>
            <a:r>
              <a:rPr lang="en-IN" dirty="0"/>
              <a:t> Unlike LLMs, Knowledge Graphs do not guess. They store explicit, mathematically formalized relationships between real-world entities.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Factual Guardrails:</a:t>
            </a:r>
            <a:r>
              <a:rPr lang="en-IN" dirty="0"/>
              <a:t> By connecting an LLM to a Knowledge Graph, we constrain its text generation. It can only speak based on the verified facts it retrieves.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Safe Reasoning:</a:t>
            </a:r>
            <a:r>
              <a:rPr lang="en-IN" dirty="0"/>
              <a:t> The model stops "rolling the dice" for the next word and becomes a transparent reasoning engine grounded in actual truth.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6726BD-2246-E467-3921-C8A5FA88A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14" y="4603566"/>
            <a:ext cx="8238422" cy="206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9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20D8E-2638-A1AC-DFDE-BDABCF50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7BD5C-AAF8-6240-B0ED-FB0E081D8FFA}"/>
              </a:ext>
            </a:extLst>
          </p:cNvPr>
          <p:cNvSpPr txBox="1"/>
          <p:nvPr/>
        </p:nvSpPr>
        <p:spPr>
          <a:xfrm>
            <a:off x="226141" y="206081"/>
            <a:ext cx="7885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0"/>
              </a:spcAft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The Hybrid Future: Neuro-Symbolic AI</a:t>
            </a:r>
            <a:endParaRPr lang="en-IN" sz="3200" b="1" i="0" dirty="0">
              <a:solidFill>
                <a:srgbClr val="F8FAFC"/>
              </a:solidFill>
              <a:effectLst/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811BB-4559-A820-46A4-4424B22238AC}"/>
              </a:ext>
            </a:extLst>
          </p:cNvPr>
          <p:cNvSpPr txBox="1"/>
          <p:nvPr/>
        </p:nvSpPr>
        <p:spPr>
          <a:xfrm>
            <a:off x="226141" y="1611275"/>
            <a:ext cx="5270092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Bridging the Gap: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Combines the robust learning capabilities of Neural Networks (Deep Learning) with the logical reasoning and explainability of Symbolic AI (GOFAI).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Knowledge Graphs: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Uses structured ontologies (nodes and relationships) to ground the "Black Box" predictions of deep learning models in verifiable, factual logic.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The Ultimate Goal: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Systems that can learn independently from messy data, yet still reason logically and explain exactly </a:t>
            </a:r>
            <a:r>
              <a:rPr lang="en-IN" sz="1800" b="0" i="1" dirty="0">
                <a:solidFill>
                  <a:schemeClr val="tx1"/>
                </a:solidFill>
                <a:effectLst/>
                <a:latin typeface="+mn-lt"/>
              </a:rPr>
              <a:t>why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they made a decision.</a:t>
            </a:r>
            <a:endParaRPr lang="en-IN" sz="1500" b="0" i="0" dirty="0">
              <a:solidFill>
                <a:srgbClr val="CBD5E1"/>
              </a:solidFill>
              <a:effectLst/>
              <a:latin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49029-4DCC-A9EC-75C1-6486C2CA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401" y="1010708"/>
            <a:ext cx="5617489" cy="483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  <a:effectLst/>
              </a:rPr>
              <a:t>Successful students will be able to:</a:t>
            </a:r>
          </a:p>
          <a:p>
            <a:endParaRPr lang="en-GB" sz="2400" dirty="0">
              <a:solidFill>
                <a:schemeClr val="tx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Gain a systematic understanding of knowledge, principles and procedures of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a critical awareness and evaluation of current and complex issues and developments in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critical understanding of research techniques in knowledge engineering and ability to critically evaluate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innovative application of the knowledge, principles and procedures of knowledge engineering in making sound judgements and proposing new hypotheses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9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Outline Syllabus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First order logic 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Natural Deduction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Automated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and knowledge representation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Bases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Knowledge Graphs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Large Language Models &amp; 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Reasoning under Uncertainty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Probabilities, conditional independence;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Bayesian networks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Causal Reasoning (if time)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5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How the Course will be Taught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Lectures will be kept short-</a:t>
            </a:r>
            <a:r>
              <a:rPr lang="en-US" sz="2000" dirty="0" err="1">
                <a:solidFill>
                  <a:schemeClr val="tx2"/>
                </a:solidFill>
              </a:rPr>
              <a:t>ish</a:t>
            </a:r>
            <a:r>
              <a:rPr lang="en-US" sz="2000" dirty="0">
                <a:solidFill>
                  <a:schemeClr val="tx2"/>
                </a:solidFill>
              </a:rPr>
              <a:t> and single topic</a:t>
            </a: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There are extensive written notes on canvas. You need to read these.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Lots of problems to work though – some paper-based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Plenty of live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We will code almost everything ourselves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libraries for this are bad/nonexistent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develops understanding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a little more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10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Assessment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Two </a:t>
            </a:r>
            <a:r>
              <a:rPr lang="en-US" sz="2400" b="1" dirty="0">
                <a:solidFill>
                  <a:schemeClr val="tx2"/>
                </a:solidFill>
              </a:rPr>
              <a:t>one hour </a:t>
            </a:r>
            <a:r>
              <a:rPr lang="en-US" sz="2400" dirty="0">
                <a:solidFill>
                  <a:schemeClr val="tx2"/>
                </a:solidFill>
              </a:rPr>
              <a:t>class tests worth 20% each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4, Monday 12 October, 09:30am start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11, Friday 30 November, 09:30am start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will be invigilated and will be multiple choice.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must be present in person for these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One course project worth 60%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undertake an open-ended practical project, using techniques from the module as you deem appropriate.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will be assess on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be expected to demonstrate consistent work on the project by submitting a weekly project “log”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Released in week 4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664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8D950-D3A1-0898-F6EB-8718D553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524CAD-A98A-464B-5EED-5B97F0EF08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Advice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A86E5-3EA6-1F03-E8FA-9BC7FB6C13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715590"/>
            <a:ext cx="10116047" cy="42045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2400" b="1" i="0" u="none" strike="noStrike" dirty="0">
                <a:effectLst/>
                <a:latin typeface="Söhne"/>
              </a:rPr>
              <a:t>Read the notes</a:t>
            </a:r>
            <a:r>
              <a:rPr lang="en-GB" sz="2400" i="0" u="none" strike="noStrike" dirty="0">
                <a:effectLst/>
                <a:latin typeface="Söhne"/>
              </a:rPr>
              <a:t>, ideally before the lecture</a:t>
            </a:r>
          </a:p>
          <a:p>
            <a:pPr algn="l"/>
            <a:r>
              <a:rPr lang="en-GB" sz="2400" b="1" dirty="0">
                <a:latin typeface="Söhne"/>
              </a:rPr>
              <a:t>Do the exercises</a:t>
            </a:r>
            <a:r>
              <a:rPr lang="en-GB" sz="2400" dirty="0">
                <a:latin typeface="Söhne"/>
              </a:rPr>
              <a:t>, there is time in class to do this</a:t>
            </a:r>
          </a:p>
          <a:p>
            <a:pPr algn="l"/>
            <a:r>
              <a:rPr lang="en-GB" sz="2400" b="1" dirty="0">
                <a:latin typeface="Söhne"/>
              </a:rPr>
              <a:t>Come to the class</a:t>
            </a:r>
            <a:r>
              <a:rPr lang="en-GB" sz="2400" dirty="0">
                <a:latin typeface="Söhne"/>
              </a:rPr>
              <a:t>, talking to me and each other will help you</a:t>
            </a:r>
            <a:endParaRPr lang="en-GB" sz="2400" b="1" dirty="0">
              <a:latin typeface="Söhne"/>
            </a:endParaRPr>
          </a:p>
          <a:p>
            <a:pPr algn="l"/>
            <a:r>
              <a:rPr lang="en-GB" sz="2400" b="1" dirty="0">
                <a:latin typeface="Söhne"/>
              </a:rPr>
              <a:t>Be on time</a:t>
            </a:r>
            <a:r>
              <a:rPr lang="en-GB" sz="2400" dirty="0">
                <a:latin typeface="Söhne"/>
              </a:rPr>
              <a:t>, if you are 15 minutes late then you will be catching up for the whole day.</a:t>
            </a:r>
            <a:endParaRPr lang="en-GB" sz="2400" b="1" dirty="0">
              <a:latin typeface="Söhne"/>
            </a:endParaRPr>
          </a:p>
          <a:p>
            <a:pPr algn="l"/>
            <a:r>
              <a:rPr lang="en-GB" sz="2400" b="1" dirty="0">
                <a:latin typeface="Söhne"/>
              </a:rPr>
              <a:t>AI is of most help to those who already understand what they doing</a:t>
            </a:r>
            <a:endParaRPr lang="en-GB" b="1" dirty="0">
              <a:latin typeface="söhne"/>
            </a:endParaRPr>
          </a:p>
          <a:p>
            <a:pPr algn="l"/>
            <a:endParaRPr lang="en-GB" sz="2400" i="0" u="none" strike="noStrike" dirty="0">
              <a:effectLst/>
              <a:latin typeface="Söhne"/>
            </a:endParaRPr>
          </a:p>
          <a:p>
            <a:pPr algn="l"/>
            <a:endParaRPr lang="en-GB" sz="2400" dirty="0">
              <a:latin typeface="Söhne"/>
            </a:endParaRPr>
          </a:p>
          <a:p>
            <a:endParaRPr lang="en-GB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06864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Can you solve them?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212635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1.01 Exercises Logic and Knowledge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8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38D0-F832-F2BF-DC7D-C0A09355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84738" cy="632219"/>
          </a:xfrm>
        </p:spPr>
        <p:txBody>
          <a:bodyPr/>
          <a:lstStyle/>
          <a:p>
            <a:r>
              <a:rPr lang="en-US" dirty="0"/>
              <a:t>What reasoning abilities did you use?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E520D-F1B0-A8BE-0DB8-734FB90E0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tasks require intelligence?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do they have in common?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acquired incrementally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When new knowledge is discovered, have to revisit old knowledge to draw conclusions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computer programs to solve them?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one computer program that will solve them all?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are games like these relevant to real-world problems?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4C32-8649-7752-5D48-8A5FD4AE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2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9741195" cy="632219"/>
          </a:xfrm>
        </p:spPr>
        <p:txBody>
          <a:bodyPr/>
          <a:lstStyle/>
          <a:p>
            <a:r>
              <a:rPr lang="en-GB" dirty="0"/>
              <a:t>Reasoning and Intelligence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Why, in an era of big data, do we need to study logic?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Are models learned from data always correct?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What if we need provably correct results?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True intelligence needs to be able to </a:t>
            </a:r>
            <a:r>
              <a:rPr b="1" dirty="0"/>
              <a:t>reason</a:t>
            </a:r>
            <a:r>
              <a:rPr dirty="0"/>
              <a:t> </a:t>
            </a:r>
            <a:r>
              <a:rPr dirty="0" err="1"/>
              <a:t>rigourously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9299713" cy="632219"/>
          </a:xfrm>
        </p:spPr>
        <p:txBody>
          <a:bodyPr/>
          <a:lstStyle/>
          <a:p>
            <a:r>
              <a:rPr dirty="0"/>
              <a:t>Logic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“If intelligence requires reasoning</a:t>
            </a:r>
          </a:p>
          <a:p>
            <a:pPr lvl="1"/>
            <a:r>
              <a:rPr lang="en-US" dirty="0"/>
              <a:t>And logic is the study of reasoning</a:t>
            </a:r>
          </a:p>
          <a:p>
            <a:pPr lvl="1"/>
            <a:r>
              <a:rPr lang="en-US" dirty="0"/>
              <a:t>Then…?”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A more cliched example: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dirty="0"/>
              <a:t>Socrates is a man</a:t>
            </a:r>
          </a:p>
          <a:p>
            <a:pPr lvl="1"/>
            <a:r>
              <a:rPr dirty="0"/>
              <a:t>All men are mortal</a:t>
            </a:r>
          </a:p>
          <a:p>
            <a:pPr lvl="1"/>
            <a:r>
              <a:rPr lang="en-US" dirty="0"/>
              <a:t>	</a:t>
            </a:r>
            <a:r>
              <a:rPr dirty="0"/>
              <a:t>…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dirty="0"/>
              <a:t> </a:t>
            </a:r>
            <a:r>
              <a:rPr b="1" dirty="0"/>
              <a:t>deductive truth</a:t>
            </a:r>
            <a:r>
              <a:rPr lang="en-US" b="1" dirty="0"/>
              <a:t>.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Should AI systems be able to do 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know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It is colder in the winter than in the summer.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Mount Everest is the tallest mountain in the world.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Facts are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grounded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we know what a mountain is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How do these facts differ from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58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can reason over facts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make decisions and draw conclusions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Can we get computers to do the same?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Computers require a formal language: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Logic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Logic – the study of correct reasoning- will allow us to formally represent facts and reason about them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Propositional Logic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a simple form of logic that allows us to do just this</a:t>
            </a: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441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“Water makes you wet”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atomic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proposition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connect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these together to get new compound propositions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blue and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 (The car is blue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and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Books have hard or soft covers (Books have hard covers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or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books have soft covers)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the sun is shining then it is daytime (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If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 sun is shining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then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daytime)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8B3696-FC3D-0B08-DF7A-871D82F54D71}"/>
                  </a:ext>
                </a:extLst>
              </p14:cNvPr>
              <p14:cNvContentPartPr/>
              <p14:nvPr/>
            </p14:nvContentPartPr>
            <p14:xfrm>
              <a:off x="1730880" y="2670840"/>
              <a:ext cx="8335080" cy="2451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8B3696-FC3D-0B08-DF7A-871D82F54D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4680" y="2654640"/>
                <a:ext cx="8367480" cy="248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4821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we use correct reasoning, if the premises of an argument are true then its conclusion must be True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Socrates is a man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men are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 Socrates is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tasty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all red apples are tasty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26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291040" cy="632219"/>
          </a:xfrm>
        </p:spPr>
        <p:txBody>
          <a:bodyPr/>
          <a:lstStyle/>
          <a:p>
            <a:r>
              <a:rPr lang="en-US" dirty="0"/>
              <a:t>Validity and Soundness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INVALID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argument</a:t>
            </a:r>
          </a:p>
          <a:p>
            <a:pPr marL="171445" lvl="1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red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VALID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but is not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SOUND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628633" lvl="2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CORRECT DEDUCTIVE REASONING MUST BE BOTH VALID AND SOUND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1.03 Exercises Propositional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23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Formal 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Humans are excellent at reasoning using natural language, but machines are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 automate deductive reasoning, we need to reduce it to symbol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One symbol to represent each atomic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symbol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07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66610" cy="632219"/>
          </a:xfrm>
        </p:spPr>
        <p:txBody>
          <a:bodyPr/>
          <a:lstStyle/>
          <a:p>
            <a:r>
              <a:rPr lang="en-US" dirty="0"/>
              <a:t>Making Logical Arguments Formal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are the atomic propositions?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It is raining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am going outdoors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 coat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an umbrella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3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it is not raining and I am going outdoors then I do not take a coat or an umbrella.</a:t>
                </a:r>
              </a:p>
              <a:p>
                <a:endParaRPr lang="en-GB" b="0" dirty="0">
                  <a:solidFill>
                    <a:srgbClr val="CCCCCC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In terms of the atomic propositions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R, O, C, U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we can write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:</a:t>
                </a:r>
              </a:p>
              <a:p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((not R) and O) then not (C or U)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Four logical connectives are used here. We will assign them symbols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(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Negation):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And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(Conjunction):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Or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(Disjunction):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Material Implication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(if):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except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 t="-1292" r="-965" b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68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Truth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The effect of Logical connectives is best illustrated by their Truth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A Truth table tells us whether a Compound proposition is True or False depending on the Truth of the compound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Is the statement “if it is cold I wear a hat” True or False if the statements “I am wearing a hat” and “it is not cold” are both true?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Understanding these will help us to model our knowledge using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67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Negation (Not)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The simplest connective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unary operator that changes a proposition from True to False or from False to True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1105753"/>
                  </p:ext>
                </p:extLst>
              </p:nvPr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83" t="-6154" r="-966" b="-1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AF14E4-7409-E3BA-F78B-1C4EE35DF780}"/>
                  </a:ext>
                </a:extLst>
              </p14:cNvPr>
              <p14:cNvContentPartPr/>
              <p14:nvPr/>
            </p14:nvContentPartPr>
            <p14:xfrm>
              <a:off x="6639480" y="4049280"/>
              <a:ext cx="396000" cy="1121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AF14E4-7409-E3BA-F78B-1C4EE35DF7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3280" y="4033080"/>
                <a:ext cx="428400" cy="11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4479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Conjunction (And)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59207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E02B4D9-D837-FDFB-6581-F2B7433B2B9B}"/>
                  </a:ext>
                </a:extLst>
              </p14:cNvPr>
              <p14:cNvContentPartPr/>
              <p14:nvPr/>
            </p14:nvContentPartPr>
            <p14:xfrm>
              <a:off x="6675840" y="3242880"/>
              <a:ext cx="342000" cy="2650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E02B4D9-D837-FDFB-6581-F2B7433B2B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9640" y="3226680"/>
                <a:ext cx="374400" cy="268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0556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Disjunction (Or)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 r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40964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DC4253-D0DA-D22C-A094-492FAC345532}"/>
                  </a:ext>
                </a:extLst>
              </p14:cNvPr>
              <p14:cNvContentPartPr/>
              <p14:nvPr/>
            </p14:nvContentPartPr>
            <p14:xfrm>
              <a:off x="6655320" y="3287160"/>
              <a:ext cx="402840" cy="2605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DC4253-D0DA-D22C-A094-492FAC3455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39120" y="3270960"/>
                <a:ext cx="435240" cy="263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776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Material 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More subtle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P then 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 native Python operator.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Can you write a lambda function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implies(P,Q)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  <a:blipFill>
                <a:blip r:embed="rId2"/>
                <a:stretch>
                  <a:fillRect l="-605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6084548"/>
                  </p:ext>
                </p:extLst>
              </p:nvPr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38" t="-4615" r="-2885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2B411C2-2CB2-5D4E-07B9-92D7E007D3F0}"/>
                  </a:ext>
                </a:extLst>
              </p14:cNvPr>
              <p14:cNvContentPartPr/>
              <p14:nvPr/>
            </p14:nvContentPartPr>
            <p14:xfrm>
              <a:off x="10662120" y="1949400"/>
              <a:ext cx="399960" cy="2624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2B411C2-2CB2-5D4E-07B9-92D7E007D3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5920" y="1933200"/>
                <a:ext cx="432360" cy="265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7246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Biconditional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Not needed in our example, but quite common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 </a:t>
                </a:r>
                <a:r>
                  <a:rPr lang="en-US" sz="2000" i="1" dirty="0" err="1">
                    <a:solidFill>
                      <a:schemeClr val="tx1">
                        <a:lumMod val="50000"/>
                      </a:schemeClr>
                    </a:solidFill>
                  </a:rPr>
                  <a:t>iff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⟺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10D96AD-714A-E06B-EE98-082B0982AF08}"/>
                  </a:ext>
                </a:extLst>
              </p14:cNvPr>
              <p14:cNvContentPartPr/>
              <p14:nvPr/>
            </p14:nvContentPartPr>
            <p14:xfrm>
              <a:off x="6584400" y="3649320"/>
              <a:ext cx="327240" cy="266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10D96AD-714A-E06B-EE98-082B0982AF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8200" y="3633120"/>
                <a:ext cx="359640" cy="269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2893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Back to our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0502589" cy="5368727"/>
          </a:xfrm>
        </p:spPr>
        <p:txBody>
          <a:bodyPr/>
          <a:lstStyle/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algn="ctr"/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((not R) and O) then not (C or U)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Exercise: Can you compute the Truth Table for this?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2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8AA1-B0FB-5BAC-DA47-BB3695E0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09018-63B3-9D7B-F807-98FD0E63B8CE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73014"/>
          <a:ext cx="8128001" cy="6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7612492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44153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774034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896473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584875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32914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28643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78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073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2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2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0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87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1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1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3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69028"/>
                  </a:ext>
                </a:extLst>
              </a:tr>
              <a:tr h="3427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6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2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17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20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51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4214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6CD368-BA49-CD8F-D5DA-30CD8066AFAA}"/>
                  </a:ext>
                </a:extLst>
              </p14:cNvPr>
              <p14:cNvContentPartPr/>
              <p14:nvPr/>
            </p14:nvContentPartPr>
            <p14:xfrm>
              <a:off x="6760440" y="223560"/>
              <a:ext cx="2986560" cy="6183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6CD368-BA49-CD8F-D5DA-30CD8066AF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4240" y="207360"/>
                <a:ext cx="3018960" cy="62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09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1.05 Exercises Formal Propositional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35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have now studied enough knowledge to build a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knowledge base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exactly do we mean by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introduce the concept of an intelligent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lives in some abstract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chess board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Roomba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medical database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has a goal that it must achieve.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How can agents achieve their goals?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Examples of agent goals: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the opponent’s King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Vacuum the entire floor area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a combination of medicines for a set of symptoms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must be able to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its environment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opponent’s King is on square E8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cat’s bed is in the corner by the heater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X addresses disease Y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question about its environment to determine new knowledge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 move my knight to A6, what could happen?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A and B address diseases X and Y but should not be taken together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 over the knowledge to ask a set of questions that enable decisions to be taken that achieve the goal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1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knowledge base records what the agent knows as a set of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contain some prior information (premises)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written in formal notation to enable computation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can update it as it discovers new things about the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aims to find one or more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knowledge base True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develop an 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1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97ED-4D3C-995A-D281-C057F31D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Familiar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1E5E-BC56-DA14-B447-88522D39F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Ahmed, Niamh, and Xin are three friends. They went for dinner together. Each of them ordered a main course (stew, </a:t>
            </a:r>
            <a:r>
              <a:rPr lang="en-GB" sz="2000" b="0" dirty="0" err="1">
                <a:solidFill>
                  <a:schemeClr val="tx1">
                    <a:lumMod val="50000"/>
                  </a:schemeClr>
                </a:solidFill>
                <a:effectLst/>
              </a:rPr>
              <a:t>daal</a:t>
            </a: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, falafel) and a dessert (ice cream, apple pie, cheesecake. They each ordered a different main course and a different dessert. Use the following information to deduce who ordered what:</a:t>
            </a:r>
          </a:p>
          <a:p>
            <a:b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</a:b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1. The person who ordered the stew did not order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2. Niamh ordered the Dhal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3. Ahmed ordered the ice cream or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4. Xin did not order either the ice cream or the cheesecake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5. The person who ordered the ice cream did not order the falafel</a:t>
            </a:r>
          </a:p>
          <a:p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Can you formalize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4952-CC75-0E51-7C14-170B245D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04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 in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All men are mortal</a:t>
            </a:r>
          </a:p>
          <a:p>
            <a:pPr lvl="1"/>
            <a:r>
              <a:rPr lang="en-US" dirty="0"/>
              <a:t>Socrates is a man</a:t>
            </a:r>
          </a:p>
          <a:p>
            <a:pPr lvl="1"/>
            <a:r>
              <a:rPr lang="en-US" dirty="0"/>
              <a:t>Therefore Socrates is mortal</a:t>
            </a:r>
          </a:p>
          <a:p>
            <a:pPr lvl="1"/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We claim that this is sound and valid argument, but how do we</a:t>
            </a:r>
            <a:r>
              <a:rPr lang="en-US" b="1" dirty="0"/>
              <a:t> know</a:t>
            </a:r>
            <a:r>
              <a:rPr lang="en-US" dirty="0"/>
              <a:t> this?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Soundness is a matter of the truth of the propositions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Validity is whether the reasoning is correct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How can we unambiguously determine the validity of an argument?</a:t>
            </a:r>
          </a:p>
          <a:p>
            <a:pPr lvl="1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/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cold</a:t>
            </a:r>
          </a:p>
          <a:p>
            <a:pPr lvl="1"/>
            <a:r>
              <a:rPr lang="en-US" i="1" dirty="0"/>
              <a:t>Therefore, I wear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9737D5-EDEA-99C1-1BD0-09761202CBE6}"/>
                  </a:ext>
                </a:extLst>
              </p14:cNvPr>
              <p14:cNvContentPartPr/>
              <p14:nvPr/>
            </p14:nvContentPartPr>
            <p14:xfrm>
              <a:off x="732600" y="209520"/>
              <a:ext cx="11048400" cy="5753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9737D5-EDEA-99C1-1BD0-09761202CB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400" y="193320"/>
                <a:ext cx="11080800" cy="57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1799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Each line of the truth table is called a </a:t>
            </a:r>
            <a:r>
              <a:rPr lang="en-US" sz="2400" b="1" dirty="0">
                <a:solidFill>
                  <a:schemeClr val="tx2"/>
                </a:solidFill>
              </a:rPr>
              <a:t>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arguments can be </a:t>
            </a:r>
            <a:r>
              <a:rPr lang="en-US" sz="2400" dirty="0" err="1">
                <a:solidFill>
                  <a:schemeClr val="tx2"/>
                </a:solidFill>
              </a:rPr>
              <a:t>rigourously</a:t>
            </a:r>
            <a:r>
              <a:rPr lang="en-US" sz="2400" dirty="0">
                <a:solidFill>
                  <a:schemeClr val="tx2"/>
                </a:solidFill>
              </a:rPr>
              <a:t> checked by </a:t>
            </a:r>
            <a:r>
              <a:rPr lang="en-US" sz="2400" b="1" dirty="0">
                <a:solidFill>
                  <a:schemeClr val="tx2"/>
                </a:solidFill>
              </a:rPr>
              <a:t>enumerating all possible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argument is valid </a:t>
            </a:r>
            <a:r>
              <a:rPr lang="en-US" sz="2400" dirty="0" err="1">
                <a:solidFill>
                  <a:schemeClr val="tx2"/>
                </a:solidFill>
              </a:rPr>
              <a:t>iff</a:t>
            </a:r>
            <a:r>
              <a:rPr lang="en-US" sz="2400" dirty="0">
                <a:solidFill>
                  <a:schemeClr val="tx2"/>
                </a:solidFill>
              </a:rPr>
              <a:t> there is at least one model for which all of the premises are True and the conclusion is True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model checking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gold standard, but nearly always impractical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857CD9-A6CA-727F-7884-1D0E8FEB8618}"/>
                  </a:ext>
                </a:extLst>
              </p14:cNvPr>
              <p14:cNvContentPartPr/>
              <p14:nvPr/>
            </p14:nvContentPartPr>
            <p14:xfrm>
              <a:off x="7044120" y="133776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857CD9-A6CA-727F-7884-1D0E8FEB86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4760" y="1328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9959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One way around the combinatorial explosion problem is to identify common parts of an argument, model check those, and then use them as part of a larger argument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Consider our earlier argument (written in </a:t>
            </a:r>
            <a:r>
              <a:rPr lang="en-US" sz="2400" i="1" dirty="0">
                <a:solidFill>
                  <a:schemeClr val="tx2"/>
                </a:solidFill>
              </a:rPr>
              <a:t>sequent form):</a:t>
            </a:r>
          </a:p>
          <a:p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have verified this by truth table and can therefore take it as proven as rigorously as possible </a:t>
            </a:r>
            <a:r>
              <a:rPr lang="en-US" sz="2400" b="1" dirty="0">
                <a:solidFill>
                  <a:schemeClr val="tx2"/>
                </a:solidFill>
              </a:rPr>
              <a:t>(semantically correct). </a:t>
            </a:r>
            <a:r>
              <a:rPr lang="en-US" sz="2400" dirty="0">
                <a:solidFill>
                  <a:schemeClr val="tx2"/>
                </a:solidFill>
              </a:rPr>
              <a:t>We denote this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modus ponens</a:t>
            </a:r>
            <a:r>
              <a:rPr lang="en-US" sz="2400" dirty="0">
                <a:solidFill>
                  <a:schemeClr val="tx2"/>
                </a:solidFill>
              </a:rPr>
              <a:t> (method of affirming) and is widely used as the basis for automated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CD6E12-B6D2-3E2A-6360-48AF4B46E976}"/>
                  </a:ext>
                </a:extLst>
              </p14:cNvPr>
              <p14:cNvContentPartPr/>
              <p14:nvPr/>
            </p14:nvContentPartPr>
            <p14:xfrm>
              <a:off x="3229920" y="2689920"/>
              <a:ext cx="7562520" cy="2083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CD6E12-B6D2-3E2A-6360-48AF4B46E9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3720" y="2673720"/>
                <a:ext cx="7594920" cy="211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85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not wearing a jacket</a:t>
            </a:r>
          </a:p>
          <a:p>
            <a:pPr lvl="1"/>
            <a:r>
              <a:rPr lang="en-US" i="1" dirty="0"/>
              <a:t>Therefore, it is not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Modus Tollens </a:t>
            </a:r>
            <a:r>
              <a:rPr lang="en-US" dirty="0"/>
              <a:t>(</a:t>
            </a:r>
            <a:r>
              <a:rPr lang="en-GB" dirty="0"/>
              <a:t>method of removing by taking away)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7AB3B9-BCCA-939B-D83A-7243985E1EAF}"/>
                  </a:ext>
                </a:extLst>
              </p14:cNvPr>
              <p14:cNvContentPartPr/>
              <p14:nvPr/>
            </p14:nvContentPartPr>
            <p14:xfrm>
              <a:off x="2887560" y="1424520"/>
              <a:ext cx="8232840" cy="4963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7AB3B9-BCCA-939B-D83A-7243985E1E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1360" y="1408320"/>
                <a:ext cx="8265240" cy="499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0254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wearing a jacket</a:t>
            </a:r>
          </a:p>
          <a:p>
            <a:pPr lvl="1"/>
            <a:r>
              <a:rPr lang="en-US" i="1" dirty="0"/>
              <a:t>Therefore, it is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Affirming the consequent</a:t>
            </a:r>
            <a:r>
              <a:rPr lang="en-US" dirty="0"/>
              <a:t>, or </a:t>
            </a:r>
            <a:r>
              <a:rPr lang="en-US" i="1" dirty="0"/>
              <a:t>fallacy of the converse</a:t>
            </a:r>
            <a:r>
              <a:rPr lang="en-US" dirty="0"/>
              <a:t> 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22C6D9-670B-D17D-4A47-47E9DEB3886D}"/>
                  </a:ext>
                </a:extLst>
              </p14:cNvPr>
              <p14:cNvContentPartPr/>
              <p14:nvPr/>
            </p14:nvContentPartPr>
            <p14:xfrm>
              <a:off x="3130560" y="1433880"/>
              <a:ext cx="7443360" cy="2608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22C6D9-670B-D17D-4A47-47E9DEB388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4360" y="1417680"/>
                <a:ext cx="7475760" cy="264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9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257799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not cold</a:t>
            </a:r>
          </a:p>
          <a:p>
            <a:pPr lvl="1"/>
            <a:r>
              <a:rPr lang="en-US" i="1" dirty="0"/>
              <a:t>Therefore, I am not wearing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Denying the antecedent</a:t>
            </a:r>
            <a:r>
              <a:rPr lang="en-US" dirty="0"/>
              <a:t> or </a:t>
            </a:r>
            <a:r>
              <a:rPr lang="en-US" i="1" dirty="0"/>
              <a:t>fallacy of the inverse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0976BFE-A079-7BDA-3BF9-0E777FA9E18F}"/>
                  </a:ext>
                </a:extLst>
              </p14:cNvPr>
              <p14:cNvContentPartPr/>
              <p14:nvPr/>
            </p14:nvContentPartPr>
            <p14:xfrm>
              <a:off x="3115080" y="1475640"/>
              <a:ext cx="7521840" cy="2579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0976BFE-A079-7BDA-3BF9-0E777FA9E1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8880" y="1459440"/>
                <a:ext cx="7554240" cy="261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08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Truth tables are impractical for larger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15 variables – 2</a:t>
            </a:r>
            <a:r>
              <a:rPr lang="en-US" sz="2400" baseline="30000" dirty="0">
                <a:solidFill>
                  <a:schemeClr val="tx1">
                    <a:lumMod val="50000"/>
                  </a:schemeClr>
                </a:solidFill>
              </a:rPr>
              <a:t>15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= 32,768 models is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50 variables is challenging!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could simplify by exploiting constraints and check only models that we cannot immediately rule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Not always obvious…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Can we instead formalize deductive reasoning?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61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Model checking can be used to determine </a:t>
            </a:r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inference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These can be used to construct an argument to prove or disprove a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Simple example: if P^Q is True, is P=&gt; Q True?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EB1712-D8A5-1FD7-DA33-6D0A59ED70F8}"/>
                  </a:ext>
                </a:extLst>
              </p14:cNvPr>
              <p14:cNvContentPartPr/>
              <p14:nvPr/>
            </p14:nvContentPartPr>
            <p14:xfrm>
              <a:off x="325800" y="3003480"/>
              <a:ext cx="8712360" cy="281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EB1712-D8A5-1FD7-DA33-6D0A59ED70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600" y="2987280"/>
                <a:ext cx="8744760" cy="285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691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A24901-9939-CABB-C76B-E3EA6FD5B113}"/>
                  </a:ext>
                </a:extLst>
              </p14:cNvPr>
              <p14:cNvContentPartPr/>
              <p14:nvPr/>
            </p14:nvContentPartPr>
            <p14:xfrm>
              <a:off x="1026720" y="217080"/>
              <a:ext cx="9287280" cy="6339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A24901-9939-CABB-C76B-E3EA6FD5B1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520" y="200880"/>
                <a:ext cx="9319680" cy="63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5FBD54-D8D6-C498-B503-B343F8288EA7}"/>
                  </a:ext>
                </a:extLst>
              </p14:cNvPr>
              <p14:cNvContentPartPr/>
              <p14:nvPr/>
            </p14:nvContentPartPr>
            <p14:xfrm>
              <a:off x="124200" y="1804320"/>
              <a:ext cx="4795560" cy="3284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5FBD54-D8D6-C498-B503-B343F8288E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000" y="1788120"/>
                <a:ext cx="4827960" cy="331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0045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A more complex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03580" y="1951057"/>
          <a:ext cx="9913620" cy="41664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606421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01451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32BF9C4-3368-A3DA-06E4-6F592A647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9595"/>
            <a:ext cx="5435600" cy="50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75F3F-D3A0-11E1-1327-5F92CEC6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77696"/>
            <a:ext cx="5511800" cy="50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0BA783-BC6C-76A3-487C-64198577FC40}"/>
                  </a:ext>
                </a:extLst>
              </p14:cNvPr>
              <p14:cNvContentPartPr/>
              <p14:nvPr/>
            </p14:nvContentPartPr>
            <p14:xfrm>
              <a:off x="950040" y="2680200"/>
              <a:ext cx="9491040" cy="294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0BA783-BC6C-76A3-487C-64198577FC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3840" y="2664000"/>
                <a:ext cx="9523440" cy="297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76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947245" cy="632219"/>
          </a:xfrm>
        </p:spPr>
        <p:txBody>
          <a:bodyPr/>
          <a:lstStyle/>
          <a:p>
            <a:r>
              <a:rPr lang="en-US" dirty="0"/>
              <a:t>Some more 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OR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E18669-38A6-361A-DB7C-0A2B8B447F90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2891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288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AA55-F891-DDEE-F891-D39FD28C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30440" cy="632219"/>
          </a:xfrm>
        </p:spPr>
        <p:txBody>
          <a:bodyPr/>
          <a:lstStyle/>
          <a:p>
            <a:r>
              <a:rPr lang="en-US" dirty="0"/>
              <a:t>Proving Invalid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B97C-B95E-2FD9-9647-64BB8F984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If you’re finding it hard to prove an argument, that could be because it is invalid!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see if this is the case, you might try: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Proving the negation of the conclusion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 a contradiction by proving both the conclusion and its negation, or by deriving the negation of one of the premises</a:t>
            </a: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94A98-1221-A978-C6C6-9CA7FEC6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328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0959-D2BF-8A22-0D96-2AA63DC0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8AA719-99CB-BBDE-EDE0-F0EEA4906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1.07 Exercises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F988E-C089-617A-0C96-919B467E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538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AFF5-6124-47F0-B889-3EFC792B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A938C-8914-3151-DA01-4813EF8E6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Relationship between Logic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Propositional Logic – sentences that are True of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Formalisation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of Propositional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Homework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Complete the Natural Deduction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Wednesday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Solutions to the Natural Deduction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Introduction to 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BCFC3-8D01-C567-A074-A5207B17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60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258531-F793-8286-38C0-B3F8F59CEDE4}"/>
                  </a:ext>
                </a:extLst>
              </p14:cNvPr>
              <p14:cNvContentPartPr/>
              <p14:nvPr/>
            </p14:nvContentPartPr>
            <p14:xfrm>
              <a:off x="10485720" y="53251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258531-F793-8286-38C0-B3F8F59CED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6360" y="53157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79702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2772-B533-5CB5-176C-2D4924C5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059B-9981-A52E-46F7-FF08F8CD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AD8A-BB9F-3A44-ADCC-5DAF737BB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F133A-38C4-1480-1F1E-B7A54043B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</a:t>
            </a:r>
          </a:p>
        </p:txBody>
      </p:sp>
    </p:spTree>
    <p:extLst>
      <p:ext uri="{BB962C8B-B14F-4D97-AF65-F5344CB8AC3E}">
        <p14:creationId xmlns:p14="http://schemas.microsoft.com/office/powerpoint/2010/main" val="40183492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9023-EA5E-E0DD-6AAF-092E2AE9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517372" cy="632219"/>
          </a:xfrm>
        </p:spPr>
        <p:txBody>
          <a:bodyPr/>
          <a:lstStyle/>
          <a:p>
            <a:r>
              <a:rPr lang="en-US" dirty="0"/>
              <a:t>Getting ready for some programming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CFE5B-C151-4DFD-6263-403447377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Anaconda is the Python Distribution we will use in this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Download Anaconda from </a:t>
            </a:r>
            <a:r>
              <a:rPr lang="en-US" sz="2800" dirty="0">
                <a:hlinkClick r:id="rId2"/>
              </a:rPr>
              <a:t>https://www.anaconda.com/download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Set this going 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64D7E-AC5E-EC7E-50F0-E4A6C1B6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9534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4DEDC3-89DA-B86F-09AE-5E60DA08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Day 1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1578BC-F26C-4E01-D671-6046D2C602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On day 1 we learned:</a:t>
            </a:r>
          </a:p>
          <a:p>
            <a:pPr lvl="1"/>
            <a:r>
              <a:rPr lang="en-US" dirty="0"/>
              <a:t>To represent and reason about knowledge using Logic</a:t>
            </a:r>
          </a:p>
          <a:p>
            <a:pPr lvl="1"/>
            <a:r>
              <a:rPr lang="en-US" dirty="0"/>
              <a:t>The principles of Propositional Logic</a:t>
            </a:r>
          </a:p>
          <a:p>
            <a:pPr lvl="1"/>
            <a:r>
              <a:rPr lang="en-US" dirty="0"/>
              <a:t>Proving argument correctness</a:t>
            </a:r>
          </a:p>
          <a:p>
            <a:pPr lvl="1"/>
            <a:endParaRPr lang="en-US" dirty="0"/>
          </a:p>
          <a:p>
            <a:r>
              <a:rPr lang="en-US" dirty="0"/>
              <a:t>On day 2 we will:</a:t>
            </a:r>
          </a:p>
          <a:p>
            <a:pPr lvl="1"/>
            <a:r>
              <a:rPr lang="en-US" dirty="0"/>
              <a:t>Learn how to use an automated tool for natural deduction</a:t>
            </a:r>
          </a:p>
        </p:txBody>
      </p:sp>
    </p:spTree>
    <p:extLst>
      <p:ext uri="{BB962C8B-B14F-4D97-AF65-F5344CB8AC3E}">
        <p14:creationId xmlns:p14="http://schemas.microsoft.com/office/powerpoint/2010/main" val="6009453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D5AB-D2F5-9C64-4038-9ED8F7E7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BB3DD4-0646-B951-EDA7-2DE5336E59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1.07 Exercises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E2DFC-111D-25E0-404F-14E00560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2074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E8A7C9-1ABD-792D-448A-662C6EB3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9" y="277812"/>
            <a:ext cx="9811217" cy="7080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FC4BFAD-9C83-FC38-4DED-B62664B6B130}"/>
                  </a:ext>
                </a:extLst>
              </p14:cNvPr>
              <p14:cNvContentPartPr/>
              <p14:nvPr/>
            </p14:nvContentPartPr>
            <p14:xfrm>
              <a:off x="331560" y="828000"/>
              <a:ext cx="8368920" cy="4047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C4BFAD-9C83-FC38-4DED-B62664B6B1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360" y="811800"/>
                <a:ext cx="8401320" cy="407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78153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A93318-A721-CACD-ED2F-29D7929A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7" y="149224"/>
            <a:ext cx="9811204" cy="7080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E1DF15-48E2-58D6-913F-20E7C4C8DB06}"/>
                  </a:ext>
                </a:extLst>
              </p14:cNvPr>
              <p14:cNvContentPartPr/>
              <p14:nvPr/>
            </p14:nvContentPartPr>
            <p14:xfrm>
              <a:off x="361080" y="1181160"/>
              <a:ext cx="7344000" cy="3951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E1DF15-48E2-58D6-913F-20E7C4C8DB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880" y="1164960"/>
                <a:ext cx="7376400" cy="39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4611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18023-0082-B35E-0885-227F0857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283864"/>
            <a:ext cx="10606278" cy="9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165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D833-D8EB-E66D-089A-3B9CECD5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CFC1E-3791-C821-7EAE-B9A1DE40D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" y="112712"/>
            <a:ext cx="10246379" cy="87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966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0EA8D-42C2-9D72-62E5-0CA3662C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5C8334-26A5-F30A-CF26-ADE142F7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" y="236537"/>
            <a:ext cx="9245594" cy="76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866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AC37-8EA3-933C-F98B-5E166188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C79-5E14-5739-065E-315BA2A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531475" cy="632219"/>
          </a:xfrm>
        </p:spPr>
        <p:txBody>
          <a:bodyPr/>
          <a:lstStyle/>
          <a:p>
            <a:r>
              <a:rPr lang="en-US" dirty="0"/>
              <a:t>Automated Reasoning with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2B65C-2C0E-F2DD-DBE3-95DFC871C2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dirty="0" err="1"/>
              <a:t>Kanren</a:t>
            </a:r>
            <a:r>
              <a:rPr lang="en-US" dirty="0"/>
              <a:t> Tutorial Notebook and code along…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0170C-7E95-AD7B-788E-34D0BE78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2957</TotalTime>
  <Words>3784</Words>
  <Application>Microsoft Macintosh PowerPoint</Application>
  <PresentationFormat>Widescreen</PresentationFormat>
  <Paragraphs>830</Paragraphs>
  <Slides>70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4" baseType="lpstr">
      <vt:lpstr>Arial</vt:lpstr>
      <vt:lpstr>Calibri</vt:lpstr>
      <vt:lpstr>Calibri (Body)</vt:lpstr>
      <vt:lpstr>Calibri Light</vt:lpstr>
      <vt:lpstr>Cambria Math</vt:lpstr>
      <vt:lpstr>Courier New</vt:lpstr>
      <vt:lpstr>Helvetica</vt:lpstr>
      <vt:lpstr>Inter</vt:lpstr>
      <vt:lpstr>Menlo</vt:lpstr>
      <vt:lpstr>Outfit</vt:lpstr>
      <vt:lpstr>söhne</vt:lpstr>
      <vt:lpstr>söhne</vt:lpstr>
      <vt:lpstr>Space Grotesk</vt:lpstr>
      <vt:lpstr>Office Theme</vt:lpstr>
      <vt:lpstr>MSc Artificial Intelligence</vt:lpstr>
      <vt:lpstr>Logical Reasoning</vt:lpstr>
      <vt:lpstr>Graph Representations of Knowledge</vt:lpstr>
      <vt:lpstr>Probabilistic Reasoning</vt:lpstr>
      <vt:lpstr>Symbol Manipulation and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Outline Syllabus</vt:lpstr>
      <vt:lpstr>How the Course will be Taught</vt:lpstr>
      <vt:lpstr>Assessment</vt:lpstr>
      <vt:lpstr>PowerPoint Presentation</vt:lpstr>
      <vt:lpstr>Can you solve them?</vt:lpstr>
      <vt:lpstr>PowerPoint Presentation</vt:lpstr>
      <vt:lpstr>What reasoning abilities did you use?</vt:lpstr>
      <vt:lpstr>Reasoning and Intelligence</vt:lpstr>
      <vt:lpstr>Logic and Intelligence</vt:lpstr>
      <vt:lpstr>Propositional Logic</vt:lpstr>
      <vt:lpstr>Propositional Logic</vt:lpstr>
      <vt:lpstr>Propositions</vt:lpstr>
      <vt:lpstr>Connectives</vt:lpstr>
      <vt:lpstr>Correctness</vt:lpstr>
      <vt:lpstr>Validity and Soundness</vt:lpstr>
      <vt:lpstr>PowerPoint Presentation</vt:lpstr>
      <vt:lpstr>Formal Propositional Logic</vt:lpstr>
      <vt:lpstr>Making Logical Arguments Formal</vt:lpstr>
      <vt:lpstr>Logical Connectives</vt:lpstr>
      <vt:lpstr>Truth Tables</vt:lpstr>
      <vt:lpstr>Negation (Not)</vt:lpstr>
      <vt:lpstr>Conjunction (And)</vt:lpstr>
      <vt:lpstr>Disjunction (Or)</vt:lpstr>
      <vt:lpstr>Material Implication</vt:lpstr>
      <vt:lpstr>Biconditional</vt:lpstr>
      <vt:lpstr>Back to our example</vt:lpstr>
      <vt:lpstr>PowerPoint Presentation</vt:lpstr>
      <vt:lpstr>PowerPoint Presentation</vt:lpstr>
      <vt:lpstr>Knowledge Bases</vt:lpstr>
      <vt:lpstr>How can agents achieve their goals?</vt:lpstr>
      <vt:lpstr>Knowledge Bases</vt:lpstr>
      <vt:lpstr>A Familiar Riddle</vt:lpstr>
      <vt:lpstr>Proofs in Logic</vt:lpstr>
      <vt:lpstr>Truth Tables</vt:lpstr>
      <vt:lpstr>Model Checking</vt:lpstr>
      <vt:lpstr>Model Checking</vt:lpstr>
      <vt:lpstr>Truth Tables</vt:lpstr>
      <vt:lpstr>Truth Tables</vt:lpstr>
      <vt:lpstr>Truth Tables</vt:lpstr>
      <vt:lpstr>Natural Deduction</vt:lpstr>
      <vt:lpstr>Natural Deduction</vt:lpstr>
      <vt:lpstr>Example of a Formal Proof</vt:lpstr>
      <vt:lpstr>Common Inference Rules</vt:lpstr>
      <vt:lpstr>A more complex Proof</vt:lpstr>
      <vt:lpstr>Some more Natural Deduction</vt:lpstr>
      <vt:lpstr>Proving Invalid Arguments</vt:lpstr>
      <vt:lpstr>PowerPoint Presentation</vt:lpstr>
      <vt:lpstr>Day 1 Wrap-up</vt:lpstr>
      <vt:lpstr>MSc Artificial Intelligence</vt:lpstr>
      <vt:lpstr>Getting ready for some programming </vt:lpstr>
      <vt:lpstr>Recap from Day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Automated Reasoning with Kanren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2</cp:revision>
  <dcterms:created xsi:type="dcterms:W3CDTF">2024-11-07T11:06:47Z</dcterms:created>
  <dcterms:modified xsi:type="dcterms:W3CDTF">2026-09-23T11:04:14Z</dcterms:modified>
</cp:coreProperties>
</file>