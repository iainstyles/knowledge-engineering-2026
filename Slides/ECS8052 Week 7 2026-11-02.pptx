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3"/>
  </p:notesMasterIdLst>
  <p:handoutMasterIdLst>
    <p:handoutMasterId r:id="rId34"/>
  </p:handoutMasterIdLst>
  <p:sldIdLst>
    <p:sldId id="291" r:id="rId2"/>
    <p:sldId id="413" r:id="rId3"/>
    <p:sldId id="414" r:id="rId4"/>
    <p:sldId id="415" r:id="rId5"/>
    <p:sldId id="416" r:id="rId6"/>
    <p:sldId id="417" r:id="rId7"/>
    <p:sldId id="418" r:id="rId8"/>
    <p:sldId id="419" r:id="rId9"/>
    <p:sldId id="421" r:id="rId10"/>
    <p:sldId id="437" r:id="rId11"/>
    <p:sldId id="438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27" r:id="rId20"/>
    <p:sldId id="428" r:id="rId21"/>
    <p:sldId id="432" r:id="rId22"/>
    <p:sldId id="446" r:id="rId23"/>
    <p:sldId id="447" r:id="rId24"/>
    <p:sldId id="448" r:id="rId25"/>
    <p:sldId id="449" r:id="rId26"/>
    <p:sldId id="451" r:id="rId27"/>
    <p:sldId id="452" r:id="rId28"/>
    <p:sldId id="433" r:id="rId29"/>
    <p:sldId id="434" r:id="rId30"/>
    <p:sldId id="435" r:id="rId31"/>
    <p:sldId id="453" r:id="rId3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63F"/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28ADF-F4FF-8C4C-A504-83793C1A2C32}" v="411" dt="2026-09-27T19:58:14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7" autoAdjust="0"/>
    <p:restoredTop sz="93333" autoAdjust="0"/>
  </p:normalViewPr>
  <p:slideViewPr>
    <p:cSldViewPr snapToGrid="0" snapToObjects="1" showGuides="1">
      <p:cViewPr varScale="1">
        <p:scale>
          <a:sx n="86" d="100"/>
          <a:sy n="86" d="100"/>
        </p:scale>
        <p:origin x="619" y="58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6-09-27T19:58:57.540" v="4781" actId="2696"/>
      <pc:docMkLst>
        <pc:docMk/>
      </pc:docMkLst>
      <pc:sldChg chg="modSp add del mod">
        <pc:chgData name="Iain Styles" userId="befbdaae-53f8-4d26-a8dc-3366b09f768a" providerId="ADAL" clId="{5E0D2633-D8F6-500D-A7FC-C9CB56BC4BFB}" dt="2026-09-27T15:52:22.916" v="2558" actId="20577"/>
        <pc:sldMkLst>
          <pc:docMk/>
          <pc:sldMk cId="4150415409" sldId="291"/>
        </pc:sldMkLst>
        <pc:spChg chg="mod">
          <ac:chgData name="Iain Styles" userId="befbdaae-53f8-4d26-a8dc-3366b09f768a" providerId="ADAL" clId="{5E0D2633-D8F6-500D-A7FC-C9CB56BC4BFB}" dt="2026-09-27T15:52:22.916" v="2558" actId="20577"/>
          <ac:spMkLst>
            <pc:docMk/>
            <pc:sldMk cId="4150415409" sldId="291"/>
            <ac:spMk id="4" creationId="{9B1C70EF-FA7C-484D-A5D6-A4D325679B17}"/>
          </ac:spMkLst>
        </pc:spChg>
      </pc:sldChg>
      <pc:sldChg chg="modSp mod modAnim">
        <pc:chgData name="Iain Styles" userId="befbdaae-53f8-4d26-a8dc-3366b09f768a" providerId="ADAL" clId="{5E0D2633-D8F6-500D-A7FC-C9CB56BC4BFB}" dt="2026-09-27T18:48:39.441" v="3667" actId="20577"/>
        <pc:sldMkLst>
          <pc:docMk/>
          <pc:sldMk cId="480562127" sldId="314"/>
        </pc:sldMkLst>
        <pc:spChg chg="mod">
          <ac:chgData name="Iain Styles" userId="befbdaae-53f8-4d26-a8dc-3366b09f768a" providerId="ADAL" clId="{5E0D2633-D8F6-500D-A7FC-C9CB56BC4BFB}" dt="2026-09-27T18:48:39.441" v="3667" actId="20577"/>
          <ac:spMkLst>
            <pc:docMk/>
            <pc:sldMk cId="480562127" sldId="314"/>
            <ac:spMk id="3" creationId="{1F5EB77B-C900-46AF-8BFB-BFF98DA1A5B3}"/>
          </ac:spMkLst>
        </pc:spChg>
      </pc:sldChg>
      <pc:sldChg chg="addSp delSp modSp mod">
        <pc:chgData name="Iain Styles" userId="befbdaae-53f8-4d26-a8dc-3366b09f768a" providerId="ADAL" clId="{5E0D2633-D8F6-500D-A7FC-C9CB56BC4BFB}" dt="2026-09-27T19:13:19.032" v="4268" actId="14100"/>
        <pc:sldMkLst>
          <pc:docMk/>
          <pc:sldMk cId="307969886" sldId="315"/>
        </pc:sldMkLst>
        <pc:spChg chg="mod">
          <ac:chgData name="Iain Styles" userId="befbdaae-53f8-4d26-a8dc-3366b09f768a" providerId="ADAL" clId="{5E0D2633-D8F6-500D-A7FC-C9CB56BC4BFB}" dt="2026-09-27T19:13:07.116" v="4265" actId="1076"/>
          <ac:spMkLst>
            <pc:docMk/>
            <pc:sldMk cId="307969886" sldId="315"/>
            <ac:spMk id="8" creationId="{414C05E2-D14A-0D16-65A5-33BFBF05F516}"/>
          </ac:spMkLst>
        </pc:spChg>
        <pc:grpChg chg="del">
          <ac:chgData name="Iain Styles" userId="befbdaae-53f8-4d26-a8dc-3366b09f768a" providerId="ADAL" clId="{5E0D2633-D8F6-500D-A7FC-C9CB56BC4BFB}" dt="2026-09-27T19:12:08.419" v="4249" actId="478"/>
          <ac:grpSpMkLst>
            <pc:docMk/>
            <pc:sldMk cId="307969886" sldId="315"/>
            <ac:grpSpMk id="6" creationId="{A687F5D2-2718-F4D9-CB24-4E8CDFDC36E4}"/>
          </ac:grpSpMkLst>
        </pc:grpChg>
        <pc:picChg chg="add mod">
          <ac:chgData name="Iain Styles" userId="befbdaae-53f8-4d26-a8dc-3366b09f768a" providerId="ADAL" clId="{5E0D2633-D8F6-500D-A7FC-C9CB56BC4BFB}" dt="2026-09-27T19:13:19.032" v="4268" actId="14100"/>
          <ac:picMkLst>
            <pc:docMk/>
            <pc:sldMk cId="307969886" sldId="315"/>
            <ac:picMk id="3" creationId="{1B52C6F2-C688-F6C4-906A-EFD19E13C0CF}"/>
          </ac:picMkLst>
        </pc:picChg>
      </pc:sldChg>
      <pc:sldChg chg="add">
        <pc:chgData name="Iain Styles" userId="befbdaae-53f8-4d26-a8dc-3366b09f768a" providerId="ADAL" clId="{5E0D2633-D8F6-500D-A7FC-C9CB56BC4BFB}" dt="2026-09-27T17:54:01.330" v="3506"/>
        <pc:sldMkLst>
          <pc:docMk/>
          <pc:sldMk cId="3294032720" sldId="316"/>
        </pc:sldMkLst>
      </pc:sldChg>
      <pc:sldChg chg="del">
        <pc:chgData name="Iain Styles" userId="befbdaae-53f8-4d26-a8dc-3366b09f768a" providerId="ADAL" clId="{5E0D2633-D8F6-500D-A7FC-C9CB56BC4BFB}" dt="2026-09-27T19:58:57.530" v="4779" actId="2696"/>
        <pc:sldMkLst>
          <pc:docMk/>
          <pc:sldMk cId="1966668109" sldId="317"/>
        </pc:sldMkLst>
      </pc:sldChg>
      <pc:sldChg chg="del">
        <pc:chgData name="Iain Styles" userId="befbdaae-53f8-4d26-a8dc-3366b09f768a" providerId="ADAL" clId="{5E0D2633-D8F6-500D-A7FC-C9CB56BC4BFB}" dt="2026-09-27T19:58:57.522" v="4773" actId="2696"/>
        <pc:sldMkLst>
          <pc:docMk/>
          <pc:sldMk cId="73192820" sldId="318"/>
        </pc:sldMkLst>
      </pc:sldChg>
      <pc:sldChg chg="del">
        <pc:chgData name="Iain Styles" userId="befbdaae-53f8-4d26-a8dc-3366b09f768a" providerId="ADAL" clId="{5E0D2633-D8F6-500D-A7FC-C9CB56BC4BFB}" dt="2026-09-27T18:47:01.068" v="3524" actId="2696"/>
        <pc:sldMkLst>
          <pc:docMk/>
          <pc:sldMk cId="4218908280" sldId="322"/>
        </pc:sldMkLst>
      </pc:sldChg>
      <pc:sldChg chg="modSp mod ord">
        <pc:chgData name="Iain Styles" userId="befbdaae-53f8-4d26-a8dc-3366b09f768a" providerId="ADAL" clId="{5E0D2633-D8F6-500D-A7FC-C9CB56BC4BFB}" dt="2026-09-27T19:27:26.961" v="4382" actId="27636"/>
        <pc:sldMkLst>
          <pc:docMk/>
          <pc:sldMk cId="2546267309" sldId="323"/>
        </pc:sldMkLst>
        <pc:spChg chg="mod">
          <ac:chgData name="Iain Styles" userId="befbdaae-53f8-4d26-a8dc-3366b09f768a" providerId="ADAL" clId="{5E0D2633-D8F6-500D-A7FC-C9CB56BC4BFB}" dt="2026-09-27T19:27:26.961" v="4382" actId="27636"/>
          <ac:spMkLst>
            <pc:docMk/>
            <pc:sldMk cId="2546267309" sldId="323"/>
            <ac:spMk id="4" creationId="{B0F03FE0-EA08-BA23-80A1-9B349EDED215}"/>
          </ac:spMkLst>
        </pc:spChg>
      </pc:sldChg>
      <pc:sldChg chg="del">
        <pc:chgData name="Iain Styles" userId="befbdaae-53f8-4d26-a8dc-3366b09f768a" providerId="ADAL" clId="{5E0D2633-D8F6-500D-A7FC-C9CB56BC4BFB}" dt="2026-09-27T19:58:57.529" v="4776" actId="2696"/>
        <pc:sldMkLst>
          <pc:docMk/>
          <pc:sldMk cId="2083903335" sldId="324"/>
        </pc:sldMkLst>
      </pc:sldChg>
      <pc:sldChg chg="del">
        <pc:chgData name="Iain Styles" userId="befbdaae-53f8-4d26-a8dc-3366b09f768a" providerId="ADAL" clId="{5E0D2633-D8F6-500D-A7FC-C9CB56BC4BFB}" dt="2026-09-27T19:58:57.529" v="4777" actId="2696"/>
        <pc:sldMkLst>
          <pc:docMk/>
          <pc:sldMk cId="3462455941" sldId="327"/>
        </pc:sldMkLst>
      </pc:sldChg>
      <pc:sldChg chg="del">
        <pc:chgData name="Iain Styles" userId="befbdaae-53f8-4d26-a8dc-3366b09f768a" providerId="ADAL" clId="{5E0D2633-D8F6-500D-A7FC-C9CB56BC4BFB}" dt="2026-09-27T19:58:57.521" v="4771" actId="2696"/>
        <pc:sldMkLst>
          <pc:docMk/>
          <pc:sldMk cId="2027072520" sldId="329"/>
        </pc:sldMkLst>
      </pc:sldChg>
      <pc:sldChg chg="del">
        <pc:chgData name="Iain Styles" userId="befbdaae-53f8-4d26-a8dc-3366b09f768a" providerId="ADAL" clId="{5E0D2633-D8F6-500D-A7FC-C9CB56BC4BFB}" dt="2026-09-27T19:58:57.530" v="4778" actId="2696"/>
        <pc:sldMkLst>
          <pc:docMk/>
          <pc:sldMk cId="764991296" sldId="330"/>
        </pc:sldMkLst>
      </pc:sldChg>
      <pc:sldChg chg="del">
        <pc:chgData name="Iain Styles" userId="befbdaae-53f8-4d26-a8dc-3366b09f768a" providerId="ADAL" clId="{5E0D2633-D8F6-500D-A7FC-C9CB56BC4BFB}" dt="2026-09-27T19:58:57.522" v="4772" actId="2696"/>
        <pc:sldMkLst>
          <pc:docMk/>
          <pc:sldMk cId="3742330905" sldId="331"/>
        </pc:sldMkLst>
      </pc:sldChg>
      <pc:sldChg chg="del">
        <pc:chgData name="Iain Styles" userId="befbdaae-53f8-4d26-a8dc-3366b09f768a" providerId="ADAL" clId="{5E0D2633-D8F6-500D-A7FC-C9CB56BC4BFB}" dt="2026-09-27T19:58:57.528" v="4774" actId="2696"/>
        <pc:sldMkLst>
          <pc:docMk/>
          <pc:sldMk cId="1747913859" sldId="332"/>
        </pc:sldMkLst>
      </pc:sldChg>
      <pc:sldChg chg="del">
        <pc:chgData name="Iain Styles" userId="befbdaae-53f8-4d26-a8dc-3366b09f768a" providerId="ADAL" clId="{5E0D2633-D8F6-500D-A7FC-C9CB56BC4BFB}" dt="2026-09-27T19:58:57.535" v="4780" actId="2696"/>
        <pc:sldMkLst>
          <pc:docMk/>
          <pc:sldMk cId="1089930537" sldId="335"/>
        </pc:sldMkLst>
      </pc:sldChg>
      <pc:sldChg chg="del">
        <pc:chgData name="Iain Styles" userId="befbdaae-53f8-4d26-a8dc-3366b09f768a" providerId="ADAL" clId="{5E0D2633-D8F6-500D-A7FC-C9CB56BC4BFB}" dt="2026-09-27T19:58:57.519" v="4770" actId="2696"/>
        <pc:sldMkLst>
          <pc:docMk/>
          <pc:sldMk cId="3571754264" sldId="349"/>
        </pc:sldMkLst>
      </pc:sldChg>
      <pc:sldChg chg="modSp add mod">
        <pc:chgData name="Iain Styles" userId="befbdaae-53f8-4d26-a8dc-3366b09f768a" providerId="ADAL" clId="{5E0D2633-D8F6-500D-A7FC-C9CB56BC4BFB}" dt="2026-09-27T17:45:59.705" v="3199" actId="20577"/>
        <pc:sldMkLst>
          <pc:docMk/>
          <pc:sldMk cId="3707850439" sldId="380"/>
        </pc:sldMkLst>
        <pc:spChg chg="mod">
          <ac:chgData name="Iain Styles" userId="befbdaae-53f8-4d26-a8dc-3366b09f768a" providerId="ADAL" clId="{5E0D2633-D8F6-500D-A7FC-C9CB56BC4BFB}" dt="2026-09-27T17:45:59.705" v="3199" actId="20577"/>
          <ac:spMkLst>
            <pc:docMk/>
            <pc:sldMk cId="3707850439" sldId="380"/>
            <ac:spMk id="3" creationId="{FF52B2ED-7D52-F1C3-6166-6059749EC5A9}"/>
          </ac:spMkLst>
        </pc:spChg>
      </pc:sldChg>
      <pc:sldChg chg="addSp delSp modSp mod modAnim">
        <pc:chgData name="Iain Styles" userId="befbdaae-53f8-4d26-a8dc-3366b09f768a" providerId="ADAL" clId="{5E0D2633-D8F6-500D-A7FC-C9CB56BC4BFB}" dt="2026-09-27T19:00:26.998" v="4152"/>
        <pc:sldMkLst>
          <pc:docMk/>
          <pc:sldMk cId="555020806" sldId="406"/>
        </pc:sldMkLst>
        <pc:spChg chg="mod">
          <ac:chgData name="Iain Styles" userId="befbdaae-53f8-4d26-a8dc-3366b09f768a" providerId="ADAL" clId="{5E0D2633-D8F6-500D-A7FC-C9CB56BC4BFB}" dt="2026-09-27T18:58:23.204" v="4083" actId="14100"/>
          <ac:spMkLst>
            <pc:docMk/>
            <pc:sldMk cId="555020806" sldId="406"/>
            <ac:spMk id="2" creationId="{A0C5200D-4589-EF9C-6FCA-7055638223E3}"/>
          </ac:spMkLst>
        </pc:spChg>
        <pc:spChg chg="del mod">
          <ac:chgData name="Iain Styles" userId="befbdaae-53f8-4d26-a8dc-3366b09f768a" providerId="ADAL" clId="{5E0D2633-D8F6-500D-A7FC-C9CB56BC4BFB}" dt="2026-09-27T18:53:41.056" v="3921" actId="478"/>
          <ac:spMkLst>
            <pc:docMk/>
            <pc:sldMk cId="555020806" sldId="406"/>
            <ac:spMk id="3" creationId="{0920C376-A7CA-58C7-C4BB-B72BAC87E4BF}"/>
          </ac:spMkLst>
        </pc:spChg>
        <pc:spChg chg="add mod">
          <ac:chgData name="Iain Styles" userId="befbdaae-53f8-4d26-a8dc-3366b09f768a" providerId="ADAL" clId="{5E0D2633-D8F6-500D-A7FC-C9CB56BC4BFB}" dt="2026-09-27T18:57:40.088" v="4031" actId="14100"/>
          <ac:spMkLst>
            <pc:docMk/>
            <pc:sldMk cId="555020806" sldId="406"/>
            <ac:spMk id="6" creationId="{4A683AF2-80E1-5148-CD86-151C9F5A3908}"/>
          </ac:spMkLst>
        </pc:spChg>
        <pc:spChg chg="add del mod">
          <ac:chgData name="Iain Styles" userId="befbdaae-53f8-4d26-a8dc-3366b09f768a" providerId="ADAL" clId="{5E0D2633-D8F6-500D-A7FC-C9CB56BC4BFB}" dt="2026-09-27T18:54:48.803" v="3935"/>
          <ac:spMkLst>
            <pc:docMk/>
            <pc:sldMk cId="555020806" sldId="406"/>
            <ac:spMk id="8" creationId="{2A333B34-1F6A-7805-7EF2-175E900FC94D}"/>
          </ac:spMkLst>
        </pc:spChg>
        <pc:spChg chg="add mod">
          <ac:chgData name="Iain Styles" userId="befbdaae-53f8-4d26-a8dc-3366b09f768a" providerId="ADAL" clId="{5E0D2633-D8F6-500D-A7FC-C9CB56BC4BFB}" dt="2026-09-27T18:57:50.196" v="4033" actId="255"/>
          <ac:spMkLst>
            <pc:docMk/>
            <pc:sldMk cId="555020806" sldId="406"/>
            <ac:spMk id="9" creationId="{0E6B9846-6A57-56A5-5789-3AF9EA10CAC0}"/>
          </ac:spMkLst>
        </pc:spChg>
        <pc:spChg chg="add del mod">
          <ac:chgData name="Iain Styles" userId="befbdaae-53f8-4d26-a8dc-3366b09f768a" providerId="ADAL" clId="{5E0D2633-D8F6-500D-A7FC-C9CB56BC4BFB}" dt="2026-09-27T18:56:28.679" v="4000"/>
          <ac:spMkLst>
            <pc:docMk/>
            <pc:sldMk cId="555020806" sldId="406"/>
            <ac:spMk id="10" creationId="{44A1A3D6-58EB-5494-5BBF-ED656137A1E4}"/>
          </ac:spMkLst>
        </pc:spChg>
        <pc:spChg chg="add del mod">
          <ac:chgData name="Iain Styles" userId="befbdaae-53f8-4d26-a8dc-3366b09f768a" providerId="ADAL" clId="{5E0D2633-D8F6-500D-A7FC-C9CB56BC4BFB}" dt="2026-09-27T18:58:55.528" v="4086"/>
          <ac:spMkLst>
            <pc:docMk/>
            <pc:sldMk cId="555020806" sldId="406"/>
            <ac:spMk id="11" creationId="{1FC72D49-E2C0-6C36-ED69-AEF34827403D}"/>
          </ac:spMkLst>
        </pc:spChg>
        <pc:spChg chg="add mod">
          <ac:chgData name="Iain Styles" userId="befbdaae-53f8-4d26-a8dc-3366b09f768a" providerId="ADAL" clId="{5E0D2633-D8F6-500D-A7FC-C9CB56BC4BFB}" dt="2026-09-27T19:00:21.086" v="4151" actId="1076"/>
          <ac:spMkLst>
            <pc:docMk/>
            <pc:sldMk cId="555020806" sldId="406"/>
            <ac:spMk id="12" creationId="{DDEEF59B-97B9-D2F9-5330-377E45014DC2}"/>
          </ac:spMkLst>
        </pc:spChg>
      </pc:sldChg>
      <pc:sldChg chg="addSp delSp modSp mod chgLayout">
        <pc:chgData name="Iain Styles" userId="befbdaae-53f8-4d26-a8dc-3366b09f768a" providerId="ADAL" clId="{5E0D2633-D8F6-500D-A7FC-C9CB56BC4BFB}" dt="2026-09-27T18:02:53.037" v="3522" actId="478"/>
        <pc:sldMkLst>
          <pc:docMk/>
          <pc:sldMk cId="3450780846" sldId="407"/>
        </pc:sldMkLst>
        <pc:spChg chg="add del mod ord">
          <ac:chgData name="Iain Styles" userId="befbdaae-53f8-4d26-a8dc-3366b09f768a" providerId="ADAL" clId="{5E0D2633-D8F6-500D-A7FC-C9CB56BC4BFB}" dt="2026-09-27T18:02:53.037" v="3522" actId="478"/>
          <ac:spMkLst>
            <pc:docMk/>
            <pc:sldMk cId="3450780846" sldId="407"/>
            <ac:spMk id="2" creationId="{418F200A-FD00-5F46-85B1-90D98BCA8942}"/>
          </ac:spMkLst>
        </pc:spChg>
        <pc:spChg chg="add mod ord">
          <ac:chgData name="Iain Styles" userId="befbdaae-53f8-4d26-a8dc-3366b09f768a" providerId="ADAL" clId="{5E0D2633-D8F6-500D-A7FC-C9CB56BC4BFB}" dt="2026-09-27T18:02:49.286" v="3521" actId="404"/>
          <ac:spMkLst>
            <pc:docMk/>
            <pc:sldMk cId="3450780846" sldId="407"/>
            <ac:spMk id="3" creationId="{52EF0DE6-E52C-404B-8365-349AB5B21D0E}"/>
          </ac:spMkLst>
        </pc:spChg>
        <pc:spChg chg="mod ord">
          <ac:chgData name="Iain Styles" userId="befbdaae-53f8-4d26-a8dc-3366b09f768a" providerId="ADAL" clId="{5E0D2633-D8F6-500D-A7FC-C9CB56BC4BFB}" dt="2026-09-27T18:02:40.576" v="3512" actId="700"/>
          <ac:spMkLst>
            <pc:docMk/>
            <pc:sldMk cId="3450780846" sldId="407"/>
            <ac:spMk id="5" creationId="{11B16337-5CEC-1DC1-361C-59AD18952D4E}"/>
          </ac:spMkLst>
        </pc:spChg>
        <pc:spChg chg="del mod ord">
          <ac:chgData name="Iain Styles" userId="befbdaae-53f8-4d26-a8dc-3366b09f768a" providerId="ADAL" clId="{5E0D2633-D8F6-500D-A7FC-C9CB56BC4BFB}" dt="2026-09-27T18:02:40.576" v="3512" actId="700"/>
          <ac:spMkLst>
            <pc:docMk/>
            <pc:sldMk cId="3450780846" sldId="407"/>
            <ac:spMk id="6" creationId="{89557FC3-E57E-82EE-B185-3D3397E910F6}"/>
          </ac:spMkLst>
        </pc:spChg>
      </pc:sldChg>
      <pc:sldChg chg="del">
        <pc:chgData name="Iain Styles" userId="befbdaae-53f8-4d26-a8dc-3366b09f768a" providerId="ADAL" clId="{5E0D2633-D8F6-500D-A7FC-C9CB56BC4BFB}" dt="2026-09-27T19:58:57.528" v="4775" actId="2696"/>
        <pc:sldMkLst>
          <pc:docMk/>
          <pc:sldMk cId="1565238857" sldId="408"/>
        </pc:sldMkLst>
      </pc:sldChg>
      <pc:sldChg chg="del">
        <pc:chgData name="Iain Styles" userId="befbdaae-53f8-4d26-a8dc-3366b09f768a" providerId="ADAL" clId="{5E0D2633-D8F6-500D-A7FC-C9CB56BC4BFB}" dt="2026-09-27T19:58:57.540" v="4781" actId="2696"/>
        <pc:sldMkLst>
          <pc:docMk/>
          <pc:sldMk cId="157370141" sldId="409"/>
        </pc:sldMkLst>
      </pc:sldChg>
      <pc:sldChg chg="addSp delSp modSp new mod chgLayout">
        <pc:chgData name="Iain Styles" userId="befbdaae-53f8-4d26-a8dc-3366b09f768a" providerId="ADAL" clId="{5E0D2633-D8F6-500D-A7FC-C9CB56BC4BFB}" dt="2026-09-27T17:20:27.393" v="3156" actId="20577"/>
        <pc:sldMkLst>
          <pc:docMk/>
          <pc:sldMk cId="1224717380" sldId="412"/>
        </pc:sldMkLst>
        <pc:spChg chg="del mod ord">
          <ac:chgData name="Iain Styles" userId="befbdaae-53f8-4d26-a8dc-3366b09f768a" providerId="ADAL" clId="{5E0D2633-D8F6-500D-A7FC-C9CB56BC4BFB}" dt="2026-09-27T17:16:42.196" v="2562" actId="700"/>
          <ac:spMkLst>
            <pc:docMk/>
            <pc:sldMk cId="1224717380" sldId="412"/>
            <ac:spMk id="2" creationId="{BA0910A6-6E63-EFBD-72CC-8B06D9D22D33}"/>
          </ac:spMkLst>
        </pc:spChg>
        <pc:spChg chg="del mod ord">
          <ac:chgData name="Iain Styles" userId="befbdaae-53f8-4d26-a8dc-3366b09f768a" providerId="ADAL" clId="{5E0D2633-D8F6-500D-A7FC-C9CB56BC4BFB}" dt="2026-09-27T17:16:42.196" v="2562" actId="700"/>
          <ac:spMkLst>
            <pc:docMk/>
            <pc:sldMk cId="1224717380" sldId="412"/>
            <ac:spMk id="3" creationId="{974CFE05-9582-15C5-A48E-3D27AB9CC46D}"/>
          </ac:spMkLst>
        </pc:spChg>
        <pc:spChg chg="del">
          <ac:chgData name="Iain Styles" userId="befbdaae-53f8-4d26-a8dc-3366b09f768a" providerId="ADAL" clId="{5E0D2633-D8F6-500D-A7FC-C9CB56BC4BFB}" dt="2026-09-27T17:16:42.196" v="2562" actId="700"/>
          <ac:spMkLst>
            <pc:docMk/>
            <pc:sldMk cId="1224717380" sldId="412"/>
            <ac:spMk id="4" creationId="{5FB1C88D-E5E2-A20A-19A2-539CA91CE0A1}"/>
          </ac:spMkLst>
        </pc:spChg>
        <pc:spChg chg="add del mod ord">
          <ac:chgData name="Iain Styles" userId="befbdaae-53f8-4d26-a8dc-3366b09f768a" providerId="ADAL" clId="{5E0D2633-D8F6-500D-A7FC-C9CB56BC4BFB}" dt="2026-09-27T17:16:46.143" v="2563" actId="700"/>
          <ac:spMkLst>
            <pc:docMk/>
            <pc:sldMk cId="1224717380" sldId="412"/>
            <ac:spMk id="5" creationId="{24CEA236-BABF-2BA7-B0E1-93F7F396A204}"/>
          </ac:spMkLst>
        </pc:spChg>
        <pc:spChg chg="add del mod ord">
          <ac:chgData name="Iain Styles" userId="befbdaae-53f8-4d26-a8dc-3366b09f768a" providerId="ADAL" clId="{5E0D2633-D8F6-500D-A7FC-C9CB56BC4BFB}" dt="2026-09-27T17:16:46.143" v="2563" actId="700"/>
          <ac:spMkLst>
            <pc:docMk/>
            <pc:sldMk cId="1224717380" sldId="412"/>
            <ac:spMk id="6" creationId="{26713962-DACC-FBA4-34F8-B330DD68E9CA}"/>
          </ac:spMkLst>
        </pc:spChg>
        <pc:spChg chg="add mod ord">
          <ac:chgData name="Iain Styles" userId="befbdaae-53f8-4d26-a8dc-3366b09f768a" providerId="ADAL" clId="{5E0D2633-D8F6-500D-A7FC-C9CB56BC4BFB}" dt="2026-09-27T17:16:48.435" v="2568" actId="20577"/>
          <ac:spMkLst>
            <pc:docMk/>
            <pc:sldMk cId="1224717380" sldId="412"/>
            <ac:spMk id="7" creationId="{836B4127-BD14-E70B-7635-0A912EEB66FF}"/>
          </ac:spMkLst>
        </pc:spChg>
        <pc:spChg chg="add mod ord">
          <ac:chgData name="Iain Styles" userId="befbdaae-53f8-4d26-a8dc-3366b09f768a" providerId="ADAL" clId="{5E0D2633-D8F6-500D-A7FC-C9CB56BC4BFB}" dt="2026-09-27T17:20:27.393" v="3156" actId="20577"/>
          <ac:spMkLst>
            <pc:docMk/>
            <pc:sldMk cId="1224717380" sldId="412"/>
            <ac:spMk id="8" creationId="{EDC5A242-B5D5-15D5-0BDB-05D6D88E9ED7}"/>
          </ac:spMkLst>
        </pc:spChg>
      </pc:sldChg>
      <pc:sldChg chg="new del">
        <pc:chgData name="Iain Styles" userId="befbdaae-53f8-4d26-a8dc-3366b09f768a" providerId="ADAL" clId="{5E0D2633-D8F6-500D-A7FC-C9CB56BC4BFB}" dt="2026-09-27T15:55:10.104" v="2560" actId="2696"/>
        <pc:sldMkLst>
          <pc:docMk/>
          <pc:sldMk cId="1754944137" sldId="412"/>
        </pc:sldMkLst>
      </pc:sldChg>
      <pc:sldChg chg="delSp new mod">
        <pc:chgData name="Iain Styles" userId="befbdaae-53f8-4d26-a8dc-3366b09f768a" providerId="ADAL" clId="{5E0D2633-D8F6-500D-A7FC-C9CB56BC4BFB}" dt="2026-09-27T17:45:27.856" v="3162" actId="478"/>
        <pc:sldMkLst>
          <pc:docMk/>
          <pc:sldMk cId="2709126017" sldId="413"/>
        </pc:sldMkLst>
        <pc:spChg chg="del">
          <ac:chgData name="Iain Styles" userId="befbdaae-53f8-4d26-a8dc-3366b09f768a" providerId="ADAL" clId="{5E0D2633-D8F6-500D-A7FC-C9CB56BC4BFB}" dt="2026-09-27T17:45:26.058" v="3161" actId="478"/>
          <ac:spMkLst>
            <pc:docMk/>
            <pc:sldMk cId="2709126017" sldId="413"/>
            <ac:spMk id="2" creationId="{0AE2BF17-2A53-BEBC-03FD-23FF9ACAC831}"/>
          </ac:spMkLst>
        </pc:spChg>
        <pc:spChg chg="del">
          <ac:chgData name="Iain Styles" userId="befbdaae-53f8-4d26-a8dc-3366b09f768a" providerId="ADAL" clId="{5E0D2633-D8F6-500D-A7FC-C9CB56BC4BFB}" dt="2026-09-27T17:45:27.856" v="3162" actId="478"/>
          <ac:spMkLst>
            <pc:docMk/>
            <pc:sldMk cId="2709126017" sldId="413"/>
            <ac:spMk id="3" creationId="{FB604CBE-A517-415B-4647-58D2F471B1E5}"/>
          </ac:spMkLst>
        </pc:spChg>
      </pc:sldChg>
      <pc:sldChg chg="delSp new mod">
        <pc:chgData name="Iain Styles" userId="befbdaae-53f8-4d26-a8dc-3366b09f768a" providerId="ADAL" clId="{5E0D2633-D8F6-500D-A7FC-C9CB56BC4BFB}" dt="2026-09-27T17:45:31.900" v="3164" actId="478"/>
        <pc:sldMkLst>
          <pc:docMk/>
          <pc:sldMk cId="1775951965" sldId="414"/>
        </pc:sldMkLst>
        <pc:spChg chg="del">
          <ac:chgData name="Iain Styles" userId="befbdaae-53f8-4d26-a8dc-3366b09f768a" providerId="ADAL" clId="{5E0D2633-D8F6-500D-A7FC-C9CB56BC4BFB}" dt="2026-09-27T17:45:30.620" v="3163" actId="478"/>
          <ac:spMkLst>
            <pc:docMk/>
            <pc:sldMk cId="1775951965" sldId="414"/>
            <ac:spMk id="2" creationId="{FDD9BA0F-E4B1-F857-26BC-8899166A8466}"/>
          </ac:spMkLst>
        </pc:spChg>
        <pc:spChg chg="del">
          <ac:chgData name="Iain Styles" userId="befbdaae-53f8-4d26-a8dc-3366b09f768a" providerId="ADAL" clId="{5E0D2633-D8F6-500D-A7FC-C9CB56BC4BFB}" dt="2026-09-27T17:45:31.900" v="3164" actId="478"/>
          <ac:spMkLst>
            <pc:docMk/>
            <pc:sldMk cId="1775951965" sldId="414"/>
            <ac:spMk id="3" creationId="{015321D9-2FFB-B48B-C05B-716ED175A665}"/>
          </ac:spMkLst>
        </pc:spChg>
      </pc:sldChg>
      <pc:sldChg chg="delSp new mod">
        <pc:chgData name="Iain Styles" userId="befbdaae-53f8-4d26-a8dc-3366b09f768a" providerId="ADAL" clId="{5E0D2633-D8F6-500D-A7FC-C9CB56BC4BFB}" dt="2026-09-27T17:45:36.069" v="3166" actId="478"/>
        <pc:sldMkLst>
          <pc:docMk/>
          <pc:sldMk cId="980487504" sldId="415"/>
        </pc:sldMkLst>
        <pc:spChg chg="del">
          <ac:chgData name="Iain Styles" userId="befbdaae-53f8-4d26-a8dc-3366b09f768a" providerId="ADAL" clId="{5E0D2633-D8F6-500D-A7FC-C9CB56BC4BFB}" dt="2026-09-27T17:45:34.398" v="3165" actId="478"/>
          <ac:spMkLst>
            <pc:docMk/>
            <pc:sldMk cId="980487504" sldId="415"/>
            <ac:spMk id="2" creationId="{76F0370F-8C75-42D8-F74E-47CFE64CFB3B}"/>
          </ac:spMkLst>
        </pc:spChg>
        <pc:spChg chg="del">
          <ac:chgData name="Iain Styles" userId="befbdaae-53f8-4d26-a8dc-3366b09f768a" providerId="ADAL" clId="{5E0D2633-D8F6-500D-A7FC-C9CB56BC4BFB}" dt="2026-09-27T17:45:36.069" v="3166" actId="478"/>
          <ac:spMkLst>
            <pc:docMk/>
            <pc:sldMk cId="980487504" sldId="415"/>
            <ac:spMk id="3" creationId="{A32F47F7-75F8-B5D4-8769-CF38FCF21836}"/>
          </ac:spMkLst>
        </pc:spChg>
      </pc:sldChg>
      <pc:sldChg chg="addSp modSp add mod chgLayout">
        <pc:chgData name="Iain Styles" userId="befbdaae-53f8-4d26-a8dc-3366b09f768a" providerId="ADAL" clId="{5E0D2633-D8F6-500D-A7FC-C9CB56BC4BFB}" dt="2026-09-27T17:50:49.063" v="3415" actId="20577"/>
        <pc:sldMkLst>
          <pc:docMk/>
          <pc:sldMk cId="3402329257" sldId="416"/>
        </pc:sldMkLst>
        <pc:spChg chg="add mod ord">
          <ac:chgData name="Iain Styles" userId="befbdaae-53f8-4d26-a8dc-3366b09f768a" providerId="ADAL" clId="{5E0D2633-D8F6-500D-A7FC-C9CB56BC4BFB}" dt="2026-09-27T17:46:58.226" v="3240" actId="20577"/>
          <ac:spMkLst>
            <pc:docMk/>
            <pc:sldMk cId="3402329257" sldId="416"/>
            <ac:spMk id="2" creationId="{1C024E65-C342-DF9D-23D9-2538ED9F5157}"/>
          </ac:spMkLst>
        </pc:spChg>
        <pc:spChg chg="add mod ord">
          <ac:chgData name="Iain Styles" userId="befbdaae-53f8-4d26-a8dc-3366b09f768a" providerId="ADAL" clId="{5E0D2633-D8F6-500D-A7FC-C9CB56BC4BFB}" dt="2026-09-27T17:50:49.063" v="3415" actId="20577"/>
          <ac:spMkLst>
            <pc:docMk/>
            <pc:sldMk cId="3402329257" sldId="416"/>
            <ac:spMk id="3" creationId="{D27892CB-BED0-B7EE-C699-7A8069B545B5}"/>
          </ac:spMkLst>
        </pc:spChg>
        <pc:spChg chg="mod ord">
          <ac:chgData name="Iain Styles" userId="befbdaae-53f8-4d26-a8dc-3366b09f768a" providerId="ADAL" clId="{5E0D2633-D8F6-500D-A7FC-C9CB56BC4BFB}" dt="2026-09-27T17:46:35.737" v="3201" actId="700"/>
          <ac:spMkLst>
            <pc:docMk/>
            <pc:sldMk cId="3402329257" sldId="416"/>
            <ac:spMk id="4" creationId="{0F1619A0-8A54-628E-75D4-8672184BCC4A}"/>
          </ac:spMkLst>
        </pc:spChg>
        <pc:picChg chg="add mod">
          <ac:chgData name="Iain Styles" userId="befbdaae-53f8-4d26-a8dc-3366b09f768a" providerId="ADAL" clId="{5E0D2633-D8F6-500D-A7FC-C9CB56BC4BFB}" dt="2026-09-27T17:50:21.612" v="3352" actId="1076"/>
          <ac:picMkLst>
            <pc:docMk/>
            <pc:sldMk cId="3402329257" sldId="416"/>
            <ac:picMk id="5" creationId="{AC99B68E-D723-A71A-3CCC-ED0D338DC6F4}"/>
          </ac:picMkLst>
        </pc:picChg>
      </pc:sldChg>
      <pc:sldChg chg="modSp add mod">
        <pc:chgData name="Iain Styles" userId="befbdaae-53f8-4d26-a8dc-3366b09f768a" providerId="ADAL" clId="{5E0D2633-D8F6-500D-A7FC-C9CB56BC4BFB}" dt="2026-09-27T17:52:02.631" v="3462" actId="20577"/>
        <pc:sldMkLst>
          <pc:docMk/>
          <pc:sldMk cId="4065358225" sldId="417"/>
        </pc:sldMkLst>
        <pc:spChg chg="mod">
          <ac:chgData name="Iain Styles" userId="befbdaae-53f8-4d26-a8dc-3366b09f768a" providerId="ADAL" clId="{5E0D2633-D8F6-500D-A7FC-C9CB56BC4BFB}" dt="2026-09-27T17:52:02.631" v="3462" actId="20577"/>
          <ac:spMkLst>
            <pc:docMk/>
            <pc:sldMk cId="4065358225" sldId="417"/>
            <ac:spMk id="3" creationId="{422367FD-B14B-BB26-CE8D-65DD15B8C522}"/>
          </ac:spMkLst>
        </pc:spChg>
      </pc:sldChg>
      <pc:sldChg chg="modSp add mod">
        <pc:chgData name="Iain Styles" userId="befbdaae-53f8-4d26-a8dc-3366b09f768a" providerId="ADAL" clId="{5E0D2633-D8F6-500D-A7FC-C9CB56BC4BFB}" dt="2026-09-27T17:53:16.930" v="3504" actId="404"/>
        <pc:sldMkLst>
          <pc:docMk/>
          <pc:sldMk cId="2705564608" sldId="418"/>
        </pc:sldMkLst>
        <pc:spChg chg="mod">
          <ac:chgData name="Iain Styles" userId="befbdaae-53f8-4d26-a8dc-3366b09f768a" providerId="ADAL" clId="{5E0D2633-D8F6-500D-A7FC-C9CB56BC4BFB}" dt="2026-09-27T17:53:16.930" v="3504" actId="404"/>
          <ac:spMkLst>
            <pc:docMk/>
            <pc:sldMk cId="2705564608" sldId="418"/>
            <ac:spMk id="3" creationId="{65AF9B22-7772-7A7E-0D79-A0A0EBFAE0C0}"/>
          </ac:spMkLst>
        </pc:spChg>
      </pc:sldChg>
      <pc:sldChg chg="add">
        <pc:chgData name="Iain Styles" userId="befbdaae-53f8-4d26-a8dc-3366b09f768a" providerId="ADAL" clId="{5E0D2633-D8F6-500D-A7FC-C9CB56BC4BFB}" dt="2026-09-27T18:20:24.368" v="3523"/>
        <pc:sldMkLst>
          <pc:docMk/>
          <pc:sldMk cId="634556142" sldId="419"/>
        </pc:sldMkLst>
      </pc:sldChg>
      <pc:sldChg chg="new del">
        <pc:chgData name="Iain Styles" userId="befbdaae-53f8-4d26-a8dc-3366b09f768a" providerId="ADAL" clId="{5E0D2633-D8F6-500D-A7FC-C9CB56BC4BFB}" dt="2026-09-27T17:54:05.506" v="3507" actId="2696"/>
        <pc:sldMkLst>
          <pc:docMk/>
          <pc:sldMk cId="783126603" sldId="419"/>
        </pc:sldMkLst>
      </pc:sldChg>
      <pc:sldChg chg="modSp add mod modAnim">
        <pc:chgData name="Iain Styles" userId="befbdaae-53f8-4d26-a8dc-3366b09f768a" providerId="ADAL" clId="{5E0D2633-D8F6-500D-A7FC-C9CB56BC4BFB}" dt="2026-09-27T18:52:01.736" v="3914" actId="5793"/>
        <pc:sldMkLst>
          <pc:docMk/>
          <pc:sldMk cId="4019555163" sldId="420"/>
        </pc:sldMkLst>
        <pc:spChg chg="mod">
          <ac:chgData name="Iain Styles" userId="befbdaae-53f8-4d26-a8dc-3366b09f768a" providerId="ADAL" clId="{5E0D2633-D8F6-500D-A7FC-C9CB56BC4BFB}" dt="2026-09-27T18:52:01.736" v="3914" actId="5793"/>
          <ac:spMkLst>
            <pc:docMk/>
            <pc:sldMk cId="4019555163" sldId="420"/>
            <ac:spMk id="3" creationId="{838A5BC0-F3E9-D82B-A3B7-3EB45B9B0480}"/>
          </ac:spMkLst>
        </pc:spChg>
      </pc:sldChg>
      <pc:sldChg chg="addSp delSp modSp add mod">
        <pc:chgData name="Iain Styles" userId="befbdaae-53f8-4d26-a8dc-3366b09f768a" providerId="ADAL" clId="{5E0D2633-D8F6-500D-A7FC-C9CB56BC4BFB}" dt="2026-09-27T19:10:43.016" v="4197" actId="1076"/>
        <pc:sldMkLst>
          <pc:docMk/>
          <pc:sldMk cId="2070073062" sldId="421"/>
        </pc:sldMkLst>
        <pc:spChg chg="mod">
          <ac:chgData name="Iain Styles" userId="befbdaae-53f8-4d26-a8dc-3366b09f768a" providerId="ADAL" clId="{5E0D2633-D8F6-500D-A7FC-C9CB56BC4BFB}" dt="2026-09-27T19:10:38.054" v="4195" actId="20577"/>
          <ac:spMkLst>
            <pc:docMk/>
            <pc:sldMk cId="2070073062" sldId="421"/>
            <ac:spMk id="2" creationId="{58F39AD3-8044-713B-54EA-6E56CA0F1776}"/>
          </ac:spMkLst>
        </pc:spChg>
        <pc:spChg chg="add del mod">
          <ac:chgData name="Iain Styles" userId="befbdaae-53f8-4d26-a8dc-3366b09f768a" providerId="ADAL" clId="{5E0D2633-D8F6-500D-A7FC-C9CB56BC4BFB}" dt="2026-09-27T19:00:50.147" v="4154" actId="478"/>
          <ac:spMkLst>
            <pc:docMk/>
            <pc:sldMk cId="2070073062" sldId="421"/>
            <ac:spMk id="5" creationId="{ECE9101A-F0D5-9B36-985B-A291C5A0BBEC}"/>
          </ac:spMkLst>
        </pc:spChg>
        <pc:spChg chg="del mod">
          <ac:chgData name="Iain Styles" userId="befbdaae-53f8-4d26-a8dc-3366b09f768a" providerId="ADAL" clId="{5E0D2633-D8F6-500D-A7FC-C9CB56BC4BFB}" dt="2026-09-27T19:00:48.397" v="4153" actId="478"/>
          <ac:spMkLst>
            <pc:docMk/>
            <pc:sldMk cId="2070073062" sldId="421"/>
            <ac:spMk id="6" creationId="{08C8099B-4BA3-1FCF-83E3-64C3579C5301}"/>
          </ac:spMkLst>
        </pc:spChg>
        <pc:spChg chg="del">
          <ac:chgData name="Iain Styles" userId="befbdaae-53f8-4d26-a8dc-3366b09f768a" providerId="ADAL" clId="{5E0D2633-D8F6-500D-A7FC-C9CB56BC4BFB}" dt="2026-09-27T18:59:30.899" v="4088" actId="478"/>
          <ac:spMkLst>
            <pc:docMk/>
            <pc:sldMk cId="2070073062" sldId="421"/>
            <ac:spMk id="9" creationId="{D569025A-3AB4-1661-583D-530661CB04A7}"/>
          </ac:spMkLst>
        </pc:spChg>
        <pc:picChg chg="add mod">
          <ac:chgData name="Iain Styles" userId="befbdaae-53f8-4d26-a8dc-3366b09f768a" providerId="ADAL" clId="{5E0D2633-D8F6-500D-A7FC-C9CB56BC4BFB}" dt="2026-09-27T19:10:43.016" v="4197" actId="1076"/>
          <ac:picMkLst>
            <pc:docMk/>
            <pc:sldMk cId="2070073062" sldId="421"/>
            <ac:picMk id="7" creationId="{90DD0712-7307-C222-5351-810E65550760}"/>
          </ac:picMkLst>
        </pc:picChg>
      </pc:sldChg>
      <pc:sldChg chg="addSp delSp modSp new mod">
        <pc:chgData name="Iain Styles" userId="befbdaae-53f8-4d26-a8dc-3366b09f768a" providerId="ADAL" clId="{5E0D2633-D8F6-500D-A7FC-C9CB56BC4BFB}" dt="2026-09-27T19:14:03.116" v="4312" actId="14100"/>
        <pc:sldMkLst>
          <pc:docMk/>
          <pc:sldMk cId="2596182602" sldId="422"/>
        </pc:sldMkLst>
        <pc:spChg chg="del">
          <ac:chgData name="Iain Styles" userId="befbdaae-53f8-4d26-a8dc-3366b09f768a" providerId="ADAL" clId="{5E0D2633-D8F6-500D-A7FC-C9CB56BC4BFB}" dt="2026-09-27T19:13:56.118" v="4309" actId="478"/>
          <ac:spMkLst>
            <pc:docMk/>
            <pc:sldMk cId="2596182602" sldId="422"/>
            <ac:spMk id="2" creationId="{3BA2C530-228F-0109-CA88-6279B8D8589F}"/>
          </ac:spMkLst>
        </pc:spChg>
        <pc:spChg chg="mod">
          <ac:chgData name="Iain Styles" userId="befbdaae-53f8-4d26-a8dc-3366b09f768a" providerId="ADAL" clId="{5E0D2633-D8F6-500D-A7FC-C9CB56BC4BFB}" dt="2026-09-27T19:13:53.915" v="4308" actId="14100"/>
          <ac:spMkLst>
            <pc:docMk/>
            <pc:sldMk cId="2596182602" sldId="422"/>
            <ac:spMk id="3" creationId="{74BF2F84-3388-50B4-0FEA-2885159F0590}"/>
          </ac:spMkLst>
        </pc:spChg>
        <pc:spChg chg="del">
          <ac:chgData name="Iain Styles" userId="befbdaae-53f8-4d26-a8dc-3366b09f768a" providerId="ADAL" clId="{5E0D2633-D8F6-500D-A7FC-C9CB56BC4BFB}" dt="2026-09-27T19:13:56.118" v="4309" actId="478"/>
          <ac:spMkLst>
            <pc:docMk/>
            <pc:sldMk cId="2596182602" sldId="422"/>
            <ac:spMk id="4" creationId="{EFBFB5E2-6438-1359-E700-B7C90888C582}"/>
          </ac:spMkLst>
        </pc:spChg>
        <pc:picChg chg="add mod">
          <ac:chgData name="Iain Styles" userId="befbdaae-53f8-4d26-a8dc-3366b09f768a" providerId="ADAL" clId="{5E0D2633-D8F6-500D-A7FC-C9CB56BC4BFB}" dt="2026-09-27T19:14:03.116" v="4312" actId="14100"/>
          <ac:picMkLst>
            <pc:docMk/>
            <pc:sldMk cId="2596182602" sldId="422"/>
            <ac:picMk id="6" creationId="{72AF3028-DDA4-5C1C-DAC9-08788B38A4AE}"/>
          </ac:picMkLst>
        </pc:picChg>
      </pc:sldChg>
      <pc:sldChg chg="new del">
        <pc:chgData name="Iain Styles" userId="befbdaae-53f8-4d26-a8dc-3366b09f768a" providerId="ADAL" clId="{5E0D2633-D8F6-500D-A7FC-C9CB56BC4BFB}" dt="2026-09-27T19:30:37.116" v="4384" actId="680"/>
        <pc:sldMkLst>
          <pc:docMk/>
          <pc:sldMk cId="1399151011" sldId="423"/>
        </pc:sldMkLst>
      </pc:sldChg>
      <pc:sldChg chg="addSp delSp modSp new mod ord">
        <pc:chgData name="Iain Styles" userId="befbdaae-53f8-4d26-a8dc-3366b09f768a" providerId="ADAL" clId="{5E0D2633-D8F6-500D-A7FC-C9CB56BC4BFB}" dt="2026-09-27T19:57:47.648" v="4740" actId="20577"/>
        <pc:sldMkLst>
          <pc:docMk/>
          <pc:sldMk cId="3183884625" sldId="423"/>
        </pc:sldMkLst>
        <pc:spChg chg="mod">
          <ac:chgData name="Iain Styles" userId="befbdaae-53f8-4d26-a8dc-3366b09f768a" providerId="ADAL" clId="{5E0D2633-D8F6-500D-A7FC-C9CB56BC4BFB}" dt="2026-09-27T19:48:34.968" v="4467" actId="20577"/>
          <ac:spMkLst>
            <pc:docMk/>
            <pc:sldMk cId="3183884625" sldId="423"/>
            <ac:spMk id="2" creationId="{7C0D87C4-D776-A5E9-16FF-05B29B579BD9}"/>
          </ac:spMkLst>
        </pc:spChg>
        <pc:spChg chg="mod">
          <ac:chgData name="Iain Styles" userId="befbdaae-53f8-4d26-a8dc-3366b09f768a" providerId="ADAL" clId="{5E0D2633-D8F6-500D-A7FC-C9CB56BC4BFB}" dt="2026-09-27T19:57:47.648" v="4740" actId="20577"/>
          <ac:spMkLst>
            <pc:docMk/>
            <pc:sldMk cId="3183884625" sldId="423"/>
            <ac:spMk id="3" creationId="{5D81BF9F-CDCD-99CA-7B0D-2DD1842F8BF7}"/>
          </ac:spMkLst>
        </pc:spChg>
        <pc:spChg chg="add del">
          <ac:chgData name="Iain Styles" userId="befbdaae-53f8-4d26-a8dc-3366b09f768a" providerId="ADAL" clId="{5E0D2633-D8F6-500D-A7FC-C9CB56BC4BFB}" dt="2026-09-27T19:42:54.195" v="4408" actId="478"/>
          <ac:spMkLst>
            <pc:docMk/>
            <pc:sldMk cId="3183884625" sldId="423"/>
            <ac:spMk id="6" creationId="{E8B7C18E-E9B8-D6A0-D842-D2D027F7CB05}"/>
          </ac:spMkLst>
        </pc:spChg>
        <pc:picChg chg="add del mod">
          <ac:chgData name="Iain Styles" userId="befbdaae-53f8-4d26-a8dc-3366b09f768a" providerId="ADAL" clId="{5E0D2633-D8F6-500D-A7FC-C9CB56BC4BFB}" dt="2026-09-27T19:48:39.030" v="4468" actId="478"/>
          <ac:picMkLst>
            <pc:docMk/>
            <pc:sldMk cId="3183884625" sldId="423"/>
            <ac:picMk id="7" creationId="{9C372950-5ACC-0F2F-16C3-AA8C89EEAED3}"/>
          </ac:picMkLst>
        </pc:picChg>
      </pc:sldChg>
      <pc:sldChg chg="modSp add mod ord">
        <pc:chgData name="Iain Styles" userId="befbdaae-53f8-4d26-a8dc-3366b09f768a" providerId="ADAL" clId="{5E0D2633-D8F6-500D-A7FC-C9CB56BC4BFB}" dt="2026-09-27T19:48:26.652" v="4450" actId="20578"/>
        <pc:sldMkLst>
          <pc:docMk/>
          <pc:sldMk cId="1641073345" sldId="424"/>
        </pc:sldMkLst>
        <pc:spChg chg="mod">
          <ac:chgData name="Iain Styles" userId="befbdaae-53f8-4d26-a8dc-3366b09f768a" providerId="ADAL" clId="{5E0D2633-D8F6-500D-A7FC-C9CB56BC4BFB}" dt="2026-09-27T19:48:11.567" v="4449" actId="20577"/>
          <ac:spMkLst>
            <pc:docMk/>
            <pc:sldMk cId="1641073345" sldId="424"/>
            <ac:spMk id="2" creationId="{1161873A-DDD8-BB4F-9570-0DDE078900EE}"/>
          </ac:spMkLst>
        </pc:spChg>
      </pc:sldChg>
      <pc:sldChg chg="modSp add mod">
        <pc:chgData name="Iain Styles" userId="befbdaae-53f8-4d26-a8dc-3366b09f768a" providerId="ADAL" clId="{5E0D2633-D8F6-500D-A7FC-C9CB56BC4BFB}" dt="2026-09-27T19:58:14.773" v="4769"/>
        <pc:sldMkLst>
          <pc:docMk/>
          <pc:sldMk cId="2228186238" sldId="425"/>
        </pc:sldMkLst>
        <pc:spChg chg="mod">
          <ac:chgData name="Iain Styles" userId="befbdaae-53f8-4d26-a8dc-3366b09f768a" providerId="ADAL" clId="{5E0D2633-D8F6-500D-A7FC-C9CB56BC4BFB}" dt="2026-09-27T19:58:14.773" v="4769"/>
          <ac:spMkLst>
            <pc:docMk/>
            <pc:sldMk cId="2228186238" sldId="425"/>
            <ac:spMk id="3" creationId="{53164461-473B-706F-3A0B-8852A6ACEC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53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014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7wdata.be/data-science/what-is-a-graph-database-a-property-graph-model-intr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aistudio.google.com/apikey" TargetMode="Externa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6, 26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6A50-7A5A-5FD2-B8AD-15188A60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71065-62EC-25C5-376E-570147F4743A}"/>
              </a:ext>
            </a:extLst>
          </p:cNvPr>
          <p:cNvSpPr txBox="1"/>
          <p:nvPr/>
        </p:nvSpPr>
        <p:spPr>
          <a:xfrm>
            <a:off x="351149" y="20183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1">
                    <a:lumMod val="50000"/>
                  </a:schemeClr>
                </a:solidFill>
              </a:rPr>
              <a:t>Learning Outcomes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83369B-4B80-9267-10C7-E6AEF986C802}"/>
              </a:ext>
            </a:extLst>
          </p:cNvPr>
          <p:cNvSpPr txBox="1"/>
          <p:nvPr/>
        </p:nvSpPr>
        <p:spPr>
          <a:xfrm>
            <a:off x="426563" y="1106609"/>
            <a:ext cx="10857322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Move from classical ontologies to the Labelled Property Graph (LPG) model using Neo4j AuraDB.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Use the Cypher Query Language for pattern matching, multi-hop traversals, and graph manipulation.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Extract nodes and relationships from unstructured text using LLMGraphTransformer.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Develop schema-aware retrieval pipelines using GraphCypherQAChain and few-shot prompt engineering.</a:t>
            </a:r>
          </a:p>
        </p:txBody>
      </p:sp>
    </p:spTree>
    <p:extLst>
      <p:ext uri="{BB962C8B-B14F-4D97-AF65-F5344CB8AC3E}">
        <p14:creationId xmlns:p14="http://schemas.microsoft.com/office/powerpoint/2010/main" val="2926808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9A604-84F6-D865-3156-28580355C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9F63C-D6F2-E4E3-3093-DEDF48A471D3}"/>
              </a:ext>
            </a:extLst>
          </p:cNvPr>
          <p:cNvSpPr txBox="1"/>
          <p:nvPr/>
        </p:nvSpPr>
        <p:spPr>
          <a:xfrm>
            <a:off x="205126" y="233224"/>
            <a:ext cx="86645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/>
              <a:t>The Evolution of Knowledge Representation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44B4D-EFFB-6236-A7AA-7440B9C7B890}"/>
              </a:ext>
            </a:extLst>
          </p:cNvPr>
          <p:cNvSpPr txBox="1"/>
          <p:nvPr/>
        </p:nvSpPr>
        <p:spPr>
          <a:xfrm>
            <a:off x="205126" y="1190584"/>
            <a:ext cx="11182357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Transitioning from classical ontologies to enterprise graph databases. 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Classical ontologies (RDF/OWL) are excellent for strict semantic reasoning, data exchange, and global standardization.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Modern applications require flexibility, scalability, and fast multi-hop traversal speeds.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/>
              <a:t>The industry standard has shifted toward the Labelled Property Graph (LPG) model used in systems like Neo4j.</a:t>
            </a:r>
          </a:p>
        </p:txBody>
      </p:sp>
    </p:spTree>
    <p:extLst>
      <p:ext uri="{BB962C8B-B14F-4D97-AF65-F5344CB8AC3E}">
        <p14:creationId xmlns:p14="http://schemas.microsoft.com/office/powerpoint/2010/main" val="394367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B25C-911D-8A56-2B1C-56982D85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48" y="148297"/>
            <a:ext cx="7802880" cy="632219"/>
          </a:xfrm>
        </p:spPr>
        <p:txBody>
          <a:bodyPr/>
          <a:lstStyle/>
          <a:p>
            <a:r>
              <a:rPr lang="en-GB" sz="2800" dirty="0">
                <a:latin typeface="+mn-lt"/>
              </a:rPr>
              <a:t>RDF Triples vs. LPG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5206-DB79-859A-A8D6-39D955F47F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7848" y="998125"/>
            <a:ext cx="4986528" cy="5219795"/>
          </a:xfrm>
        </p:spPr>
        <p:txBody>
          <a:bodyPr>
            <a:normAutofit lnSpcReduction="10000"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RDF Triples use a strict Subject-Predicate-Object structure (e.g., Node -&gt; Edge -&gt; Node) to build classical semantic graphs.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In the classical RDF model, properties like timestamps or weights cannot be attached directly to relationships.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The Labelled Property Graph (LPG) model allows key-value properties to be embedded directly into both nodes and edges.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sz="20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LPG is the enterprise standard used in graph databases like Neo4j to increase traversal speed and operational flexibility.</a:t>
            </a:r>
          </a:p>
          <a:p>
            <a:pPr algn="just"/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ABC43-2E75-09B4-C01D-611E93F48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9E7FE-AC19-F8A3-3FF8-0B37EA1F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650" y="1265872"/>
            <a:ext cx="6153150" cy="3686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358443-282F-E26F-2702-AC96D81DE305}"/>
              </a:ext>
            </a:extLst>
          </p:cNvPr>
          <p:cNvSpPr txBox="1"/>
          <p:nvPr/>
        </p:nvSpPr>
        <p:spPr>
          <a:xfrm>
            <a:off x="5894324" y="5038453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LPGs embed properties inside the nodes and edges.. Source: </a:t>
            </a:r>
            <a:r>
              <a:rPr lang="en-GB" dirty="0">
                <a:hlinkClick r:id="rId3"/>
              </a:rPr>
              <a:t>7wData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8478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B112-F119-F0E9-458C-4F04DB37C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076" y="212305"/>
            <a:ext cx="10389124" cy="632219"/>
          </a:xfrm>
        </p:spPr>
        <p:txBody>
          <a:bodyPr/>
          <a:lstStyle/>
          <a:p>
            <a:r>
              <a:rPr lang="en-GB" sz="2800" dirty="0"/>
              <a:t>Core Components of an LPG Nodes &amp; Labels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7435-3FAE-9A5D-B732-7316A31C54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8077" y="1495218"/>
            <a:ext cx="4490572" cy="4480034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>
                    <a:lumMod val="50000"/>
                  </a:schemeClr>
                </a:solidFill>
              </a:rPr>
              <a:t>Nodes: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The fundamental "nouns" of the graph.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>
                    <a:lumMod val="50000"/>
                  </a:schemeClr>
                </a:solidFill>
              </a:rPr>
              <a:t>Labels: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Categorical tags for grouping and indexing.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>
                    <a:lumMod val="50000"/>
                  </a:schemeClr>
                </a:solidFill>
              </a:rPr>
              <a:t>Multiple Assignments: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Flexible classification on a single node (e.g., Luna is both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:Pet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 and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:Cat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</a:rPr>
              <a:t>).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D07C4-921C-43E2-E32F-FDCE757F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611A38-8CA2-1B9F-75C1-759A736EA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910" y="3903253"/>
            <a:ext cx="3106882" cy="1726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0C01AF-6477-66CF-18DC-801A98677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7761" y="882748"/>
            <a:ext cx="2701039" cy="25462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C7AFF0-FCF0-A1CA-803A-223841C9BDD0}"/>
              </a:ext>
            </a:extLst>
          </p:cNvPr>
          <p:cNvSpPr txBox="1"/>
          <p:nvPr/>
        </p:nvSpPr>
        <p:spPr>
          <a:xfrm>
            <a:off x="5701284" y="1346087"/>
            <a:ext cx="28209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CREATE</a:t>
            </a:r>
          </a:p>
          <a:p>
            <a:r>
              <a:rPr lang="en-GB" sz="1200" dirty="0"/>
              <a:t>  (</a:t>
            </a:r>
            <a:r>
              <a:rPr lang="en-GB" sz="1200" dirty="0" err="1"/>
              <a:t>sarah:Person</a:t>
            </a:r>
            <a:r>
              <a:rPr lang="en-GB" sz="1200" dirty="0"/>
              <a:t> {name: 'Sarah'}),</a:t>
            </a:r>
          </a:p>
          <a:p>
            <a:r>
              <a:rPr lang="en-GB" sz="1200" dirty="0"/>
              <a:t>  (</a:t>
            </a:r>
            <a:r>
              <a:rPr lang="en-GB" sz="1200" dirty="0" err="1"/>
              <a:t>rex:Pet:Dog</a:t>
            </a:r>
            <a:r>
              <a:rPr lang="en-GB" sz="1200" dirty="0"/>
              <a:t> {name: 'Rex'}),</a:t>
            </a:r>
          </a:p>
          <a:p>
            <a:r>
              <a:rPr lang="en-GB" sz="1200" dirty="0"/>
              <a:t>  (</a:t>
            </a:r>
            <a:r>
              <a:rPr lang="en-GB" sz="1200" dirty="0" err="1"/>
              <a:t>luna:Pet:Cat</a:t>
            </a:r>
            <a:r>
              <a:rPr lang="en-GB" sz="1200" dirty="0"/>
              <a:t> {name: 'Luna'}),</a:t>
            </a:r>
          </a:p>
          <a:p>
            <a:r>
              <a:rPr lang="en-GB" sz="1200" dirty="0"/>
              <a:t>  (</a:t>
            </a:r>
            <a:r>
              <a:rPr lang="en-GB" sz="1200" dirty="0" err="1"/>
              <a:t>sarah</a:t>
            </a:r>
            <a:r>
              <a:rPr lang="en-GB" sz="1200" dirty="0"/>
              <a:t>)-[:OWNS {since: 2019}]-&gt;(rex),</a:t>
            </a:r>
          </a:p>
          <a:p>
            <a:r>
              <a:rPr lang="en-GB" sz="1200" dirty="0"/>
              <a:t>  (</a:t>
            </a:r>
            <a:r>
              <a:rPr lang="en-GB" sz="1200" dirty="0" err="1"/>
              <a:t>sarah</a:t>
            </a:r>
            <a:r>
              <a:rPr lang="en-GB" sz="1200" dirty="0"/>
              <a:t>)-[:OWNS {since: 2022}]-&gt;(luna)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F555E0-1BE3-38BE-4FB2-4B3A259077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848" y="3903253"/>
            <a:ext cx="3143706" cy="172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89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87A8-FF59-5B6F-A384-7CB6354A3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91" y="240041"/>
            <a:ext cx="10313709" cy="632219"/>
          </a:xfrm>
        </p:spPr>
        <p:txBody>
          <a:bodyPr/>
          <a:lstStyle/>
          <a:p>
            <a:r>
              <a:rPr lang="en-GB" sz="2800" dirty="0">
                <a:latin typeface="+mn-lt"/>
              </a:rPr>
              <a:t>Core Components of an LPG : Relationships &amp;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2767E-EA32-B092-F0A8-82673036A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1DFF27-08E7-7B9C-033A-C4BAC0DDB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03" y="3758011"/>
            <a:ext cx="2701039" cy="2546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9658DE-9567-EE4C-E902-E8B5FAD43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422" y="3940525"/>
            <a:ext cx="3600450" cy="2181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A713D2-7C1C-EA65-0337-4C0F335F9034}"/>
              </a:ext>
            </a:extLst>
          </p:cNvPr>
          <p:cNvSpPr txBox="1"/>
          <p:nvPr/>
        </p:nvSpPr>
        <p:spPr>
          <a:xfrm>
            <a:off x="372503" y="1586488"/>
            <a:ext cx="90130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Relationships:</a:t>
            </a:r>
            <a:r>
              <a:rPr lang="en-GB" dirty="0"/>
              <a:t> Directed "verbs" with a specific type.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Properties:</a:t>
            </a:r>
            <a:r>
              <a:rPr lang="en-GB" dirty="0"/>
              <a:t> Key-value data attached to nodes or edges.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The LPG Advantage:</a:t>
            </a:r>
            <a:r>
              <a:rPr lang="en-GB" dirty="0"/>
              <a:t> Rich context on relationships (e.g., </a:t>
            </a:r>
            <a:r>
              <a:rPr lang="en-GB" dirty="0">
                <a:latin typeface="+mn-lt"/>
              </a:rPr>
              <a:t>since: 2022</a:t>
            </a:r>
            <a:r>
              <a:rPr lang="en-GB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526548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EC0CD-63DD-9AAC-6895-4D2A5F8B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E9C5C-EF4B-B581-759C-143377C457E5}"/>
              </a:ext>
            </a:extLst>
          </p:cNvPr>
          <p:cNvSpPr txBox="1"/>
          <p:nvPr/>
        </p:nvSpPr>
        <p:spPr>
          <a:xfrm>
            <a:off x="347213" y="266357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>
                    <a:lumMod val="50000"/>
                  </a:schemeClr>
                </a:solidFill>
              </a:rPr>
              <a:t>Introduction to Neo4j AuraDB</a:t>
            </a:r>
            <a:endParaRPr lang="en-GB" sz="3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6B72C3-060A-0A21-BF82-C5DD9BF4DF9B}"/>
              </a:ext>
            </a:extLst>
          </p:cNvPr>
          <p:cNvSpPr txBox="1"/>
          <p:nvPr/>
        </p:nvSpPr>
        <p:spPr>
          <a:xfrm>
            <a:off x="347213" y="1556016"/>
            <a:ext cx="104530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Fully Managed Cloud:</a:t>
            </a:r>
            <a:r>
              <a:rPr lang="en-GB" dirty="0"/>
              <a:t> 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Neo4j AuraDB is a fully managed cloud-based graph database service.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Native LPG Model:</a:t>
            </a:r>
            <a:r>
              <a:rPr lang="en-GB" dirty="0"/>
              <a:t> Eliminates rigid schemas and complex table JOINs.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Zero-Administration:</a:t>
            </a:r>
            <a:r>
              <a:rPr lang="en-GB" dirty="0"/>
              <a:t> Automated scaling, backups, and high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Millisecond Traversals:</a:t>
            </a:r>
            <a:r>
              <a:rPr lang="en-GB" dirty="0"/>
              <a:t> Native relationship storage for lightning-fast multi-hop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480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AAF44F-D1E8-E3EC-FA78-AE5E581FE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4EBAD-1ED2-E5A9-86DF-A71198A5FD92}"/>
              </a:ext>
            </a:extLst>
          </p:cNvPr>
          <p:cNvSpPr txBox="1"/>
          <p:nvPr/>
        </p:nvSpPr>
        <p:spPr>
          <a:xfrm>
            <a:off x="321334" y="188719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>
                    <a:lumMod val="50000"/>
                  </a:schemeClr>
                </a:solidFill>
              </a:rPr>
              <a:t>Setting Up Neo4j AuraDB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8D88D-612E-4593-B6CD-D53549C7889F}"/>
              </a:ext>
            </a:extLst>
          </p:cNvPr>
          <p:cNvSpPr txBox="1"/>
          <p:nvPr/>
        </p:nvSpPr>
        <p:spPr>
          <a:xfrm>
            <a:off x="2156604" y="3059668"/>
            <a:ext cx="82987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>
              <a:spcAft>
                <a:spcPts val="450"/>
              </a:spcAft>
            </a:pPr>
            <a:r>
              <a:rPr lang="en-GB" sz="3600" b="1" i="0" dirty="0">
                <a:solidFill>
                  <a:schemeClr val="tx1"/>
                </a:solidFill>
                <a:effectLst/>
                <a:latin typeface="+mn-lt"/>
              </a:rPr>
              <a:t>6.01 Neo4j AuraDB Setup Guide.pdf</a:t>
            </a:r>
            <a:endParaRPr lang="en-GB" sz="3600" b="1" i="0" dirty="0">
              <a:solidFill>
                <a:srgbClr val="4A4A4A"/>
              </a:solidFill>
              <a:effectLst/>
              <a:latin typeface="Lato Extended"/>
            </a:endParaRPr>
          </a:p>
        </p:txBody>
      </p:sp>
    </p:spTree>
    <p:extLst>
      <p:ext uri="{BB962C8B-B14F-4D97-AF65-F5344CB8AC3E}">
        <p14:creationId xmlns:p14="http://schemas.microsoft.com/office/powerpoint/2010/main" val="357790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F6942-63F9-1A3D-5016-B3BE83381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9" y="357161"/>
            <a:ext cx="10954109" cy="632219"/>
          </a:xfrm>
        </p:spPr>
        <p:txBody>
          <a:bodyPr/>
          <a:lstStyle/>
          <a:p>
            <a:r>
              <a:rPr lang="en-GB" sz="3200" dirty="0">
                <a:latin typeface="+mn-lt"/>
              </a:rPr>
              <a:t>Cypher Query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95F90-4659-542B-651A-E470CF50BF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3707" y="1687244"/>
            <a:ext cx="4990550" cy="4903337"/>
          </a:xfrm>
        </p:spPr>
        <p:txBody>
          <a:bodyPr>
            <a:normAutofit/>
          </a:bodyPr>
          <a:lstStyle/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Cypher is a declarative query language designed specifically for querying and updating graph databases. </a:t>
            </a: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It utilizes an ASCII-art inspired syntax to visually represent nodes, relationships, and directions (e.g., (n)-[:REL]-&gt;(m)).</a:t>
            </a:r>
          </a:p>
          <a:p>
            <a:pPr lvl="0" algn="just">
              <a:lnSpc>
                <a:spcPct val="100000"/>
              </a:lnSpc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The language allows users to focus on defining 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what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 graph patterns to match rather than programming 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</a:rPr>
              <a:t>how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 to retrieve them. </a:t>
            </a: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It serves as the primary mechanism for executing pattern matching and graph manipulation within Neo4j AuraDB. </a:t>
            </a:r>
          </a:p>
          <a:p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BB677-1F3C-5A7E-1E19-AB41FEB3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3D0C77-E1C9-C1D0-CAE3-CAD5C028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362" y="1437078"/>
            <a:ext cx="5562121" cy="349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28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F59AE-4FA0-03B9-922A-470118A20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D65E6-E4E4-8977-43AF-8F078A340C82}"/>
              </a:ext>
            </a:extLst>
          </p:cNvPr>
          <p:cNvSpPr txBox="1"/>
          <p:nvPr/>
        </p:nvSpPr>
        <p:spPr>
          <a:xfrm>
            <a:off x="304859" y="1740668"/>
            <a:ext cx="1069483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dirty="0"/>
              <a:t>Syntax :</a:t>
            </a:r>
          </a:p>
          <a:p>
            <a:pPr algn="just"/>
            <a:endParaRPr lang="en-GB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Action </a:t>
            </a:r>
            <a:r>
              <a:rPr lang="en-GB" dirty="0"/>
              <a:t>(</a:t>
            </a:r>
            <a:r>
              <a:rPr lang="en-GB" dirty="0">
                <a:solidFill>
                  <a:srgbClr val="59863F"/>
                </a:solidFill>
              </a:rPr>
              <a:t>CREATE CONSTRAINT </a:t>
            </a:r>
            <a:r>
              <a:rPr lang="en-GB" dirty="0"/>
              <a:t>prof_name): Establishes and names the database rule for easy management.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Safeguard </a:t>
            </a:r>
            <a:r>
              <a:rPr lang="en-GB" dirty="0"/>
              <a:t>(</a:t>
            </a:r>
            <a:r>
              <a:rPr lang="en-GB" dirty="0">
                <a:solidFill>
                  <a:srgbClr val="59863F"/>
                </a:solidFill>
              </a:rPr>
              <a:t>IF NOT EXISTS</a:t>
            </a:r>
            <a:r>
              <a:rPr lang="en-GB" dirty="0"/>
              <a:t>): Idempotency check; prevents script crashes if the constraint is already active.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Target </a:t>
            </a:r>
            <a:r>
              <a:rPr lang="en-GB" dirty="0"/>
              <a:t>(</a:t>
            </a:r>
            <a:r>
              <a:rPr lang="en-GB" dirty="0">
                <a:solidFill>
                  <a:srgbClr val="59863F"/>
                </a:solidFill>
              </a:rPr>
              <a:t>FOR</a:t>
            </a:r>
            <a:r>
              <a:rPr lang="en-GB" dirty="0"/>
              <a:t> (p:Professor)): Applies the rule to any node categorized with the Professor label (p acts as the temporary reference variable).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b="1" dirty="0"/>
              <a:t>Rule </a:t>
            </a:r>
            <a:r>
              <a:rPr lang="en-GB" dirty="0"/>
              <a:t>(</a:t>
            </a:r>
            <a:r>
              <a:rPr lang="en-GB" dirty="0">
                <a:solidFill>
                  <a:srgbClr val="59863F"/>
                </a:solidFill>
              </a:rPr>
              <a:t>REQUIRE</a:t>
            </a:r>
            <a:r>
              <a:rPr lang="en-GB" dirty="0"/>
              <a:t> p.name </a:t>
            </a:r>
            <a:r>
              <a:rPr lang="en-GB" dirty="0">
                <a:solidFill>
                  <a:srgbClr val="59863F"/>
                </a:solidFill>
              </a:rPr>
              <a:t>IS UNIQUE</a:t>
            </a:r>
            <a:r>
              <a:rPr lang="en-GB" dirty="0"/>
              <a:t>): Dictates that the name property must not be duplicated across the database. 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56DBF-F8B7-232E-177C-9874EC9BFD6F}"/>
              </a:ext>
            </a:extLst>
          </p:cNvPr>
          <p:cNvSpPr txBox="1"/>
          <p:nvPr/>
        </p:nvSpPr>
        <p:spPr>
          <a:xfrm>
            <a:off x="396814" y="5649347"/>
            <a:ext cx="10694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// Make the ID or Email unique instead of the name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C17245-73CC-ECBA-09F0-5022383FAFB8}"/>
              </a:ext>
            </a:extLst>
          </p:cNvPr>
          <p:cNvSpPr txBox="1"/>
          <p:nvPr/>
        </p:nvSpPr>
        <p:spPr>
          <a:xfrm>
            <a:off x="122927" y="96440"/>
            <a:ext cx="99182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Enforcing Data Integrity: Schema Constraints in Cypher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E14CF1F-4D4E-1414-0AA8-2064750D7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14" y="1146075"/>
            <a:ext cx="8940740" cy="47754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9A6B0D-0F19-4266-76A6-F80A83B3D3D1}"/>
              </a:ext>
            </a:extLst>
          </p:cNvPr>
          <p:cNvSpPr txBox="1"/>
          <p:nvPr/>
        </p:nvSpPr>
        <p:spPr>
          <a:xfrm>
            <a:off x="396814" y="5093911"/>
            <a:ext cx="10116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What happens when the university has two with same name ? </a:t>
            </a:r>
            <a:endParaRPr lang="en-GB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6EA1C48-3D0F-A807-F9C8-0D0DA98F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59" y="6204783"/>
            <a:ext cx="8940741" cy="37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04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1A8EB-56DD-5BA4-11F7-E2297EDA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EF3A2F-5463-2600-B973-ED31727B44DA}"/>
              </a:ext>
            </a:extLst>
          </p:cNvPr>
          <p:cNvSpPr txBox="1"/>
          <p:nvPr/>
        </p:nvSpPr>
        <p:spPr>
          <a:xfrm>
            <a:off x="209189" y="268221"/>
            <a:ext cx="8348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Populating the Graph: CREATE vs. MERGE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B432E-C13B-1D90-4307-022E4FC3DFEA}"/>
              </a:ext>
            </a:extLst>
          </p:cNvPr>
          <p:cNvSpPr txBox="1"/>
          <p:nvPr/>
        </p:nvSpPr>
        <p:spPr>
          <a:xfrm>
            <a:off x="390346" y="1299577"/>
            <a:ext cx="109533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+mn-lt"/>
              </a:rPr>
              <a:t>CREATE</a:t>
            </a:r>
            <a:r>
              <a:rPr lang="en-GB" b="1" dirty="0"/>
              <a:t> (The Blind Insert):</a:t>
            </a:r>
            <a:r>
              <a:rPr lang="en-GB" dirty="0"/>
              <a:t> Forces the database to write new nodes and edges every time the command runs.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GB" i="1" dirty="0"/>
              <a:t>Risk:</a:t>
            </a:r>
            <a:r>
              <a:rPr lang="en-GB" dirty="0"/>
              <a:t> Executing the same script twice will duplicate your entire graph or immediately crash due to constraint violations.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GB" b="1" dirty="0">
                <a:latin typeface="+mn-lt"/>
              </a:rPr>
              <a:t>MERGE</a:t>
            </a:r>
            <a:r>
              <a:rPr lang="en-GB" b="1" dirty="0"/>
              <a:t> (Match or Create):</a:t>
            </a:r>
            <a:r>
              <a:rPr lang="en-GB" dirty="0"/>
              <a:t> An idempotent, safe operation. It scans the database for the exact entity or pattern. If it finds it, it matches and binds to it. If it does not exist, it creates 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5CF104-4551-8025-DA6F-3D751C98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13446"/>
          <a:stretch>
            <a:fillRect/>
          </a:stretch>
        </p:blipFill>
        <p:spPr>
          <a:xfrm>
            <a:off x="769908" y="3689319"/>
            <a:ext cx="4648200" cy="6842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6AB228-EF05-7CE0-3307-768047DBE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592" y="3429000"/>
            <a:ext cx="36195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3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A0BF1-437C-6C50-3108-585AB76B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5902A-C125-8C61-808C-4F1B8AF0F6B4}"/>
              </a:ext>
            </a:extLst>
          </p:cNvPr>
          <p:cNvSpPr txBox="1"/>
          <p:nvPr/>
        </p:nvSpPr>
        <p:spPr>
          <a:xfrm>
            <a:off x="209189" y="176400"/>
            <a:ext cx="8348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Populating the Graph: CREATE vs. MERGE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A7A89E-D933-BB3C-4C34-818E941A4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249034"/>
            <a:ext cx="5848350" cy="323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6B2F70-3042-AEA1-399A-10A2CBA4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42" y="928237"/>
            <a:ext cx="5182557" cy="32138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A26903-B39B-E0E1-52C1-46AA7D859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825" y="4340246"/>
            <a:ext cx="3054111" cy="22495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13300A-D374-973B-ABFF-D370B93AC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242" y="4487534"/>
            <a:ext cx="358140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54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8A93E-142A-D671-CB2C-35ADD3F7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BD94D-3640-31AE-0AC4-A61AD0396D7A}"/>
              </a:ext>
            </a:extLst>
          </p:cNvPr>
          <p:cNvSpPr txBox="1"/>
          <p:nvPr/>
        </p:nvSpPr>
        <p:spPr>
          <a:xfrm>
            <a:off x="260949" y="250968"/>
            <a:ext cx="92798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Pattern Matching: MATCH, WHERE, and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547A3C-EC83-1767-4941-F0A24C1D6989}"/>
              </a:ext>
            </a:extLst>
          </p:cNvPr>
          <p:cNvSpPr txBox="1"/>
          <p:nvPr/>
        </p:nvSpPr>
        <p:spPr>
          <a:xfrm>
            <a:off x="260948" y="1129908"/>
            <a:ext cx="11652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Cypher queries rely on drawing ASCII-art paths to visually map the data you want to retrieve: </a:t>
            </a:r>
            <a:r>
              <a:rPr lang="en-GB" dirty="0">
                <a:latin typeface="+mn-lt"/>
              </a:rPr>
              <a:t>(:Label)-[:REL_TYPE]-&gt;(:Label)</a:t>
            </a:r>
            <a:r>
              <a:rPr lang="en-GB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C4D277-0E1A-CF44-5BB5-D8ECDAD8EEA3}"/>
              </a:ext>
            </a:extLst>
          </p:cNvPr>
          <p:cNvSpPr txBox="1"/>
          <p:nvPr/>
        </p:nvSpPr>
        <p:spPr>
          <a:xfrm>
            <a:off x="260949" y="1909889"/>
            <a:ext cx="11263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Node Filtering &amp; Ordering</a:t>
            </a:r>
            <a:r>
              <a:rPr lang="en-GB" dirty="0"/>
              <a:t> </a:t>
            </a:r>
            <a:r>
              <a:rPr lang="en-GB" i="1" dirty="0"/>
              <a:t>Finding all courses in the Computer Science department, sorted highest-to-lowest by credit value.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5BBEA9-B872-3C8A-3283-57BCAFE45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12" y="3079924"/>
            <a:ext cx="5660727" cy="609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3BE40A-0433-1286-E306-7229E9F52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13" y="4092208"/>
            <a:ext cx="8335254" cy="104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71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B3E4-C2F2-2E65-3319-25E599A0B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19B55-C78B-9612-A70F-8E15835D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4F346-C238-ED4B-CB21-E71D9AA27731}"/>
              </a:ext>
            </a:extLst>
          </p:cNvPr>
          <p:cNvSpPr txBox="1"/>
          <p:nvPr/>
        </p:nvSpPr>
        <p:spPr>
          <a:xfrm>
            <a:off x="260949" y="250968"/>
            <a:ext cx="92798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Pattern Matching: MATCH, WHERE, and RETURN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452D74-3B2E-790E-C9AB-238011BE811A}"/>
              </a:ext>
            </a:extLst>
          </p:cNvPr>
          <p:cNvSpPr txBox="1"/>
          <p:nvPr/>
        </p:nvSpPr>
        <p:spPr>
          <a:xfrm>
            <a:off x="260948" y="1129908"/>
            <a:ext cx="116521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Cypher queries rely on drawing ASCII-art paths to visually map the data you want to retrieve: </a:t>
            </a:r>
            <a:r>
              <a:rPr lang="en-GB" dirty="0">
                <a:latin typeface="+mn-lt"/>
              </a:rPr>
              <a:t>(:Label)-[:REL_TYPE]-&gt;(:Label)</a:t>
            </a:r>
            <a:r>
              <a:rPr lang="en-GB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C640E7-2D55-D9DE-4382-84CBE00F9A34}"/>
              </a:ext>
            </a:extLst>
          </p:cNvPr>
          <p:cNvSpPr txBox="1"/>
          <p:nvPr/>
        </p:nvSpPr>
        <p:spPr>
          <a:xfrm>
            <a:off x="260949" y="1909889"/>
            <a:ext cx="11263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2. Querying Relationship (Edge) Properties</a:t>
            </a:r>
            <a:r>
              <a:rPr lang="en-GB" dirty="0"/>
              <a:t> </a:t>
            </a:r>
            <a:r>
              <a:rPr lang="en-GB" i="1" dirty="0"/>
              <a:t>Relationships hold data, too. This query isolates the ENROLLED_IN edge (assigned to the variable e) to filter by status and extract the specific grade.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574515-87E3-52F4-C6AA-803394AB6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13" y="3057165"/>
            <a:ext cx="4572000" cy="695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B7F067-C05D-909C-529D-AFBE1ABCA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13" y="4500148"/>
            <a:ext cx="6005783" cy="562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FFDBF0-4524-AEF7-6F8F-38BD4D6D0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562" y="2966869"/>
            <a:ext cx="362902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50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A5496-F8FD-78D4-6F0F-99A96D79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F3852-3B97-54F8-7CBD-DD71BD0FF51C}"/>
              </a:ext>
            </a:extLst>
          </p:cNvPr>
          <p:cNvSpPr txBox="1"/>
          <p:nvPr/>
        </p:nvSpPr>
        <p:spPr>
          <a:xfrm>
            <a:off x="269576" y="242341"/>
            <a:ext cx="8063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Multi-Hop Path Traversals (2-Hop Reasoning)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A8E4B-DE46-3379-2718-D1CC709AFAD1}"/>
              </a:ext>
            </a:extLst>
          </p:cNvPr>
          <p:cNvSpPr txBox="1"/>
          <p:nvPr/>
        </p:nvSpPr>
        <p:spPr>
          <a:xfrm>
            <a:off x="269576" y="1258829"/>
            <a:ext cx="117192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Graph databases excel at traversing multiple connections (hops) to link indirect data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this example, we trace a 2-hop path to determine exactly which professors are teaching a specific student (Alice).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CD5AA0-D5B6-3100-F2C1-A90A8F02C00C}"/>
                  </a:ext>
                </a:extLst>
              </p:cNvPr>
              <p:cNvSpPr txBox="1"/>
              <p:nvPr/>
            </p:nvSpPr>
            <p:spPr>
              <a:xfrm>
                <a:off x="847544" y="2336873"/>
                <a:ext cx="7709859" cy="505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b="1" dirty="0">
                    <a:effectLst/>
                    <a:latin typeface="+mn-lt"/>
                  </a:rPr>
                  <a:t>The Logical Path:</a:t>
                </a:r>
                <a:r>
                  <a:rPr lang="en-GB" dirty="0">
                    <a:effectLst/>
                    <a:latin typeface="+mn-lt"/>
                  </a:rPr>
                  <a:t> Student (Alice)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pos m:val="bot"/>
                        <m:vertJc m:val="bot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en-GB" i="0">
                                <a:latin typeface="+mn-lt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en-GB" i="0">
                                <a:latin typeface="+mn-lt"/>
                              </a:rPr>
                              <m:t>ENROLLED_IN</m:t>
                            </m:r>
                          </m:e>
                        </m:box>
                      </m:e>
                    </m:groupChr>
                  </m:oMath>
                </a14:m>
                <a:r>
                  <a:rPr lang="en-GB" dirty="0">
                    <a:effectLst/>
                    <a:latin typeface="+mn-lt"/>
                  </a:rPr>
                  <a:t>Course 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pos m:val="bot"/>
                        <m:vertJc m:val="bot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box>
                          <m:boxPr>
                            <m:ctrlPr>
                              <a:rPr lang="en-GB" i="0">
                                <a:latin typeface="+mn-lt"/>
                              </a:rPr>
                            </m:ctrlPr>
                          </m:boxPr>
                          <m:e>
                            <m:r>
                              <m:rPr>
                                <m:nor/>
                              </m:rPr>
                              <a:rPr lang="en-GB" i="0">
                                <a:latin typeface="+mn-lt"/>
                              </a:rPr>
                              <m:t>TEACHES</m:t>
                            </m:r>
                          </m:e>
                        </m:box>
                      </m:e>
                    </m:groupChr>
                  </m:oMath>
                </a14:m>
                <a:r>
                  <a:rPr lang="en-GB" dirty="0">
                    <a:effectLst/>
                    <a:latin typeface="+mn-lt"/>
                  </a:rPr>
                  <a:t>Professor</a:t>
                </a:r>
                <a:endParaRPr lang="en-GB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ACD5AA0-D5B6-3100-F2C1-A90A8F02C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544" y="2336873"/>
                <a:ext cx="7709859" cy="505779"/>
              </a:xfrm>
              <a:prstGeom prst="rect">
                <a:avLst/>
              </a:prstGeom>
              <a:blipFill>
                <a:blip r:embed="rId2"/>
                <a:stretch>
                  <a:fillRect l="-632" b="-192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6DFC825-3A83-2D83-FE64-39249D84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44" y="3332666"/>
            <a:ext cx="6610350" cy="8286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E3006E-946B-8D80-9C41-F29D8EBE76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76" y="4981395"/>
            <a:ext cx="7165181" cy="8286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8F881CC-3092-F093-15CA-76DD34D09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3073" y="3171105"/>
            <a:ext cx="4388927" cy="272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5220-54C3-1EB3-F348-7142AD63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64C5F-BE68-0E4A-094A-992F30085EAA}"/>
              </a:ext>
            </a:extLst>
          </p:cNvPr>
          <p:cNvSpPr txBox="1"/>
          <p:nvPr/>
        </p:nvSpPr>
        <p:spPr>
          <a:xfrm>
            <a:off x="122926" y="179983"/>
            <a:ext cx="11764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Graph Aggregations (</a:t>
            </a:r>
            <a:r>
              <a:rPr lang="en-GB" sz="3200" b="1" dirty="0">
                <a:latin typeface="+mn-lt"/>
              </a:rPr>
              <a:t>COUNT</a:t>
            </a:r>
            <a:r>
              <a:rPr lang="en-GB" sz="3200" b="1" dirty="0"/>
              <a:t> &amp; </a:t>
            </a:r>
            <a:r>
              <a:rPr lang="en-GB" sz="3200" b="1" dirty="0">
                <a:latin typeface="+mn-lt"/>
              </a:rPr>
              <a:t>COLLECT</a:t>
            </a:r>
            <a:r>
              <a:rPr lang="en-GB" sz="3200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BDF2A-BB59-9D54-35EE-B17A7E396876}"/>
              </a:ext>
            </a:extLst>
          </p:cNvPr>
          <p:cNvSpPr txBox="1"/>
          <p:nvPr/>
        </p:nvSpPr>
        <p:spPr>
          <a:xfrm>
            <a:off x="373092" y="1274652"/>
            <a:ext cx="111345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dirty="0">
                <a:effectLst/>
                <a:latin typeface="+mn-lt"/>
              </a:rPr>
              <a:t>A major advantage of Cypher over SQL is that it does not require an explicit GROUP BY clause. It automatically groups the results based on any non-aggregated columns included in your RETURN statement. </a:t>
            </a:r>
          </a:p>
          <a:p>
            <a:pPr marL="0" marR="0">
              <a:buNone/>
            </a:pPr>
            <a:endParaRPr lang="en-GB" dirty="0">
              <a:effectLst/>
              <a:latin typeface="+mn-lt"/>
            </a:endParaRPr>
          </a:p>
          <a:p>
            <a:pPr marL="0" marR="0">
              <a:buNone/>
            </a:pPr>
            <a:r>
              <a:rPr lang="en-GB" b="1" dirty="0">
                <a:effectLst/>
                <a:latin typeface="+mn-lt"/>
              </a:rPr>
              <a:t>Aggregation (COUNT and COLLECT)</a:t>
            </a:r>
            <a:r>
              <a:rPr lang="en-GB" dirty="0">
                <a:effectLst/>
                <a:latin typeface="+mn-lt"/>
              </a:rPr>
              <a:t> This query counts the total number of students enrolled in each course and compiles their names into a list. </a:t>
            </a:r>
            <a:endParaRPr lang="en-GB" dirty="0">
              <a:effectLst/>
              <a:latin typeface="Google Sans Tex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F1862-60E3-8896-98F0-F59D1B4AC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92" y="3277346"/>
            <a:ext cx="4973011" cy="122564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C15817-9020-C549-7B0D-2BB85381D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75" y="4727635"/>
            <a:ext cx="101631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128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DCD38-4827-55D5-444D-8D98AC520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EB46C-3B90-F46A-DA0B-6E9F5DFE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12FD1-61F0-4442-DE21-B4D531E0E539}"/>
              </a:ext>
            </a:extLst>
          </p:cNvPr>
          <p:cNvSpPr txBox="1"/>
          <p:nvPr/>
        </p:nvSpPr>
        <p:spPr>
          <a:xfrm>
            <a:off x="122926" y="179983"/>
            <a:ext cx="11764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Negation (</a:t>
            </a:r>
            <a:r>
              <a:rPr lang="en-GB" sz="3200" b="1" dirty="0">
                <a:latin typeface="+mn-lt"/>
              </a:rPr>
              <a:t>NOT EXISTS</a:t>
            </a:r>
            <a:r>
              <a:rPr lang="en-GB" sz="3200" b="1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A87CE-0C09-0867-94E6-7F7969BE0D75}"/>
              </a:ext>
            </a:extLst>
          </p:cNvPr>
          <p:cNvSpPr txBox="1"/>
          <p:nvPr/>
        </p:nvSpPr>
        <p:spPr>
          <a:xfrm>
            <a:off x="373092" y="1274652"/>
            <a:ext cx="111345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Negation Filtering (WHERE NOT EXISTS)</a:t>
            </a:r>
            <a:r>
              <a:rPr lang="en-GB" dirty="0"/>
              <a:t> You can use WHERE NOT EXISTS { ... } as a powerful filter.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Here, we use it to build a simple recommendation engine by finding Computer Science courses that Bob has </a:t>
            </a:r>
            <a:r>
              <a:rPr lang="en-GB" b="1" dirty="0"/>
              <a:t>not</a:t>
            </a:r>
            <a:r>
              <a:rPr lang="en-GB" dirty="0"/>
              <a:t> yet taken. </a:t>
            </a:r>
            <a:endParaRPr lang="en-GB" dirty="0">
              <a:effectLst/>
              <a:latin typeface="Google Sans Tex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F39079-66EE-7258-D41C-55481C5C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872" y="2638244"/>
            <a:ext cx="7443625" cy="15800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636954-93FC-65BC-41F6-FB03E0D49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90" y="4984299"/>
            <a:ext cx="9382125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881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0407-9275-250F-7F47-5AF0B603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FC45F-60B7-6140-503F-42C84EE0C2CC}"/>
              </a:ext>
            </a:extLst>
          </p:cNvPr>
          <p:cNvSpPr txBox="1"/>
          <p:nvPr/>
        </p:nvSpPr>
        <p:spPr>
          <a:xfrm>
            <a:off x="259672" y="201512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Essential Utility Commands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B634E-911F-3223-AB7E-C7DCB30C0638}"/>
              </a:ext>
            </a:extLst>
          </p:cNvPr>
          <p:cNvSpPr txBox="1"/>
          <p:nvPr/>
        </p:nvSpPr>
        <p:spPr>
          <a:xfrm>
            <a:off x="499369" y="135560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1. View the Entire Graph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A068D6-B669-E5F7-452D-7ED66B751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20" y="1611981"/>
            <a:ext cx="1838325" cy="5810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5E4070-70A1-D78C-E05D-0D8B22A38051}"/>
              </a:ext>
            </a:extLst>
          </p:cNvPr>
          <p:cNvSpPr txBox="1"/>
          <p:nvPr/>
        </p:nvSpPr>
        <p:spPr>
          <a:xfrm>
            <a:off x="357326" y="2415556"/>
            <a:ext cx="1105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Retrieves all connected nodes and their relationships. Useful for exploring small databases or verifying bulk inserts.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A4D7F5-0940-3ACD-9441-5EFF7C8A5D41}"/>
              </a:ext>
            </a:extLst>
          </p:cNvPr>
          <p:cNvSpPr txBox="1"/>
          <p:nvPr/>
        </p:nvSpPr>
        <p:spPr>
          <a:xfrm>
            <a:off x="579268" y="3499462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2. Wipe Database (Hard Reset)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D2CF1B-B9D2-A6AF-BA1C-63A2F0B40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528" y="4230562"/>
            <a:ext cx="1504950" cy="5429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EC742B-872F-48D0-D4B4-3C89688D1B19}"/>
              </a:ext>
            </a:extLst>
          </p:cNvPr>
          <p:cNvSpPr txBox="1"/>
          <p:nvPr/>
        </p:nvSpPr>
        <p:spPr>
          <a:xfrm>
            <a:off x="579267" y="5246019"/>
            <a:ext cx="112812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Note:</a:t>
            </a:r>
            <a:r>
              <a:rPr lang="en-GB" dirty="0"/>
              <a:t> Since the Neo4j free tier allows only one active graph at a time, you will use this command frequently to wipe the database clean before building a new graph.</a:t>
            </a:r>
          </a:p>
        </p:txBody>
      </p:sp>
    </p:spTree>
    <p:extLst>
      <p:ext uri="{BB962C8B-B14F-4D97-AF65-F5344CB8AC3E}">
        <p14:creationId xmlns:p14="http://schemas.microsoft.com/office/powerpoint/2010/main" val="2467128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431A9-83CB-093E-F969-6F0D931B59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1718" y="3160940"/>
            <a:ext cx="10517372" cy="850343"/>
          </a:xfrm>
        </p:spPr>
        <p:txBody>
          <a:bodyPr/>
          <a:lstStyle/>
          <a:p>
            <a:r>
              <a:rPr lang="en-GB" sz="4000" b="1" dirty="0">
                <a:solidFill>
                  <a:schemeClr val="tx1">
                    <a:lumMod val="50000"/>
                  </a:schemeClr>
                </a:solidFill>
              </a:rPr>
              <a:t>6.02 Lab Cypher </a:t>
            </a:r>
            <a:r>
              <a:rPr lang="en-GB" sz="4000" b="1" dirty="0" err="1">
                <a:solidFill>
                  <a:schemeClr val="tx1">
                    <a:lumMod val="50000"/>
                  </a:schemeClr>
                </a:solidFill>
              </a:rPr>
              <a:t>Fundamentals.ipynb</a:t>
            </a:r>
            <a:endParaRPr lang="en-GB" sz="4000" b="1" dirty="0">
              <a:solidFill>
                <a:schemeClr val="tx1">
                  <a:lumMod val="50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72939-7D2C-A446-F142-0826283E2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512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A4D6-08AD-EBFC-FE36-ACCDF721F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40" y="212305"/>
            <a:ext cx="10860464" cy="632219"/>
          </a:xfrm>
        </p:spPr>
        <p:txBody>
          <a:bodyPr/>
          <a:lstStyle/>
          <a:p>
            <a:r>
              <a:rPr lang="en-GB" sz="2800" dirty="0">
                <a:latin typeface="+mn-lt"/>
              </a:rPr>
              <a:t>Automated Knowledge Graph Construction from Unstructured Text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663E6-4806-6698-FD87-A3AD6228E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7086" y="1369724"/>
            <a:ext cx="10992864" cy="3835884"/>
          </a:xfrm>
        </p:spPr>
        <p:txBody>
          <a:bodyPr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Utilize LangChain and LLMGraphTransformer to extract structured nodes and relationships directly from raw 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Leverage Large Language Models (LLMs) strictly as semantic parsers to convert unstructured data into graph triples.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Populate your Neo4j AuraDB instance programmatically with the automatically generated knowledge graph. 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88BBE-1C8D-253D-9C2E-3066CA81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294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9E68F-8E78-7C2B-CAE1-8ED1B1E9B2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3199" y="2359709"/>
            <a:ext cx="4759417" cy="3135569"/>
          </a:xfrm>
        </p:spPr>
        <p:txBody>
          <a:bodyPr>
            <a:normAutofit lnSpcReduction="10000"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It provides a modular and composable way to build complex workflows by offering components that can be chained together.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The core mechanism of the framework, chains combine LLMs with other utilities (like prompts and parsers) to execute a sequence of functions automatically.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440F0E-2A27-531C-E3B5-1BB7BFFAF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602F5-F3CF-E945-8C7A-CFE6615E81B0}"/>
              </a:ext>
            </a:extLst>
          </p:cNvPr>
          <p:cNvSpPr txBox="1"/>
          <p:nvPr/>
        </p:nvSpPr>
        <p:spPr>
          <a:xfrm>
            <a:off x="312936" y="292172"/>
            <a:ext cx="10100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Introduction to LangChain (Pre-requisite Context)</a:t>
            </a:r>
            <a:endParaRPr lang="en-GB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5F5EC9-CF99-DDD7-EAC8-9F3B6CAC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800" y="2341953"/>
            <a:ext cx="6096000" cy="2041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4FE975-ABE5-2EF2-CB43-FEF02BFF5612}"/>
              </a:ext>
            </a:extLst>
          </p:cNvPr>
          <p:cNvSpPr txBox="1"/>
          <p:nvPr/>
        </p:nvSpPr>
        <p:spPr>
          <a:xfrm>
            <a:off x="5894280" y="4516047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We will use LangChain to orchestrate the semantic parsing process, connecting our raw documents to the </a:t>
            </a:r>
            <a:r>
              <a:rPr lang="en-GB" sz="1600" b="1" dirty="0">
                <a:solidFill>
                  <a:schemeClr val="tx1">
                    <a:lumMod val="50000"/>
                  </a:schemeClr>
                </a:solidFill>
              </a:rPr>
              <a:t>LLMGraphTransformer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to automate graph triple extraction.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2ADD5-C541-0EFA-274A-E559790D2E93}"/>
              </a:ext>
            </a:extLst>
          </p:cNvPr>
          <p:cNvSpPr txBox="1"/>
          <p:nvPr/>
        </p:nvSpPr>
        <p:spPr>
          <a:xfrm>
            <a:off x="312936" y="1188674"/>
            <a:ext cx="11316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sz="1600" b="1" dirty="0">
                <a:solidFill>
                  <a:schemeClr val="tx1">
                    <a:lumMod val="50000"/>
                  </a:schemeClr>
                </a:solidFill>
              </a:rPr>
              <a:t>LangChain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is an orchestration framework designed to simplify the creation of applications powered by Large Language Models (LLMs).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B56A8B-7973-B400-184B-8B6F3C3E9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172" y="5495278"/>
            <a:ext cx="37338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181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2C0E-128B-9CCC-E74A-8E7E6977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161B8-C339-049C-E285-D758A6BEFB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0399" y="1104038"/>
            <a:ext cx="6388222" cy="4146665"/>
          </a:xfrm>
        </p:spPr>
        <p:txBody>
          <a:bodyPr>
            <a:norm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Inconsistent Node Types: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Unconstrained LLMs categorize the same entity differently (e.g., classifying "AI" as Technology, Concept, or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Field_Of_Study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).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Invented Relationships: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Models generate endless synonymous edges instead of a unified vocabulary (FOCUSES_ON, SPECIALIZES_IN, UTILIZES).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Source Node Bloat: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The automatic </a:t>
            </a:r>
            <a:r>
              <a:rPr lang="en-GB" sz="18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include_source</a:t>
            </a: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=True flag creates a central Document node with massive, often noisy, MENTIONS links to every entity.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4F17F-EDB3-F2A4-7E0C-2F92BF55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45552-13D5-1549-3189-BC795FB876F8}"/>
              </a:ext>
            </a:extLst>
          </p:cNvPr>
          <p:cNvSpPr txBox="1"/>
          <p:nvPr/>
        </p:nvSpPr>
        <p:spPr>
          <a:xfrm>
            <a:off x="224161" y="184279"/>
            <a:ext cx="98076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The Problem with Unconstrained Extraction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D40915-1024-17E3-69EA-E499BBB20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62" y="848953"/>
            <a:ext cx="3979277" cy="41466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62821-645B-5910-ACB7-BFC25AC20327}"/>
              </a:ext>
            </a:extLst>
          </p:cNvPr>
          <p:cNvSpPr txBox="1"/>
          <p:nvPr/>
        </p:nvSpPr>
        <p:spPr>
          <a:xfrm>
            <a:off x="7533813" y="5147543"/>
            <a:ext cx="4387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Reality of Dynamic Unconstrained Extraction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AEA8C3-0F11-1404-84A5-2016D60CB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656" y="5585688"/>
            <a:ext cx="793432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24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32E5E-6F3D-F521-A960-498FFD8B0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98A82-25F0-4D84-BACC-9B445353AF25}"/>
              </a:ext>
            </a:extLst>
          </p:cNvPr>
          <p:cNvSpPr txBox="1"/>
          <p:nvPr/>
        </p:nvSpPr>
        <p:spPr>
          <a:xfrm>
            <a:off x="321815" y="245901"/>
            <a:ext cx="104112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The Consequence : Ontology Drift &amp; Schema Fragmentation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ABCE7-5AA7-E07C-E9A6-A830A1D79C66}"/>
              </a:ext>
            </a:extLst>
          </p:cNvPr>
          <p:cNvSpPr txBox="1"/>
          <p:nvPr/>
        </p:nvSpPr>
        <p:spPr>
          <a:xfrm>
            <a:off x="233038" y="1460311"/>
            <a:ext cx="11370077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Unpredictable Vocabulary:</a:t>
            </a:r>
            <a:r>
              <a:rPr lang="en-GB" dirty="0"/>
              <a:t> Fragmented graphs result when data meaning splits across multiple invented node labels.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Relationship Synonyms:</a:t>
            </a:r>
            <a:r>
              <a:rPr lang="en-GB" dirty="0"/>
              <a:t> Core actions become impossible to query simply (e.g., tracking who </a:t>
            </a:r>
            <a:r>
              <a:rPr lang="en-GB" dirty="0">
                <a:latin typeface="+mn-lt"/>
              </a:rPr>
              <a:t>STUDIES</a:t>
            </a:r>
            <a:r>
              <a:rPr lang="en-GB" dirty="0"/>
              <a:t> vs </a:t>
            </a:r>
            <a:r>
              <a:rPr lang="en-GB" dirty="0">
                <a:latin typeface="+mn-lt"/>
              </a:rPr>
              <a:t>WORKS_ON</a:t>
            </a:r>
            <a:r>
              <a:rPr lang="en-GB" dirty="0"/>
              <a:t> vs </a:t>
            </a:r>
            <a:r>
              <a:rPr lang="en-GB" dirty="0">
                <a:latin typeface="+mn-lt"/>
              </a:rPr>
              <a:t>IS_EXPERT_IN</a:t>
            </a:r>
            <a:r>
              <a:rPr lang="en-GB" dirty="0"/>
              <a:t>).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GraphRAG Failures:</a:t>
            </a:r>
            <a:r>
              <a:rPr lang="en-GB" dirty="0"/>
              <a:t> Downstream AI agents cannot write reliable Cypher queries if the pipeline generates arbitrary edge names.</a:t>
            </a:r>
          </a:p>
        </p:txBody>
      </p:sp>
    </p:spTree>
    <p:extLst>
      <p:ext uri="{BB962C8B-B14F-4D97-AF65-F5344CB8AC3E}">
        <p14:creationId xmlns:p14="http://schemas.microsoft.com/office/powerpoint/2010/main" val="886726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CC334-695D-9303-34AB-0B3AA515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65B66-93E1-B7CC-CEE1-3B925585B236}"/>
              </a:ext>
            </a:extLst>
          </p:cNvPr>
          <p:cNvSpPr txBox="1"/>
          <p:nvPr/>
        </p:nvSpPr>
        <p:spPr>
          <a:xfrm>
            <a:off x="144262" y="237023"/>
            <a:ext cx="8893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The Solution: Enforcing a Target Ontology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69305C-30C6-F309-C888-D9339E9BE605}"/>
              </a:ext>
            </a:extLst>
          </p:cNvPr>
          <p:cNvSpPr txBox="1"/>
          <p:nvPr/>
        </p:nvSpPr>
        <p:spPr>
          <a:xfrm>
            <a:off x="144263" y="1249960"/>
            <a:ext cx="6806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Strategy:</a:t>
            </a:r>
            <a:r>
              <a:rPr lang="en-GB" dirty="0"/>
              <a:t> Restrict the LLMGraphTransformer to an explicit schema to guarantee structured, predictable extraction.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3DDCA3-853A-A45F-747F-5320CFCF0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2" y="3997680"/>
            <a:ext cx="6705600" cy="638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170EC9-3EB2-B82F-DEC9-B111384A4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854" y="1193065"/>
            <a:ext cx="4199877" cy="44718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D13823-07D9-38A4-076A-A459F28364F7}"/>
              </a:ext>
            </a:extLst>
          </p:cNvPr>
          <p:cNvSpPr txBox="1"/>
          <p:nvPr/>
        </p:nvSpPr>
        <p:spPr>
          <a:xfrm>
            <a:off x="7412854" y="5750056"/>
            <a:ext cx="4030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Strict schema constraints Extraction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FF0BC4-AE80-ADC7-3A95-EEDE12208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263" y="2332083"/>
            <a:ext cx="6895731" cy="1009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BDE162-F4E3-AAAB-E061-38F5238186C2}"/>
              </a:ext>
            </a:extLst>
          </p:cNvPr>
          <p:cNvSpPr txBox="1"/>
          <p:nvPr/>
        </p:nvSpPr>
        <p:spPr>
          <a:xfrm>
            <a:off x="144263" y="5299521"/>
            <a:ext cx="6098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Applying schema constraints during extraction ensures the resulting data strictly follows our predefined graph model.</a:t>
            </a:r>
          </a:p>
        </p:txBody>
      </p:sp>
    </p:spTree>
    <p:extLst>
      <p:ext uri="{BB962C8B-B14F-4D97-AF65-F5344CB8AC3E}">
        <p14:creationId xmlns:p14="http://schemas.microsoft.com/office/powerpoint/2010/main" val="867024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2EEC5-5D0B-0624-A6B3-7858F97B0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01E9A-FB33-68F8-A28B-1944061C623C}"/>
              </a:ext>
            </a:extLst>
          </p:cNvPr>
          <p:cNvSpPr txBox="1"/>
          <p:nvPr/>
        </p:nvSpPr>
        <p:spPr>
          <a:xfrm>
            <a:off x="170894" y="292172"/>
            <a:ext cx="1154763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Introduction to Local LLM and Cloud LLM via API (Pre-requisite Context)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C7FA05-612E-BCB7-2BC3-F0AC66E76966}"/>
              </a:ext>
            </a:extLst>
          </p:cNvPr>
          <p:cNvSpPr txBox="1"/>
          <p:nvPr/>
        </p:nvSpPr>
        <p:spPr>
          <a:xfrm>
            <a:off x="295181" y="1801101"/>
            <a:ext cx="110948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Environment Configuration</a:t>
            </a:r>
          </a:p>
          <a:p>
            <a:r>
              <a:rPr lang="en-GB" dirty="0"/>
              <a:t>Before proceeding, you must configure a local Large Language Model environment using Ollama and Jupyter Notebook.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10D8B4-535B-71C2-4B16-02F896B62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14" y="3057245"/>
            <a:ext cx="4400550" cy="10763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43D4D3-3D29-039F-8E86-388105B19B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664" b="18086"/>
          <a:stretch>
            <a:fillRect/>
          </a:stretch>
        </p:blipFill>
        <p:spPr>
          <a:xfrm>
            <a:off x="4944862" y="2724431"/>
            <a:ext cx="3133817" cy="2364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E9D3DF-B4C4-994D-F909-53297CC9E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021" y="3036151"/>
            <a:ext cx="3236061" cy="19955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873B2F5-6AE1-A21E-0420-0800B32D5EFE}"/>
              </a:ext>
            </a:extLst>
          </p:cNvPr>
          <p:cNvSpPr txBox="1"/>
          <p:nvPr/>
        </p:nvSpPr>
        <p:spPr>
          <a:xfrm>
            <a:off x="8517698" y="2711307"/>
            <a:ext cx="3517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https://aistudio.google.com/apikey</a:t>
            </a:r>
            <a:r>
              <a:rPr lang="en-GB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C16B68-1177-EA45-2EB6-103FC601F84E}"/>
              </a:ext>
            </a:extLst>
          </p:cNvPr>
          <p:cNvSpPr txBox="1"/>
          <p:nvPr/>
        </p:nvSpPr>
        <p:spPr>
          <a:xfrm>
            <a:off x="8836021" y="5096456"/>
            <a:ext cx="31527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b="1" dirty="0"/>
              <a:t>RPM:</a:t>
            </a:r>
            <a:r>
              <a:rPr lang="en-GB" dirty="0"/>
              <a:t> Requests Per Minute</a:t>
            </a:r>
          </a:p>
          <a:p>
            <a:pPr lvl="0"/>
            <a:r>
              <a:rPr lang="en-GB" b="1" dirty="0"/>
              <a:t>TPM:</a:t>
            </a:r>
            <a:r>
              <a:rPr lang="en-GB" dirty="0"/>
              <a:t> Tokens Per Minute</a:t>
            </a:r>
          </a:p>
          <a:p>
            <a:pPr lvl="0"/>
            <a:r>
              <a:rPr lang="en-GB" b="1" dirty="0"/>
              <a:t>RPD:</a:t>
            </a:r>
            <a:r>
              <a:rPr lang="en-GB" dirty="0"/>
              <a:t> Requests Per Day</a:t>
            </a:r>
          </a:p>
        </p:txBody>
      </p:sp>
    </p:spTree>
    <p:extLst>
      <p:ext uri="{BB962C8B-B14F-4D97-AF65-F5344CB8AC3E}">
        <p14:creationId xmlns:p14="http://schemas.microsoft.com/office/powerpoint/2010/main" val="557497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F304-D762-70A1-BD8C-00907B750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74078-9DF0-F588-C33B-2E5019E00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8654" y="1678369"/>
            <a:ext cx="10517372" cy="850343"/>
          </a:xfrm>
        </p:spPr>
        <p:txBody>
          <a:bodyPr/>
          <a:lstStyle/>
          <a:p>
            <a:r>
              <a:rPr lang="en-GB" sz="40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6.04 Automated KG Extraction </a:t>
            </a:r>
            <a:r>
              <a:rPr lang="en-GB" sz="4000" b="1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Local.ipynb</a:t>
            </a:r>
            <a:endParaRPr lang="en-GB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A6F69-A5CE-AC69-AEBA-F5425AC5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1652F-B129-0CEC-E17E-86D23151596A}"/>
              </a:ext>
            </a:extLst>
          </p:cNvPr>
          <p:cNvSpPr txBox="1"/>
          <p:nvPr/>
        </p:nvSpPr>
        <p:spPr>
          <a:xfrm>
            <a:off x="728654" y="804005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>
                    <a:lumMod val="50000"/>
                  </a:schemeClr>
                </a:solidFill>
              </a:rPr>
              <a:t>Local LLM 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BAE73-FD92-BFBA-9138-B4785B7F6541}"/>
              </a:ext>
            </a:extLst>
          </p:cNvPr>
          <p:cNvSpPr txBox="1"/>
          <p:nvPr/>
        </p:nvSpPr>
        <p:spPr>
          <a:xfrm>
            <a:off x="639878" y="3323497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>
                    <a:lumMod val="50000"/>
                  </a:schemeClr>
                </a:solidFill>
              </a:rPr>
              <a:t>Cloud LLM via API 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7D277-DB52-2765-DA2C-1DD592E22C2A}"/>
              </a:ext>
            </a:extLst>
          </p:cNvPr>
          <p:cNvSpPr txBox="1"/>
          <p:nvPr/>
        </p:nvSpPr>
        <p:spPr>
          <a:xfrm>
            <a:off x="728654" y="4673750"/>
            <a:ext cx="101376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</a:schemeClr>
                </a:solidFill>
              </a:rPr>
              <a:t>6.04 Automated KG Extraction </a:t>
            </a:r>
            <a:r>
              <a:rPr lang="en-GB" sz="4000" b="1" dirty="0" err="1">
                <a:solidFill>
                  <a:schemeClr val="tx1">
                    <a:lumMod val="50000"/>
                  </a:schemeClr>
                </a:solidFill>
              </a:rPr>
              <a:t>API.ipynb</a:t>
            </a:r>
            <a:endParaRPr lang="en-GB" sz="40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559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011D-AD0A-8885-5184-1756DBB9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A05DF5-C1C3-EB67-8ED5-9B93754C6D88}"/>
              </a:ext>
            </a:extLst>
          </p:cNvPr>
          <p:cNvSpPr txBox="1"/>
          <p:nvPr/>
        </p:nvSpPr>
        <p:spPr>
          <a:xfrm>
            <a:off x="348448" y="272533"/>
            <a:ext cx="96122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Text-to-Cypher Pipeline &amp; GraphRAG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54411-3DD1-E9E3-BE05-B7F26789636D}"/>
              </a:ext>
            </a:extLst>
          </p:cNvPr>
          <p:cNvSpPr txBox="1"/>
          <p:nvPr/>
        </p:nvSpPr>
        <p:spPr>
          <a:xfrm>
            <a:off x="401222" y="1415846"/>
            <a:ext cx="102159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Goal:</a:t>
            </a:r>
            <a:r>
              <a:rPr lang="en-GB" dirty="0"/>
              <a:t> Building a resilient </a:t>
            </a:r>
            <a:r>
              <a:rPr lang="en-GB" dirty="0">
                <a:latin typeface="+mn-lt"/>
              </a:rPr>
              <a:t>GraphCypherQAChain</a:t>
            </a:r>
            <a:r>
              <a:rPr lang="en-GB" dirty="0"/>
              <a:t> using Prompt Engineering.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Context:</a:t>
            </a:r>
            <a:r>
              <a:rPr lang="en-GB" dirty="0"/>
              <a:t> End-users cannot (and should not) write Cypher Query.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will build a </a:t>
            </a:r>
            <a:r>
              <a:rPr lang="en-GB" b="1" dirty="0"/>
              <a:t>GraphRAG pipeline</a:t>
            </a:r>
            <a:r>
              <a:rPr lang="en-GB" dirty="0"/>
              <a:t>: an LLM will translate natural language directly into Cypher, query Neo4j, and return human-readable answers.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Run </a:t>
            </a:r>
            <a:r>
              <a:rPr lang="en-GB" dirty="0">
                <a:latin typeface="+mn-lt"/>
              </a:rPr>
              <a:t>GraphCypherQAChain</a:t>
            </a:r>
            <a:r>
              <a:rPr lang="en-GB" dirty="0"/>
              <a:t> and </a:t>
            </a:r>
            <a:r>
              <a:rPr lang="en-GB" dirty="0" err="1"/>
              <a:t>analyze</a:t>
            </a:r>
            <a:r>
              <a:rPr lang="en-GB" dirty="0"/>
              <a:t> Text2Cypher failures when the LLM lacks property visibility.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a Few-Shot Prompt Template to enforce entity normalization and flexible relationship matching.</a:t>
            </a:r>
          </a:p>
        </p:txBody>
      </p:sp>
    </p:spTree>
    <p:extLst>
      <p:ext uri="{BB962C8B-B14F-4D97-AF65-F5344CB8AC3E}">
        <p14:creationId xmlns:p14="http://schemas.microsoft.com/office/powerpoint/2010/main" val="2105653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6431A-54E0-15D8-C118-CD271FFDA8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4317" y="1261008"/>
            <a:ext cx="11155531" cy="2164290"/>
          </a:xfrm>
        </p:spPr>
        <p:txBody>
          <a:bodyPr>
            <a:normAutofit/>
          </a:bodyPr>
          <a:lstStyle/>
          <a:p>
            <a:r>
              <a:rPr lang="en-GB" sz="18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Automated Translation Pipeline</a:t>
            </a:r>
            <a:endParaRPr lang="en-GB" sz="18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Converts natural language questions directly into executable Cypher queries.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Allows non-technical stakeholders to query complex knowledge graphs without knowing database syntax.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Shifting from writing Cypher manually to engineering prompt architectures that force the LLM to write it reliably.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B5D48-FDA7-F004-102A-299DD5E6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ED025-C5F7-77DE-A42F-C6220FA38E97}"/>
              </a:ext>
            </a:extLst>
          </p:cNvPr>
          <p:cNvSpPr txBox="1"/>
          <p:nvPr/>
        </p:nvSpPr>
        <p:spPr>
          <a:xfrm>
            <a:off x="277427" y="271200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Introduction to Text2Cypher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DF2A90-32C8-1F1F-6A04-98209C9E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072" y="3210372"/>
            <a:ext cx="79057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5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27DD0-6AF7-C689-01BA-28BEF28266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8706" y="1276530"/>
            <a:ext cx="10517372" cy="1271362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Orchestrates Text2Cypher by dynamically injecting the graph schema into the LLM prompt.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Generates and executes the Cypher query against Neo4j, then synthesizes a natural language answer.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54F08-2484-12F7-FC6E-FD5A0AA80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1C7C4-B230-B080-3D37-818D66B4973F}"/>
              </a:ext>
            </a:extLst>
          </p:cNvPr>
          <p:cNvSpPr txBox="1"/>
          <p:nvPr/>
        </p:nvSpPr>
        <p:spPr>
          <a:xfrm>
            <a:off x="312938" y="252412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/>
              <a:t>How GraphCypherQAChain Works</a:t>
            </a:r>
            <a:endParaRPr lang="en-GB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C00848-A87B-CACB-A783-680FD9AA5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23" y="2821943"/>
            <a:ext cx="8620125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899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08F8D-D895-2BE6-ECBD-53ABE753AF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185" y="2708168"/>
            <a:ext cx="10517372" cy="2533164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Normalize Entities: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 Force the use of toLower() for case-insensitive matching.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Fuzzy Matching: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 Use CONTAINS instead of strict equality (=) for multi-word concepts.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Flexible Edges: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 Use bidirectional relationships (-[]-) when natural language directionality is ambiguous.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b="1" dirty="0">
              <a:solidFill>
                <a:schemeClr val="tx1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>
                    <a:lumMod val="50000"/>
                  </a:schemeClr>
                </a:solidFill>
              </a:rPr>
              <a:t>Syntax Safety: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</a:rPr>
              <a:t> Require double quotes (“ ") for strings to prevent errors with apostrophes.</a:t>
            </a:r>
          </a:p>
          <a:p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06BBE-8185-8ED7-5383-82F367903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6EA324-D7F6-8834-5744-C0CD9D431E53}"/>
              </a:ext>
            </a:extLst>
          </p:cNvPr>
          <p:cNvSpPr txBox="1"/>
          <p:nvPr/>
        </p:nvSpPr>
        <p:spPr>
          <a:xfrm>
            <a:off x="204186" y="134904"/>
            <a:ext cx="8839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The Problem: Entity Normalization &amp; Directionality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28A5D-0C40-2910-5666-A81158BA8A55}"/>
              </a:ext>
            </a:extLst>
          </p:cNvPr>
          <p:cNvSpPr txBox="1"/>
          <p:nvPr/>
        </p:nvSpPr>
        <p:spPr>
          <a:xfrm>
            <a:off x="204186" y="1143709"/>
            <a:ext cx="11203620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tx1">
                    <a:lumMod val="50000"/>
                  </a:schemeClr>
                </a:solidFill>
              </a:rPr>
              <a:t>The Issue: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Naive Text2Cypher fails when human language is imprecise. If a user asks for "Queen's" instead of "Queen's University Belfast", or asks a question requiring a backward edge traversal, the LLM writes an exact-match query that returns nothing.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11111-EA50-900B-D263-996FD7D24E8B}"/>
              </a:ext>
            </a:extLst>
          </p:cNvPr>
          <p:cNvSpPr txBox="1"/>
          <p:nvPr/>
        </p:nvSpPr>
        <p:spPr>
          <a:xfrm>
            <a:off x="204185" y="2153052"/>
            <a:ext cx="102004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tx1">
                    <a:lumMod val="50000"/>
                  </a:schemeClr>
                </a:solidFill>
              </a:rPr>
              <a:t>The Fix: Few-Shot Prompt Engineering</a:t>
            </a:r>
            <a:r>
              <a:rPr lang="en-GB" sz="1600" dirty="0">
                <a:solidFill>
                  <a:schemeClr val="tx1">
                    <a:lumMod val="50000"/>
                  </a:schemeClr>
                </a:solidFill>
              </a:rPr>
              <a:t> We must instruct the LLM to write resilient Cypher: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5DB24-FAF6-2343-05AD-8BF8F4E68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96" y="5629722"/>
            <a:ext cx="10517372" cy="75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873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C2D24-3436-9C88-61E2-1D254091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B220A-F91A-DA29-8EE2-BE5860C25F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8654" y="4590636"/>
            <a:ext cx="10517372" cy="850343"/>
          </a:xfrm>
        </p:spPr>
        <p:txBody>
          <a:bodyPr/>
          <a:lstStyle/>
          <a:p>
            <a:r>
              <a:rPr lang="en-GB" sz="40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6.06 Lab Text2Cypher Pipeline </a:t>
            </a:r>
            <a:r>
              <a:rPr lang="en-GB" sz="4000" b="1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API.ipynb</a:t>
            </a:r>
            <a:endParaRPr lang="en-GB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0EC90-2924-0FB8-6380-D8257503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605E4-1BBB-A909-C343-9A7C11552D00}"/>
              </a:ext>
            </a:extLst>
          </p:cNvPr>
          <p:cNvSpPr txBox="1"/>
          <p:nvPr/>
        </p:nvSpPr>
        <p:spPr>
          <a:xfrm>
            <a:off x="728654" y="804005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>
                    <a:lumMod val="50000"/>
                  </a:schemeClr>
                </a:solidFill>
              </a:rPr>
              <a:t>Local LLM 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96A93-173D-2F69-4F1F-53EE68723D4C}"/>
              </a:ext>
            </a:extLst>
          </p:cNvPr>
          <p:cNvSpPr txBox="1"/>
          <p:nvPr/>
        </p:nvSpPr>
        <p:spPr>
          <a:xfrm>
            <a:off x="639878" y="3323497"/>
            <a:ext cx="609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1">
                    <a:lumMod val="50000"/>
                  </a:schemeClr>
                </a:solidFill>
              </a:rPr>
              <a:t>Cloud LLM via API </a:t>
            </a:r>
            <a:endParaRPr lang="en-GB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B82C76-D62D-C1D9-E6B7-4ADBC9437891}"/>
              </a:ext>
            </a:extLst>
          </p:cNvPr>
          <p:cNvSpPr txBox="1"/>
          <p:nvPr/>
        </p:nvSpPr>
        <p:spPr>
          <a:xfrm>
            <a:off x="639878" y="1786157"/>
            <a:ext cx="101376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tx1">
                    <a:lumMod val="50000"/>
                  </a:schemeClr>
                </a:solidFill>
              </a:rPr>
              <a:t>6.06 Text2Cypher Pipeline </a:t>
            </a:r>
            <a:r>
              <a:rPr lang="en-GB" sz="4000" b="1" dirty="0" err="1">
                <a:solidFill>
                  <a:schemeClr val="tx1">
                    <a:lumMod val="50000"/>
                  </a:schemeClr>
                </a:solidFill>
              </a:rPr>
              <a:t>Local.ipynb</a:t>
            </a:r>
            <a:endParaRPr lang="en-GB" sz="4000" b="1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03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9211</TotalTime>
  <Words>1928</Words>
  <Application>Microsoft Office PowerPoint</Application>
  <PresentationFormat>Widescreen</PresentationFormat>
  <Paragraphs>203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Google Sans Text</vt:lpstr>
      <vt:lpstr>Lato Extended</vt:lpstr>
      <vt:lpstr>Office Theme</vt:lpstr>
      <vt:lpstr>MSc Artificial Intelligence</vt:lpstr>
      <vt:lpstr>PowerPoint Presentation</vt:lpstr>
      <vt:lpstr>PowerPoint Presentation</vt:lpstr>
      <vt:lpstr>RDF Triples vs. LPG</vt:lpstr>
      <vt:lpstr>Core Components of an LPG Nodes &amp; Labels</vt:lpstr>
      <vt:lpstr>Core Components of an LPG : Relationships &amp; Properties</vt:lpstr>
      <vt:lpstr>PowerPoint Presentation</vt:lpstr>
      <vt:lpstr>PowerPoint Presentation</vt:lpstr>
      <vt:lpstr>Cypher Query 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Automated Knowledge Graph Construction from Unstructured Text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Ankit Gaurav</cp:lastModifiedBy>
  <cp:revision>30</cp:revision>
  <dcterms:created xsi:type="dcterms:W3CDTF">2024-11-07T11:06:47Z</dcterms:created>
  <dcterms:modified xsi:type="dcterms:W3CDTF">2026-10-14T15:18:45Z</dcterms:modified>
</cp:coreProperties>
</file>