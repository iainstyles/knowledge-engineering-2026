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46"/>
  </p:notesMasterIdLst>
  <p:handoutMasterIdLst>
    <p:handoutMasterId r:id="rId47"/>
  </p:handoutMasterIdLst>
  <p:sldIdLst>
    <p:sldId id="389" r:id="rId2"/>
    <p:sldId id="405" r:id="rId3"/>
    <p:sldId id="295" r:id="rId4"/>
    <p:sldId id="406" r:id="rId5"/>
    <p:sldId id="328" r:id="rId6"/>
    <p:sldId id="407" r:id="rId7"/>
    <p:sldId id="408" r:id="rId8"/>
    <p:sldId id="411" r:id="rId9"/>
    <p:sldId id="409" r:id="rId10"/>
    <p:sldId id="360" r:id="rId11"/>
    <p:sldId id="361" r:id="rId12"/>
    <p:sldId id="362" r:id="rId13"/>
    <p:sldId id="404" r:id="rId14"/>
    <p:sldId id="382" r:id="rId15"/>
    <p:sldId id="384" r:id="rId16"/>
    <p:sldId id="385" r:id="rId17"/>
    <p:sldId id="387" r:id="rId18"/>
    <p:sldId id="395" r:id="rId19"/>
    <p:sldId id="396" r:id="rId20"/>
    <p:sldId id="398" r:id="rId21"/>
    <p:sldId id="397" r:id="rId22"/>
    <p:sldId id="399" r:id="rId23"/>
    <p:sldId id="400" r:id="rId24"/>
    <p:sldId id="401" r:id="rId25"/>
    <p:sldId id="412" r:id="rId26"/>
    <p:sldId id="375" r:id="rId27"/>
    <p:sldId id="376" r:id="rId28"/>
    <p:sldId id="377" r:id="rId29"/>
    <p:sldId id="335" r:id="rId30"/>
    <p:sldId id="378" r:id="rId31"/>
    <p:sldId id="413" r:id="rId32"/>
    <p:sldId id="379" r:id="rId33"/>
    <p:sldId id="419" r:id="rId34"/>
    <p:sldId id="420" r:id="rId35"/>
    <p:sldId id="421" r:id="rId36"/>
    <p:sldId id="422" r:id="rId37"/>
    <p:sldId id="414" r:id="rId38"/>
    <p:sldId id="415" r:id="rId39"/>
    <p:sldId id="416" r:id="rId40"/>
    <p:sldId id="410" r:id="rId41"/>
    <p:sldId id="417" r:id="rId42"/>
    <p:sldId id="418" r:id="rId43"/>
    <p:sldId id="380" r:id="rId44"/>
    <p:sldId id="403" r:id="rId45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6FDE60D-B62A-8045-A938-768EC53912AE}" v="150" dt="2026-09-20T13:41:43.89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94" autoAdjust="0"/>
    <p:restoredTop sz="94775" autoAdjust="0"/>
  </p:normalViewPr>
  <p:slideViewPr>
    <p:cSldViewPr snapToGrid="0" snapToObjects="1" showGuides="1">
      <p:cViewPr varScale="1">
        <p:scale>
          <a:sx n="145" d="100"/>
          <a:sy n="145" d="100"/>
        </p:scale>
        <p:origin x="192" y="504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delSection modSection">
      <pc:chgData name="Iain Styles" userId="befbdaae-53f8-4d26-a8dc-3366b09f768a" providerId="ADAL" clId="{5E0D2633-D8F6-500D-A7FC-C9CB56BC4BFB}" dt="2026-09-20T13:44:15.171" v="2794" actId="20577"/>
      <pc:docMkLst>
        <pc:docMk/>
      </pc:docMkLst>
      <pc:sldChg chg="add">
        <pc:chgData name="Iain Styles" userId="befbdaae-53f8-4d26-a8dc-3366b09f768a" providerId="ADAL" clId="{5E0D2633-D8F6-500D-A7FC-C9CB56BC4BFB}" dt="2026-09-20T12:42:40.165" v="1738"/>
        <pc:sldMkLst>
          <pc:docMk/>
          <pc:sldMk cId="2638281172" sldId="295"/>
        </pc:sldMkLst>
      </pc:sldChg>
      <pc:sldChg chg="add">
        <pc:chgData name="Iain Styles" userId="befbdaae-53f8-4d26-a8dc-3366b09f768a" providerId="ADAL" clId="{5E0D2633-D8F6-500D-A7FC-C9CB56BC4BFB}" dt="2026-09-20T12:48:01.360" v="1896"/>
        <pc:sldMkLst>
          <pc:docMk/>
          <pc:sldMk cId="1330158202" sldId="328"/>
        </pc:sldMkLst>
      </pc:sldChg>
      <pc:sldChg chg="add">
        <pc:chgData name="Iain Styles" userId="befbdaae-53f8-4d26-a8dc-3366b09f768a" providerId="ADAL" clId="{5E0D2633-D8F6-500D-A7FC-C9CB56BC4BFB}" dt="2026-09-20T13:11:25.883" v="2383"/>
        <pc:sldMkLst>
          <pc:docMk/>
          <pc:sldMk cId="2387415900" sldId="335"/>
        </pc:sldMkLst>
      </pc:sldChg>
      <pc:sldChg chg="add">
        <pc:chgData name="Iain Styles" userId="befbdaae-53f8-4d26-a8dc-3366b09f768a" providerId="ADAL" clId="{5E0D2633-D8F6-500D-A7FC-C9CB56BC4BFB}" dt="2026-09-20T13:11:25.883" v="2383"/>
        <pc:sldMkLst>
          <pc:docMk/>
          <pc:sldMk cId="0" sldId="375"/>
        </pc:sldMkLst>
      </pc:sldChg>
      <pc:sldChg chg="modSp add">
        <pc:chgData name="Iain Styles" userId="befbdaae-53f8-4d26-a8dc-3366b09f768a" providerId="ADAL" clId="{5E0D2633-D8F6-500D-A7FC-C9CB56BC4BFB}" dt="2026-09-20T13:34:56.043" v="2485" actId="20577"/>
        <pc:sldMkLst>
          <pc:docMk/>
          <pc:sldMk cId="4143986112" sldId="376"/>
        </pc:sldMkLst>
        <pc:spChg chg="mod">
          <ac:chgData name="Iain Styles" userId="befbdaae-53f8-4d26-a8dc-3366b09f768a" providerId="ADAL" clId="{5E0D2633-D8F6-500D-A7FC-C9CB56BC4BFB}" dt="2026-09-20T13:34:56.043" v="2485" actId="20577"/>
          <ac:spMkLst>
            <pc:docMk/>
            <pc:sldMk cId="4143986112" sldId="376"/>
            <ac:spMk id="3" creationId="{00000000-0000-0000-0000-000000000000}"/>
          </ac:spMkLst>
        </pc:spChg>
      </pc:sldChg>
      <pc:sldChg chg="add">
        <pc:chgData name="Iain Styles" userId="befbdaae-53f8-4d26-a8dc-3366b09f768a" providerId="ADAL" clId="{5E0D2633-D8F6-500D-A7FC-C9CB56BC4BFB}" dt="2026-09-20T13:11:25.883" v="2383"/>
        <pc:sldMkLst>
          <pc:docMk/>
          <pc:sldMk cId="492829823" sldId="377"/>
        </pc:sldMkLst>
      </pc:sldChg>
      <pc:sldChg chg="delSp add mod">
        <pc:chgData name="Iain Styles" userId="befbdaae-53f8-4d26-a8dc-3366b09f768a" providerId="ADAL" clId="{5E0D2633-D8F6-500D-A7FC-C9CB56BC4BFB}" dt="2026-09-20T13:11:33.196" v="2384" actId="478"/>
        <pc:sldMkLst>
          <pc:docMk/>
          <pc:sldMk cId="1723573332" sldId="378"/>
        </pc:sldMkLst>
        <pc:inkChg chg="del">
          <ac:chgData name="Iain Styles" userId="befbdaae-53f8-4d26-a8dc-3366b09f768a" providerId="ADAL" clId="{5E0D2633-D8F6-500D-A7FC-C9CB56BC4BFB}" dt="2026-09-20T13:11:33.196" v="2384" actId="478"/>
          <ac:inkMkLst>
            <pc:docMk/>
            <pc:sldMk cId="1723573332" sldId="378"/>
            <ac:inkMk id="5" creationId="{95F7A1EF-BD1E-5A99-861D-FB01A3A87CBE}"/>
          </ac:inkMkLst>
        </pc:inkChg>
      </pc:sldChg>
      <pc:sldChg chg="delSp add mod">
        <pc:chgData name="Iain Styles" userId="befbdaae-53f8-4d26-a8dc-3366b09f768a" providerId="ADAL" clId="{5E0D2633-D8F6-500D-A7FC-C9CB56BC4BFB}" dt="2026-09-20T13:11:40.231" v="2386" actId="478"/>
        <pc:sldMkLst>
          <pc:docMk/>
          <pc:sldMk cId="1568652430" sldId="379"/>
        </pc:sldMkLst>
        <pc:inkChg chg="del">
          <ac:chgData name="Iain Styles" userId="befbdaae-53f8-4d26-a8dc-3366b09f768a" providerId="ADAL" clId="{5E0D2633-D8F6-500D-A7FC-C9CB56BC4BFB}" dt="2026-09-20T13:11:40.231" v="2386" actId="478"/>
          <ac:inkMkLst>
            <pc:docMk/>
            <pc:sldMk cId="1568652430" sldId="379"/>
            <ac:inkMk id="5" creationId="{1602A917-580E-FBDC-BE1B-064F8A354556}"/>
          </ac:inkMkLst>
        </pc:inkChg>
      </pc:sldChg>
      <pc:sldChg chg="modSp add mod">
        <pc:chgData name="Iain Styles" userId="befbdaae-53f8-4d26-a8dc-3366b09f768a" providerId="ADAL" clId="{5E0D2633-D8F6-500D-A7FC-C9CB56BC4BFB}" dt="2026-09-20T13:44:15.171" v="2794" actId="20577"/>
        <pc:sldMkLst>
          <pc:docMk/>
          <pc:sldMk cId="3707850439" sldId="380"/>
        </pc:sldMkLst>
        <pc:spChg chg="mod">
          <ac:chgData name="Iain Styles" userId="befbdaae-53f8-4d26-a8dc-3366b09f768a" providerId="ADAL" clId="{5E0D2633-D8F6-500D-A7FC-C9CB56BC4BFB}" dt="2026-09-20T13:44:15.171" v="2794" actId="20577"/>
          <ac:spMkLst>
            <pc:docMk/>
            <pc:sldMk cId="3707850439" sldId="380"/>
            <ac:spMk id="3" creationId="{FF52B2ED-7D52-F1C3-6166-6059749EC5A9}"/>
          </ac:spMkLst>
        </pc:spChg>
      </pc:sldChg>
      <pc:sldChg chg="modSp mod">
        <pc:chgData name="Iain Styles" userId="befbdaae-53f8-4d26-a8dc-3366b09f768a" providerId="ADAL" clId="{5E0D2633-D8F6-500D-A7FC-C9CB56BC4BFB}" dt="2026-09-20T12:57:48.948" v="2291" actId="20577"/>
        <pc:sldMkLst>
          <pc:docMk/>
          <pc:sldMk cId="2633191424" sldId="389"/>
        </pc:sldMkLst>
        <pc:spChg chg="mod">
          <ac:chgData name="Iain Styles" userId="befbdaae-53f8-4d26-a8dc-3366b09f768a" providerId="ADAL" clId="{5E0D2633-D8F6-500D-A7FC-C9CB56BC4BFB}" dt="2026-09-20T12:57:48.948" v="2291" actId="20577"/>
          <ac:spMkLst>
            <pc:docMk/>
            <pc:sldMk cId="2633191424" sldId="389"/>
            <ac:spMk id="4" creationId="{60004E6F-9524-284D-4439-0AD2E1417880}"/>
          </ac:spMkLst>
        </pc:spChg>
      </pc:sldChg>
      <pc:sldChg chg="modSp mod">
        <pc:chgData name="Iain Styles" userId="befbdaae-53f8-4d26-a8dc-3366b09f768a" providerId="ADAL" clId="{5E0D2633-D8F6-500D-A7FC-C9CB56BC4BFB}" dt="2026-09-20T13:00:06.294" v="2363" actId="20577"/>
        <pc:sldMkLst>
          <pc:docMk/>
          <pc:sldMk cId="3857393744" sldId="401"/>
        </pc:sldMkLst>
        <pc:spChg chg="mod">
          <ac:chgData name="Iain Styles" userId="befbdaae-53f8-4d26-a8dc-3366b09f768a" providerId="ADAL" clId="{5E0D2633-D8F6-500D-A7FC-C9CB56BC4BFB}" dt="2026-09-20T13:00:06.294" v="2363" actId="20577"/>
          <ac:spMkLst>
            <pc:docMk/>
            <pc:sldMk cId="3857393744" sldId="401"/>
            <ac:spMk id="6" creationId="{723898E0-4A5E-6323-06B7-F52A39F46D92}"/>
          </ac:spMkLst>
        </pc:spChg>
      </pc:sldChg>
      <pc:sldChg chg="addSp delSp modSp new mod chgLayout">
        <pc:chgData name="Iain Styles" userId="befbdaae-53f8-4d26-a8dc-3366b09f768a" providerId="ADAL" clId="{5E0D2633-D8F6-500D-A7FC-C9CB56BC4BFB}" dt="2026-09-20T12:56:07.488" v="2074" actId="20577"/>
        <pc:sldMkLst>
          <pc:docMk/>
          <pc:sldMk cId="343633013" sldId="405"/>
        </pc:sldMkLst>
        <pc:spChg chg="del mod ord">
          <ac:chgData name="Iain Styles" userId="befbdaae-53f8-4d26-a8dc-3366b09f768a" providerId="ADAL" clId="{5E0D2633-D8F6-500D-A7FC-C9CB56BC4BFB}" dt="2026-09-20T11:33:30.598" v="1621" actId="700"/>
          <ac:spMkLst>
            <pc:docMk/>
            <pc:sldMk cId="343633013" sldId="405"/>
            <ac:spMk id="2" creationId="{6C6B2085-1D56-08BA-80F8-9884DC270E57}"/>
          </ac:spMkLst>
        </pc:spChg>
        <pc:spChg chg="del mod ord">
          <ac:chgData name="Iain Styles" userId="befbdaae-53f8-4d26-a8dc-3366b09f768a" providerId="ADAL" clId="{5E0D2633-D8F6-500D-A7FC-C9CB56BC4BFB}" dt="2026-09-20T11:33:30.598" v="1621" actId="700"/>
          <ac:spMkLst>
            <pc:docMk/>
            <pc:sldMk cId="343633013" sldId="405"/>
            <ac:spMk id="3" creationId="{69B1B8A6-F07A-5D78-E46B-94084D97AF9E}"/>
          </ac:spMkLst>
        </pc:spChg>
        <pc:spChg chg="del">
          <ac:chgData name="Iain Styles" userId="befbdaae-53f8-4d26-a8dc-3366b09f768a" providerId="ADAL" clId="{5E0D2633-D8F6-500D-A7FC-C9CB56BC4BFB}" dt="2026-09-20T11:33:30.598" v="1621" actId="700"/>
          <ac:spMkLst>
            <pc:docMk/>
            <pc:sldMk cId="343633013" sldId="405"/>
            <ac:spMk id="4" creationId="{DCA247E6-3F83-E680-612E-B48E0F7DA248}"/>
          </ac:spMkLst>
        </pc:spChg>
        <pc:spChg chg="add mod ord">
          <ac:chgData name="Iain Styles" userId="befbdaae-53f8-4d26-a8dc-3366b09f768a" providerId="ADAL" clId="{5E0D2633-D8F6-500D-A7FC-C9CB56BC4BFB}" dt="2026-09-20T11:33:33.534" v="1626" actId="20577"/>
          <ac:spMkLst>
            <pc:docMk/>
            <pc:sldMk cId="343633013" sldId="405"/>
            <ac:spMk id="5" creationId="{C0309B89-9424-B9F5-9947-DEDE172EFAD8}"/>
          </ac:spMkLst>
        </pc:spChg>
        <pc:spChg chg="add mod ord">
          <ac:chgData name="Iain Styles" userId="befbdaae-53f8-4d26-a8dc-3366b09f768a" providerId="ADAL" clId="{5E0D2633-D8F6-500D-A7FC-C9CB56BC4BFB}" dt="2026-09-20T12:56:07.488" v="2074" actId="20577"/>
          <ac:spMkLst>
            <pc:docMk/>
            <pc:sldMk cId="343633013" sldId="405"/>
            <ac:spMk id="6" creationId="{2E76DA7D-EDAD-4D28-FCB9-7163B4EB6F47}"/>
          </ac:spMkLst>
        </pc:spChg>
      </pc:sldChg>
      <pc:sldChg chg="delSp modSp new mod modNotesTx">
        <pc:chgData name="Iain Styles" userId="befbdaae-53f8-4d26-a8dc-3366b09f768a" providerId="ADAL" clId="{5E0D2633-D8F6-500D-A7FC-C9CB56BC4BFB}" dt="2026-09-20T12:46:23.137" v="1874" actId="20577"/>
        <pc:sldMkLst>
          <pc:docMk/>
          <pc:sldMk cId="322057736" sldId="406"/>
        </pc:sldMkLst>
        <pc:spChg chg="mod">
          <ac:chgData name="Iain Styles" userId="befbdaae-53f8-4d26-a8dc-3366b09f768a" providerId="ADAL" clId="{5E0D2633-D8F6-500D-A7FC-C9CB56BC4BFB}" dt="2026-09-20T12:43:31.100" v="1753" actId="20577"/>
          <ac:spMkLst>
            <pc:docMk/>
            <pc:sldMk cId="322057736" sldId="406"/>
            <ac:spMk id="2" creationId="{FD6C75B8-B375-6520-D124-59F357353749}"/>
          </ac:spMkLst>
        </pc:spChg>
        <pc:spChg chg="del">
          <ac:chgData name="Iain Styles" userId="befbdaae-53f8-4d26-a8dc-3366b09f768a" providerId="ADAL" clId="{5E0D2633-D8F6-500D-A7FC-C9CB56BC4BFB}" dt="2026-09-20T12:43:35.664" v="1754" actId="478"/>
          <ac:spMkLst>
            <pc:docMk/>
            <pc:sldMk cId="322057736" sldId="406"/>
            <ac:spMk id="3" creationId="{9ECCAB44-CB01-06CA-4427-0297ACC5928A}"/>
          </ac:spMkLst>
        </pc:spChg>
      </pc:sldChg>
      <pc:sldChg chg="addSp modSp add del mod">
        <pc:chgData name="Iain Styles" userId="befbdaae-53f8-4d26-a8dc-3366b09f768a" providerId="ADAL" clId="{5E0D2633-D8F6-500D-A7FC-C9CB56BC4BFB}" dt="2026-09-20T12:48:03.550" v="1897" actId="2696"/>
        <pc:sldMkLst>
          <pc:docMk/>
          <pc:sldMk cId="870793192" sldId="407"/>
        </pc:sldMkLst>
        <pc:spChg chg="mod">
          <ac:chgData name="Iain Styles" userId="befbdaae-53f8-4d26-a8dc-3366b09f768a" providerId="ADAL" clId="{5E0D2633-D8F6-500D-A7FC-C9CB56BC4BFB}" dt="2026-09-20T12:46:56.219" v="1893" actId="14100"/>
          <ac:spMkLst>
            <pc:docMk/>
            <pc:sldMk cId="870793192" sldId="407"/>
            <ac:spMk id="2" creationId="{501EA662-C79E-14DF-12F1-7228B11BF394}"/>
          </ac:spMkLst>
        </pc:spChg>
        <pc:picChg chg="add mod">
          <ac:chgData name="Iain Styles" userId="befbdaae-53f8-4d26-a8dc-3366b09f768a" providerId="ADAL" clId="{5E0D2633-D8F6-500D-A7FC-C9CB56BC4BFB}" dt="2026-09-20T12:47:41.813" v="1894"/>
          <ac:picMkLst>
            <pc:docMk/>
            <pc:sldMk cId="870793192" sldId="407"/>
            <ac:picMk id="3" creationId="{8C36EEEA-6D1C-A5E7-B58E-280F7380F8CC}"/>
          </ac:picMkLst>
        </pc:picChg>
        <pc:picChg chg="add mod">
          <ac:chgData name="Iain Styles" userId="befbdaae-53f8-4d26-a8dc-3366b09f768a" providerId="ADAL" clId="{5E0D2633-D8F6-500D-A7FC-C9CB56BC4BFB}" dt="2026-09-20T12:47:50.167" v="1895"/>
          <ac:picMkLst>
            <pc:docMk/>
            <pc:sldMk cId="870793192" sldId="407"/>
            <ac:picMk id="5" creationId="{77CC5905-A4D4-6119-372A-A5E5B5BFF898}"/>
          </ac:picMkLst>
        </pc:picChg>
      </pc:sldChg>
      <pc:sldChg chg="modSp new mod">
        <pc:chgData name="Iain Styles" userId="befbdaae-53f8-4d26-a8dc-3366b09f768a" providerId="ADAL" clId="{5E0D2633-D8F6-500D-A7FC-C9CB56BC4BFB}" dt="2026-09-20T12:55:13.964" v="2002" actId="20577"/>
        <pc:sldMkLst>
          <pc:docMk/>
          <pc:sldMk cId="1067342397" sldId="407"/>
        </pc:sldMkLst>
        <pc:spChg chg="mod">
          <ac:chgData name="Iain Styles" userId="befbdaae-53f8-4d26-a8dc-3366b09f768a" providerId="ADAL" clId="{5E0D2633-D8F6-500D-A7FC-C9CB56BC4BFB}" dt="2026-09-20T12:48:19.297" v="1916" actId="14100"/>
          <ac:spMkLst>
            <pc:docMk/>
            <pc:sldMk cId="1067342397" sldId="407"/>
            <ac:spMk id="2" creationId="{D8682551-C722-5FC8-6E30-48AA3E52F6C2}"/>
          </ac:spMkLst>
        </pc:spChg>
        <pc:spChg chg="mod">
          <ac:chgData name="Iain Styles" userId="befbdaae-53f8-4d26-a8dc-3366b09f768a" providerId="ADAL" clId="{5E0D2633-D8F6-500D-A7FC-C9CB56BC4BFB}" dt="2026-09-20T12:55:13.964" v="2002" actId="20577"/>
          <ac:spMkLst>
            <pc:docMk/>
            <pc:sldMk cId="1067342397" sldId="407"/>
            <ac:spMk id="3" creationId="{6E2033C2-3FC9-0532-B485-8F82E486411B}"/>
          </ac:spMkLst>
        </pc:spChg>
      </pc:sldChg>
      <pc:sldChg chg="modSp new mod">
        <pc:chgData name="Iain Styles" userId="befbdaae-53f8-4d26-a8dc-3366b09f768a" providerId="ADAL" clId="{5E0D2633-D8F6-500D-A7FC-C9CB56BC4BFB}" dt="2026-09-20T12:57:25.235" v="2264" actId="20577"/>
        <pc:sldMkLst>
          <pc:docMk/>
          <pc:sldMk cId="1620860917" sldId="408"/>
        </pc:sldMkLst>
        <pc:spChg chg="mod">
          <ac:chgData name="Iain Styles" userId="befbdaae-53f8-4d26-a8dc-3366b09f768a" providerId="ADAL" clId="{5E0D2633-D8F6-500D-A7FC-C9CB56BC4BFB}" dt="2026-09-20T12:56:24.541" v="2095" actId="20577"/>
          <ac:spMkLst>
            <pc:docMk/>
            <pc:sldMk cId="1620860917" sldId="408"/>
            <ac:spMk id="2" creationId="{DDEB2FCE-0DE1-ED29-0A8B-7706607248FE}"/>
          </ac:spMkLst>
        </pc:spChg>
        <pc:spChg chg="mod">
          <ac:chgData name="Iain Styles" userId="befbdaae-53f8-4d26-a8dc-3366b09f768a" providerId="ADAL" clId="{5E0D2633-D8F6-500D-A7FC-C9CB56BC4BFB}" dt="2026-09-20T12:57:25.235" v="2264" actId="20577"/>
          <ac:spMkLst>
            <pc:docMk/>
            <pc:sldMk cId="1620860917" sldId="408"/>
            <ac:spMk id="3" creationId="{076A6EFD-3708-E338-90D2-BAB960F5E08C}"/>
          </ac:spMkLst>
        </pc:spChg>
      </pc:sldChg>
      <pc:sldChg chg="addSp delSp modSp new mod ord modClrScheme chgLayout">
        <pc:chgData name="Iain Styles" userId="befbdaae-53f8-4d26-a8dc-3366b09f768a" providerId="ADAL" clId="{5E0D2633-D8F6-500D-A7FC-C9CB56BC4BFB}" dt="2026-09-20T12:58:19.152" v="2326" actId="20577"/>
        <pc:sldMkLst>
          <pc:docMk/>
          <pc:sldMk cId="3385924314" sldId="409"/>
        </pc:sldMkLst>
        <pc:spChg chg="del mod ord">
          <ac:chgData name="Iain Styles" userId="befbdaae-53f8-4d26-a8dc-3366b09f768a" providerId="ADAL" clId="{5E0D2633-D8F6-500D-A7FC-C9CB56BC4BFB}" dt="2026-09-20T12:58:07.799" v="2294" actId="700"/>
          <ac:spMkLst>
            <pc:docMk/>
            <pc:sldMk cId="3385924314" sldId="409"/>
            <ac:spMk id="2" creationId="{66D44849-959B-1486-E52B-D8764B2003DC}"/>
          </ac:spMkLst>
        </pc:spChg>
        <pc:spChg chg="del">
          <ac:chgData name="Iain Styles" userId="befbdaae-53f8-4d26-a8dc-3366b09f768a" providerId="ADAL" clId="{5E0D2633-D8F6-500D-A7FC-C9CB56BC4BFB}" dt="2026-09-20T12:58:07.799" v="2294" actId="700"/>
          <ac:spMkLst>
            <pc:docMk/>
            <pc:sldMk cId="3385924314" sldId="409"/>
            <ac:spMk id="3" creationId="{EED37AEB-C03A-EB90-D820-4E62F70C116F}"/>
          </ac:spMkLst>
        </pc:spChg>
        <pc:spChg chg="mod ord">
          <ac:chgData name="Iain Styles" userId="befbdaae-53f8-4d26-a8dc-3366b09f768a" providerId="ADAL" clId="{5E0D2633-D8F6-500D-A7FC-C9CB56BC4BFB}" dt="2026-09-20T12:58:07.799" v="2294" actId="700"/>
          <ac:spMkLst>
            <pc:docMk/>
            <pc:sldMk cId="3385924314" sldId="409"/>
            <ac:spMk id="4" creationId="{911046B3-4B8F-93ED-5ED4-04FDFA1ED98F}"/>
          </ac:spMkLst>
        </pc:spChg>
        <pc:spChg chg="add mod ord">
          <ac:chgData name="Iain Styles" userId="befbdaae-53f8-4d26-a8dc-3366b09f768a" providerId="ADAL" clId="{5E0D2633-D8F6-500D-A7FC-C9CB56BC4BFB}" dt="2026-09-20T12:58:19.152" v="2326" actId="20577"/>
          <ac:spMkLst>
            <pc:docMk/>
            <pc:sldMk cId="3385924314" sldId="409"/>
            <ac:spMk id="5" creationId="{87949FE9-7A61-D157-5527-5976E0EA82E7}"/>
          </ac:spMkLst>
        </pc:spChg>
      </pc:sldChg>
      <pc:sldChg chg="addSp delSp new del mod">
        <pc:chgData name="Iain Styles" userId="befbdaae-53f8-4d26-a8dc-3366b09f768a" providerId="ADAL" clId="{5E0D2633-D8F6-500D-A7FC-C9CB56BC4BFB}" dt="2026-09-20T12:59:13.327" v="2333" actId="2696"/>
        <pc:sldMkLst>
          <pc:docMk/>
          <pc:sldMk cId="1705165806" sldId="410"/>
        </pc:sldMkLst>
        <pc:spChg chg="add del">
          <ac:chgData name="Iain Styles" userId="befbdaae-53f8-4d26-a8dc-3366b09f768a" providerId="ADAL" clId="{5E0D2633-D8F6-500D-A7FC-C9CB56BC4BFB}" dt="2026-09-20T12:58:58.286" v="2329" actId="22"/>
          <ac:spMkLst>
            <pc:docMk/>
            <pc:sldMk cId="1705165806" sldId="410"/>
            <ac:spMk id="6" creationId="{490E70A7-44C3-046D-54E8-D663934AF208}"/>
          </ac:spMkLst>
        </pc:spChg>
        <pc:spChg chg="add del">
          <ac:chgData name="Iain Styles" userId="befbdaae-53f8-4d26-a8dc-3366b09f768a" providerId="ADAL" clId="{5E0D2633-D8F6-500D-A7FC-C9CB56BC4BFB}" dt="2026-09-20T12:59:00.495" v="2331" actId="22"/>
          <ac:spMkLst>
            <pc:docMk/>
            <pc:sldMk cId="1705165806" sldId="410"/>
            <ac:spMk id="8" creationId="{FF68126F-63C6-0B74-14F8-6B8E4F1A9176}"/>
          </ac:spMkLst>
        </pc:spChg>
      </pc:sldChg>
      <pc:sldChg chg="delSp add mod">
        <pc:chgData name="Iain Styles" userId="befbdaae-53f8-4d26-a8dc-3366b09f768a" providerId="ADAL" clId="{5E0D2633-D8F6-500D-A7FC-C9CB56BC4BFB}" dt="2026-09-20T13:11:49.304" v="2389" actId="478"/>
        <pc:sldMkLst>
          <pc:docMk/>
          <pc:sldMk cId="2950752099" sldId="410"/>
        </pc:sldMkLst>
        <pc:inkChg chg="del">
          <ac:chgData name="Iain Styles" userId="befbdaae-53f8-4d26-a8dc-3366b09f768a" providerId="ADAL" clId="{5E0D2633-D8F6-500D-A7FC-C9CB56BC4BFB}" dt="2026-09-20T13:11:49.304" v="2389" actId="478"/>
          <ac:inkMkLst>
            <pc:docMk/>
            <pc:sldMk cId="2950752099" sldId="410"/>
            <ac:inkMk id="5" creationId="{F0CEF3C3-8967-A5B3-45A6-3515E989F6AF}"/>
          </ac:inkMkLst>
        </pc:inkChg>
      </pc:sldChg>
      <pc:sldChg chg="modSp add mod">
        <pc:chgData name="Iain Styles" userId="befbdaae-53f8-4d26-a8dc-3366b09f768a" providerId="ADAL" clId="{5E0D2633-D8F6-500D-A7FC-C9CB56BC4BFB}" dt="2026-09-20T12:59:37.163" v="2351" actId="20577"/>
        <pc:sldMkLst>
          <pc:docMk/>
          <pc:sldMk cId="2020404621" sldId="411"/>
        </pc:sldMkLst>
        <pc:spChg chg="mod">
          <ac:chgData name="Iain Styles" userId="befbdaae-53f8-4d26-a8dc-3366b09f768a" providerId="ADAL" clId="{5E0D2633-D8F6-500D-A7FC-C9CB56BC4BFB}" dt="2026-09-20T12:59:37.163" v="2351" actId="20577"/>
          <ac:spMkLst>
            <pc:docMk/>
            <pc:sldMk cId="2020404621" sldId="411"/>
            <ac:spMk id="6" creationId="{B8A45A7E-7165-CC92-337B-733B666ADA0A}"/>
          </ac:spMkLst>
        </pc:spChg>
      </pc:sldChg>
      <pc:sldChg chg="addSp delSp modSp new mod modClrScheme chgLayout">
        <pc:chgData name="Iain Styles" userId="befbdaae-53f8-4d26-a8dc-3366b09f768a" providerId="ADAL" clId="{5E0D2633-D8F6-500D-A7FC-C9CB56BC4BFB}" dt="2026-09-20T13:10:31.063" v="2382" actId="20577"/>
        <pc:sldMkLst>
          <pc:docMk/>
          <pc:sldMk cId="3446815126" sldId="412"/>
        </pc:sldMkLst>
        <pc:spChg chg="del mod ord">
          <ac:chgData name="Iain Styles" userId="befbdaae-53f8-4d26-a8dc-3366b09f768a" providerId="ADAL" clId="{5E0D2633-D8F6-500D-A7FC-C9CB56BC4BFB}" dt="2026-09-20T13:10:25.975" v="2365" actId="700"/>
          <ac:spMkLst>
            <pc:docMk/>
            <pc:sldMk cId="3446815126" sldId="412"/>
            <ac:spMk id="2" creationId="{A9A594F9-29A6-88D1-494A-49EBCA08C90C}"/>
          </ac:spMkLst>
        </pc:spChg>
        <pc:spChg chg="del">
          <ac:chgData name="Iain Styles" userId="befbdaae-53f8-4d26-a8dc-3366b09f768a" providerId="ADAL" clId="{5E0D2633-D8F6-500D-A7FC-C9CB56BC4BFB}" dt="2026-09-20T13:10:25.975" v="2365" actId="700"/>
          <ac:spMkLst>
            <pc:docMk/>
            <pc:sldMk cId="3446815126" sldId="412"/>
            <ac:spMk id="3" creationId="{E1A1F231-5DCD-1477-D098-58133EAB2F43}"/>
          </ac:spMkLst>
        </pc:spChg>
        <pc:spChg chg="mod ord">
          <ac:chgData name="Iain Styles" userId="befbdaae-53f8-4d26-a8dc-3366b09f768a" providerId="ADAL" clId="{5E0D2633-D8F6-500D-A7FC-C9CB56BC4BFB}" dt="2026-09-20T13:10:25.975" v="2365" actId="700"/>
          <ac:spMkLst>
            <pc:docMk/>
            <pc:sldMk cId="3446815126" sldId="412"/>
            <ac:spMk id="4" creationId="{8AE43817-E6E5-963F-45E3-222D6EC6C2B9}"/>
          </ac:spMkLst>
        </pc:spChg>
        <pc:spChg chg="add mod ord">
          <ac:chgData name="Iain Styles" userId="befbdaae-53f8-4d26-a8dc-3366b09f768a" providerId="ADAL" clId="{5E0D2633-D8F6-500D-A7FC-C9CB56BC4BFB}" dt="2026-09-20T13:10:31.063" v="2382" actId="20577"/>
          <ac:spMkLst>
            <pc:docMk/>
            <pc:sldMk cId="3446815126" sldId="412"/>
            <ac:spMk id="5" creationId="{F6549309-DC7F-9750-4392-F2CFA5287AE3}"/>
          </ac:spMkLst>
        </pc:spChg>
      </pc:sldChg>
      <pc:sldChg chg="delSp add mod">
        <pc:chgData name="Iain Styles" userId="befbdaae-53f8-4d26-a8dc-3366b09f768a" providerId="ADAL" clId="{5E0D2633-D8F6-500D-A7FC-C9CB56BC4BFB}" dt="2026-09-20T13:11:35.892" v="2385" actId="478"/>
        <pc:sldMkLst>
          <pc:docMk/>
          <pc:sldMk cId="4061372985" sldId="413"/>
        </pc:sldMkLst>
        <pc:inkChg chg="del">
          <ac:chgData name="Iain Styles" userId="befbdaae-53f8-4d26-a8dc-3366b09f768a" providerId="ADAL" clId="{5E0D2633-D8F6-500D-A7FC-C9CB56BC4BFB}" dt="2026-09-20T13:11:35.892" v="2385" actId="478"/>
          <ac:inkMkLst>
            <pc:docMk/>
            <pc:sldMk cId="4061372985" sldId="413"/>
            <ac:inkMk id="5" creationId="{3DD7C231-ACC3-722A-E35D-38F56EA8E07C}"/>
          </ac:inkMkLst>
        </pc:inkChg>
      </pc:sldChg>
      <pc:sldChg chg="modSp add mod">
        <pc:chgData name="Iain Styles" userId="befbdaae-53f8-4d26-a8dc-3366b09f768a" providerId="ADAL" clId="{5E0D2633-D8F6-500D-A7FC-C9CB56BC4BFB}" dt="2026-09-20T13:42:11.885" v="2774" actId="20577"/>
        <pc:sldMkLst>
          <pc:docMk/>
          <pc:sldMk cId="450425756" sldId="414"/>
        </pc:sldMkLst>
        <pc:spChg chg="mod">
          <ac:chgData name="Iain Styles" userId="befbdaae-53f8-4d26-a8dc-3366b09f768a" providerId="ADAL" clId="{5E0D2633-D8F6-500D-A7FC-C9CB56BC4BFB}" dt="2026-09-20T13:42:11.885" v="2774" actId="20577"/>
          <ac:spMkLst>
            <pc:docMk/>
            <pc:sldMk cId="450425756" sldId="414"/>
            <ac:spMk id="2" creationId="{F80F9D9E-EAC3-BB4B-B479-513655E90AEA}"/>
          </ac:spMkLst>
        </pc:spChg>
      </pc:sldChg>
      <pc:sldChg chg="delSp add mod">
        <pc:chgData name="Iain Styles" userId="befbdaae-53f8-4d26-a8dc-3366b09f768a" providerId="ADAL" clId="{5E0D2633-D8F6-500D-A7FC-C9CB56BC4BFB}" dt="2026-09-20T13:11:42.720" v="2387" actId="478"/>
        <pc:sldMkLst>
          <pc:docMk/>
          <pc:sldMk cId="1128537457" sldId="415"/>
        </pc:sldMkLst>
        <pc:inkChg chg="del">
          <ac:chgData name="Iain Styles" userId="befbdaae-53f8-4d26-a8dc-3366b09f768a" providerId="ADAL" clId="{5E0D2633-D8F6-500D-A7FC-C9CB56BC4BFB}" dt="2026-09-20T13:11:42.720" v="2387" actId="478"/>
          <ac:inkMkLst>
            <pc:docMk/>
            <pc:sldMk cId="1128537457" sldId="415"/>
            <ac:inkMk id="5" creationId="{E22145CD-6EEE-C9D4-7A86-8A6683E6F3D0}"/>
          </ac:inkMkLst>
        </pc:inkChg>
      </pc:sldChg>
      <pc:sldChg chg="delSp add mod">
        <pc:chgData name="Iain Styles" userId="befbdaae-53f8-4d26-a8dc-3366b09f768a" providerId="ADAL" clId="{5E0D2633-D8F6-500D-A7FC-C9CB56BC4BFB}" dt="2026-09-20T13:11:46.392" v="2388" actId="478"/>
        <pc:sldMkLst>
          <pc:docMk/>
          <pc:sldMk cId="2900444732" sldId="416"/>
        </pc:sldMkLst>
        <pc:inkChg chg="del">
          <ac:chgData name="Iain Styles" userId="befbdaae-53f8-4d26-a8dc-3366b09f768a" providerId="ADAL" clId="{5E0D2633-D8F6-500D-A7FC-C9CB56BC4BFB}" dt="2026-09-20T13:11:46.392" v="2388" actId="478"/>
          <ac:inkMkLst>
            <pc:docMk/>
            <pc:sldMk cId="2900444732" sldId="416"/>
            <ac:inkMk id="5" creationId="{A2E37C01-99C6-DA00-E060-DC989961CDA8}"/>
          </ac:inkMkLst>
        </pc:inkChg>
      </pc:sldChg>
      <pc:sldChg chg="delSp add mod">
        <pc:chgData name="Iain Styles" userId="befbdaae-53f8-4d26-a8dc-3366b09f768a" providerId="ADAL" clId="{5E0D2633-D8F6-500D-A7FC-C9CB56BC4BFB}" dt="2026-09-20T13:11:53.147" v="2390" actId="478"/>
        <pc:sldMkLst>
          <pc:docMk/>
          <pc:sldMk cId="2871007809" sldId="417"/>
        </pc:sldMkLst>
        <pc:inkChg chg="del">
          <ac:chgData name="Iain Styles" userId="befbdaae-53f8-4d26-a8dc-3366b09f768a" providerId="ADAL" clId="{5E0D2633-D8F6-500D-A7FC-C9CB56BC4BFB}" dt="2026-09-20T13:11:53.147" v="2390" actId="478"/>
          <ac:inkMkLst>
            <pc:docMk/>
            <pc:sldMk cId="2871007809" sldId="417"/>
            <ac:inkMk id="5" creationId="{3428D4F1-0D03-ABE7-05A3-A61C281AE8F7}"/>
          </ac:inkMkLst>
        </pc:inkChg>
      </pc:sldChg>
      <pc:sldChg chg="delSp add mod">
        <pc:chgData name="Iain Styles" userId="befbdaae-53f8-4d26-a8dc-3366b09f768a" providerId="ADAL" clId="{5E0D2633-D8F6-500D-A7FC-C9CB56BC4BFB}" dt="2026-09-20T13:11:56.880" v="2391" actId="478"/>
        <pc:sldMkLst>
          <pc:docMk/>
          <pc:sldMk cId="378581775" sldId="418"/>
        </pc:sldMkLst>
        <pc:inkChg chg="del">
          <ac:chgData name="Iain Styles" userId="befbdaae-53f8-4d26-a8dc-3366b09f768a" providerId="ADAL" clId="{5E0D2633-D8F6-500D-A7FC-C9CB56BC4BFB}" dt="2026-09-20T13:11:56.880" v="2391" actId="478"/>
          <ac:inkMkLst>
            <pc:docMk/>
            <pc:sldMk cId="378581775" sldId="418"/>
            <ac:inkMk id="5" creationId="{C1BAE555-81CA-99BE-FCC7-BCB36EA0AEB0}"/>
          </ac:inkMkLst>
        </pc:inkChg>
      </pc:sldChg>
      <pc:sldChg chg="new del">
        <pc:chgData name="Iain Styles" userId="befbdaae-53f8-4d26-a8dc-3366b09f768a" providerId="ADAL" clId="{5E0D2633-D8F6-500D-A7FC-C9CB56BC4BFB}" dt="2026-09-20T13:35:42.626" v="2487" actId="2696"/>
        <pc:sldMkLst>
          <pc:docMk/>
          <pc:sldMk cId="2099294287" sldId="419"/>
        </pc:sldMkLst>
      </pc:sldChg>
      <pc:sldChg chg="addSp delSp modSp new mod ord chgLayout">
        <pc:chgData name="Iain Styles" userId="befbdaae-53f8-4d26-a8dc-3366b09f768a" providerId="ADAL" clId="{5E0D2633-D8F6-500D-A7FC-C9CB56BC4BFB}" dt="2026-09-20T13:38:08.103" v="2641" actId="403"/>
        <pc:sldMkLst>
          <pc:docMk/>
          <pc:sldMk cId="3343232756" sldId="419"/>
        </pc:sldMkLst>
        <pc:spChg chg="mod ord">
          <ac:chgData name="Iain Styles" userId="befbdaae-53f8-4d26-a8dc-3366b09f768a" providerId="ADAL" clId="{5E0D2633-D8F6-500D-A7FC-C9CB56BC4BFB}" dt="2026-09-20T13:37:25.517" v="2557" actId="700"/>
          <ac:spMkLst>
            <pc:docMk/>
            <pc:sldMk cId="3343232756" sldId="419"/>
            <ac:spMk id="2" creationId="{2F5A5605-0A71-655F-BF74-3730439C3F60}"/>
          </ac:spMkLst>
        </pc:spChg>
        <pc:spChg chg="del">
          <ac:chgData name="Iain Styles" userId="befbdaae-53f8-4d26-a8dc-3366b09f768a" providerId="ADAL" clId="{5E0D2633-D8F6-500D-A7FC-C9CB56BC4BFB}" dt="2026-09-20T13:37:14.746" v="2556" actId="478"/>
          <ac:spMkLst>
            <pc:docMk/>
            <pc:sldMk cId="3343232756" sldId="419"/>
            <ac:spMk id="3" creationId="{A0CB2B0B-690B-56C8-E148-42EF35FFE5B9}"/>
          </ac:spMkLst>
        </pc:spChg>
        <pc:spChg chg="mod ord">
          <ac:chgData name="Iain Styles" userId="befbdaae-53f8-4d26-a8dc-3366b09f768a" providerId="ADAL" clId="{5E0D2633-D8F6-500D-A7FC-C9CB56BC4BFB}" dt="2026-09-20T13:37:25.517" v="2557" actId="700"/>
          <ac:spMkLst>
            <pc:docMk/>
            <pc:sldMk cId="3343232756" sldId="419"/>
            <ac:spMk id="4" creationId="{016C9D31-4E4D-57FD-AE43-339711B12BC4}"/>
          </ac:spMkLst>
        </pc:spChg>
        <pc:spChg chg="add mod ord">
          <ac:chgData name="Iain Styles" userId="befbdaae-53f8-4d26-a8dc-3366b09f768a" providerId="ADAL" clId="{5E0D2633-D8F6-500D-A7FC-C9CB56BC4BFB}" dt="2026-09-20T13:38:08.103" v="2641" actId="403"/>
          <ac:spMkLst>
            <pc:docMk/>
            <pc:sldMk cId="3343232756" sldId="419"/>
            <ac:spMk id="5" creationId="{E42A8331-EFD8-28D3-BF65-1351DFDF8341}"/>
          </ac:spMkLst>
        </pc:spChg>
      </pc:sldChg>
      <pc:sldChg chg="modSp new mod modNotesTx">
        <pc:chgData name="Iain Styles" userId="befbdaae-53f8-4d26-a8dc-3366b09f768a" providerId="ADAL" clId="{5E0D2633-D8F6-500D-A7FC-C9CB56BC4BFB}" dt="2026-09-20T13:41:15.065" v="2757" actId="20577"/>
        <pc:sldMkLst>
          <pc:docMk/>
          <pc:sldMk cId="3788210962" sldId="420"/>
        </pc:sldMkLst>
        <pc:spChg chg="mod">
          <ac:chgData name="Iain Styles" userId="befbdaae-53f8-4d26-a8dc-3366b09f768a" providerId="ADAL" clId="{5E0D2633-D8F6-500D-A7FC-C9CB56BC4BFB}" dt="2026-09-20T13:38:36.636" v="2654" actId="20577"/>
          <ac:spMkLst>
            <pc:docMk/>
            <pc:sldMk cId="3788210962" sldId="420"/>
            <ac:spMk id="2" creationId="{F345B1C3-10D8-F0D9-0A7E-7066AF808C5C}"/>
          </ac:spMkLst>
        </pc:spChg>
      </pc:sldChg>
      <pc:sldChg chg="modSp new mod">
        <pc:chgData name="Iain Styles" userId="befbdaae-53f8-4d26-a8dc-3366b09f768a" providerId="ADAL" clId="{5E0D2633-D8F6-500D-A7FC-C9CB56BC4BFB}" dt="2026-09-20T13:38:59.909" v="2688" actId="20577"/>
        <pc:sldMkLst>
          <pc:docMk/>
          <pc:sldMk cId="309779832" sldId="421"/>
        </pc:sldMkLst>
        <pc:spChg chg="mod">
          <ac:chgData name="Iain Styles" userId="befbdaae-53f8-4d26-a8dc-3366b09f768a" providerId="ADAL" clId="{5E0D2633-D8F6-500D-A7FC-C9CB56BC4BFB}" dt="2026-09-20T13:38:59.909" v="2688" actId="20577"/>
          <ac:spMkLst>
            <pc:docMk/>
            <pc:sldMk cId="309779832" sldId="421"/>
            <ac:spMk id="2" creationId="{6B6E8AF7-906F-DF32-0CD9-ED6C4CE61CF2}"/>
          </ac:spMkLst>
        </pc:spChg>
      </pc:sldChg>
      <pc:sldChg chg="modSp new mod modNotesTx">
        <pc:chgData name="Iain Styles" userId="befbdaae-53f8-4d26-a8dc-3366b09f768a" providerId="ADAL" clId="{5E0D2633-D8F6-500D-A7FC-C9CB56BC4BFB}" dt="2026-09-20T13:41:45.609" v="2758" actId="20577"/>
        <pc:sldMkLst>
          <pc:docMk/>
          <pc:sldMk cId="1828218004" sldId="422"/>
        </pc:sldMkLst>
        <pc:spChg chg="mod">
          <ac:chgData name="Iain Styles" userId="befbdaae-53f8-4d26-a8dc-3366b09f768a" providerId="ADAL" clId="{5E0D2633-D8F6-500D-A7FC-C9CB56BC4BFB}" dt="2026-09-20T13:39:23.170" v="2727" actId="20577"/>
          <ac:spMkLst>
            <pc:docMk/>
            <pc:sldMk cId="1828218004" sldId="422"/>
            <ac:spMk id="2" creationId="{581ABEB0-D1F5-A580-D88D-97CD8DCF196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7600-F20B-4515-BEB6-747F1317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619D84-FE44-6612-1C5F-92CF033588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BFBD04-44B0-D5D4-190C-28C1B9D82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5D2274-645B-0159-58D4-F1765C94E78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70E864-21D9-BC68-EC5C-ACD4FEB2A73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95241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S: Socrates is a human S -&gt; H</a:t>
            </a:r>
          </a:p>
          <a:p>
            <a:r>
              <a:rPr lang="en-US" dirty="0"/>
              <a:t>M: All humana are mortal H -&gt; M</a:t>
            </a:r>
          </a:p>
          <a:p>
            <a:r>
              <a:rPr lang="en-US" dirty="0"/>
              <a:t>S</a:t>
            </a:r>
          </a:p>
          <a:p>
            <a:r>
              <a:rPr lang="en-US" dirty="0"/>
              <a:t>Therefore M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5820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P=&gt;Q is !</a:t>
            </a:r>
            <a:r>
              <a:rPr lang="en-US" dirty="0" err="1"/>
              <a:t>PvQ</a:t>
            </a:r>
            <a:r>
              <a:rPr lang="en-US" dirty="0"/>
              <a:t> == !(P^!Q)</a:t>
            </a:r>
          </a:p>
          <a:p>
            <a:r>
              <a:rPr lang="en-US" dirty="0"/>
              <a:t>Therefore </a:t>
            </a:r>
            <a:r>
              <a:rPr lang="en-US" dirty="0" err="1"/>
              <a:t>PvQ</a:t>
            </a:r>
            <a:r>
              <a:rPr lang="en-US" dirty="0"/>
              <a:t> == !P=&gt;Q and P^Q == !(P=&gt;!Q)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803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Exists, </a:t>
            </a:r>
            <a:r>
              <a:rPr lang="en-US" dirty="0" err="1"/>
              <a:t>forall</a:t>
            </a:r>
            <a:r>
              <a:rPr lang="en-US" dirty="0"/>
              <a:t> {Alan, Grace, Boris) C(x), P(x)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11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93DB6-B8B0-3778-A669-C01139D01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8AF1B2-B097-1E5E-B16D-5F9694732E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2E271-C4F4-CCD0-264A-F00D176C1F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Consider the following two pairs of statements: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Are these statements True?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What about the following statements?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\exists\ x\ [C(x)]$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and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$\exists\ x\ [\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C(x)]\quad\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iff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\quad\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lnot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\ x\ [C(x)]$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quantifiers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 and $\exists$ are said to be 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**dual**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each other.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4718E8-52E9-56DB-05A3-97C191694BD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6CCC993-7279-E924-5ABB-C6EB4BB6B65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208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and Grace C(x) and not P(x)</a:t>
            </a:r>
          </a:p>
          <a:p>
            <a:r>
              <a:rPr lang="en-US" dirty="0"/>
              <a:t>Boris P(x) and not C(x)</a:t>
            </a:r>
          </a:p>
          <a:p>
            <a:r>
              <a:rPr lang="en-US" dirty="0"/>
              <a:t>No x in {A,G,B) such that P^C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833211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DRAW DIAGRAM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Student(x) x is a student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Professor(x) x is a Professor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Course(x) x is a degree Course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Module(x) x is a course module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is enrolled on Course p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Course p requires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teaches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passed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advises student s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Graduates(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graduates from course p</a:t>
            </a:r>
            <a:endParaRPr lang="en-US" dirty="0"/>
          </a:p>
          <a:p>
            <a:pPr rtl="0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53519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Student(x) x is a student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Professor(x) x is a Professor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Course(x) x is a degree Course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Module(x) x is a course module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is enrolled on Course p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Course p requires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teaches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Passed(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passed module m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Professor p advises student s</a:t>
            </a:r>
            <a:br>
              <a:rPr lang="en-GB" dirty="0"/>
            </a:b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Graduates(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s,p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Student s graduates from course p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6218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∃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m,c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[Professor(p)∧Student(s)∧Teaches(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)∧Course(c)∧Enrolled(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s,c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)∧Requires(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c,m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=⇒ Advises(</a:t>
            </a:r>
            <a:r>
              <a:rPr lang="en-GB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p,s</a:t>
            </a:r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)]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305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Argument shown is valid. It is sound if x is bicycles and P is “has two wheels”. It is not sound if P is has two wheels and x is birds, because the premise </a:t>
            </a:r>
            <a:r>
              <a:rPr lang="en-US" dirty="0" err="1"/>
              <a:t>forall</a:t>
            </a:r>
            <a:r>
              <a:rPr lang="en-US" dirty="0"/>
              <a:t> x P(x) is False.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326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Write in </a:t>
            </a:r>
          </a:p>
          <a:p>
            <a:r>
              <a:rPr lang="en-US" dirty="0" err="1"/>
              <a:t>forall</a:t>
            </a:r>
            <a:r>
              <a:rPr lang="en-US" dirty="0"/>
              <a:t> x [P(x)], </a:t>
            </a:r>
            <a:r>
              <a:rPr lang="en-US" dirty="0" err="1"/>
              <a:t>forall</a:t>
            </a:r>
            <a:r>
              <a:rPr lang="en-US" dirty="0"/>
              <a:t> x [Q(x)] : </a:t>
            </a:r>
            <a:r>
              <a:rPr lang="en-US" dirty="0" err="1"/>
              <a:t>forall</a:t>
            </a:r>
            <a:r>
              <a:rPr lang="en-US" dirty="0"/>
              <a:t> x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</a:t>
            </a:r>
            <a:r>
              <a:rPr lang="en-US" dirty="0" err="1"/>
              <a:t>forall</a:t>
            </a:r>
            <a:r>
              <a:rPr lang="en-US" dirty="0"/>
              <a:t> x [Q(x)] : exists P(x)^Q(x)</a:t>
            </a:r>
          </a:p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exists x [P(x)], exists x [Q(x)] : exists P(x)^Q(x)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3209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$-elimination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basic idea here is that if a formula is universally quantified, then we can infer a particular instance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$\phi(a)$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$\land$-elimination because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\land\phi(b)\land\phi(c)\dots$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$\exists$-introduction</a:t>
            </a: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Given a particular instance we can infer an existential quantification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$\exists x [\phi(x)]$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This is related to $\or$-introduction because $\exists x [\phi(x)] 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equiv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\phi(a) \lor\phi(b)\lor\phi(c)\dots$</a:t>
            </a:r>
          </a:p>
          <a:p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$\</a:t>
            </a:r>
            <a:r>
              <a:rPr lang="en-GB" sz="1200" b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$-introduction</a:t>
            </a:r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1. $\phi(a)$</a:t>
            </a: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&gt; 2. $\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forall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x [\phi(x)]$</a:t>
            </a:r>
          </a:p>
          <a:p>
            <a:b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GB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Why can we do this? If $\phi(a)$ is true for some arbitrary $a$, then, if we know nothing at all about $a$ then it must be True for all $a$. We can only do this if we know nothing else about the particular instance $a$ (</a:t>
            </a:r>
            <a:r>
              <a:rPr lang="en-GB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ie</a:t>
            </a:r>
            <a:r>
              <a:rPr lang="en-GB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it is not used in any of the premises of the proof).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405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505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8478E3-1D32-C4DC-B248-6FEBA14F7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0E06A-1066-A5DE-F881-1B1F42A82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6356FD-181A-8FD5-9638-6C2A5B6A619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004E6F-9524-284D-4439-0AD2E14178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28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2633191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309B89-9424-B9F5-9947-DEDE172EF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E76DA7D-EDAD-4D28-FCB9-7163B4EB6F4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Facts represented as propositions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Natural deduction: Proof of new statements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Logic Programming: automation of natural deduction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63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66214-6007-E143-898F-02CD4223B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5830229" cy="632219"/>
          </a:xfrm>
        </p:spPr>
        <p:txBody>
          <a:bodyPr/>
          <a:lstStyle/>
          <a:p>
            <a:r>
              <a:rPr lang="en-US" dirty="0"/>
              <a:t>Propositions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DD765-46C8-C9E0-B222-33D7DCD9F7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proposition is a statement that can be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True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or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False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It is colder in the winter than in the summer.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Mount Everest is the tallest mountain in the world.</a:t>
            </a:r>
          </a:p>
          <a:p>
            <a:pPr marL="914383" lvl="2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Water makes you wet.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b="1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a stated proposition and is like an axiom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  <a:p>
            <a:pPr marL="457195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 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 is derived purely from the premise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Socrates is a man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All men are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Premise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  </a:t>
            </a:r>
          </a:p>
          <a:p>
            <a:pPr marL="171445" lvl="1"/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	Therefore, Socrates is mortal [</a:t>
            </a:r>
            <a:r>
              <a:rPr lang="en-US" b="1" dirty="0">
                <a:solidFill>
                  <a:schemeClr val="tx1">
                    <a:lumMod val="50000"/>
                  </a:schemeClr>
                </a:solidFill>
              </a:rPr>
              <a:t>Conclusion</a:t>
            </a:r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]</a:t>
            </a:r>
          </a:p>
          <a:p>
            <a:pPr marL="457195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09A824-6612-ACCC-7D15-AEB1562C8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82811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C75B8-B375-6520-D124-59F3573537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Symbolic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EC941A-83DA-185B-FBD6-9B20BE276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5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A040E-D687-971A-C651-FF1B8CDE7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26298" cy="632219"/>
          </a:xfrm>
        </p:spPr>
        <p:txBody>
          <a:bodyPr/>
          <a:lstStyle/>
          <a:p>
            <a:r>
              <a:rPr lang="en-US" dirty="0"/>
              <a:t>Example of a Formal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F10BBA-E463-E654-B18A-85928E0C2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91CD51-EFA5-D9A1-B4F4-775F3C9C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58392"/>
            <a:ext cx="5016500" cy="508000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4C47065-B2BC-9121-5FFA-96BA59022E4C}"/>
              </a:ext>
            </a:extLst>
          </p:cNvPr>
          <p:cNvGraphicFramePr>
            <a:graphicFrameLocks noGrp="1"/>
          </p:cNvGraphicFramePr>
          <p:nvPr/>
        </p:nvGraphicFramePr>
        <p:xfrm>
          <a:off x="729996" y="2149783"/>
          <a:ext cx="9913620" cy="4017702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940308">
                  <a:extLst>
                    <a:ext uri="{9D8B030D-6E8A-4147-A177-3AD203B41FA5}">
                      <a16:colId xmlns:a16="http://schemas.microsoft.com/office/drawing/2014/main" val="3604754015"/>
                    </a:ext>
                  </a:extLst>
                </a:gridCol>
                <a:gridCol w="4059936">
                  <a:extLst>
                    <a:ext uri="{9D8B030D-6E8A-4147-A177-3AD203B41FA5}">
                      <a16:colId xmlns:a16="http://schemas.microsoft.com/office/drawing/2014/main" val="1288504798"/>
                    </a:ext>
                  </a:extLst>
                </a:gridCol>
                <a:gridCol w="3791712">
                  <a:extLst>
                    <a:ext uri="{9D8B030D-6E8A-4147-A177-3AD203B41FA5}">
                      <a16:colId xmlns:a16="http://schemas.microsoft.com/office/drawing/2014/main" val="1819981474"/>
                    </a:ext>
                  </a:extLst>
                </a:gridCol>
                <a:gridCol w="1121664">
                  <a:extLst>
                    <a:ext uri="{9D8B030D-6E8A-4147-A177-3AD203B41FA5}">
                      <a16:colId xmlns:a16="http://schemas.microsoft.com/office/drawing/2014/main" val="899057307"/>
                    </a:ext>
                  </a:extLst>
                </a:gridCol>
              </a:tblGrid>
              <a:tr h="579523">
                <a:tc>
                  <a:txBody>
                    <a:bodyPr/>
                    <a:lstStyle/>
                    <a:p>
                      <a:r>
                        <a:rPr lang="en-US" dirty="0"/>
                        <a:t>Step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Inference Rule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Premises used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4897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1067352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243153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55949090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820834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2639928"/>
                  </a:ext>
                </a:extLst>
              </a:tr>
              <a:tr h="562937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957412"/>
                  </a:ext>
                </a:extLst>
              </a:tr>
            </a:tbl>
          </a:graphicData>
        </a:graphic>
      </p:graphicFrame>
      <p:pic>
        <p:nvPicPr>
          <p:cNvPr id="9" name="Picture 8">
            <a:extLst>
              <a:ext uri="{FF2B5EF4-FFF2-40B4-BE49-F238E27FC236}">
                <a16:creationId xmlns:a16="http://schemas.microsoft.com/office/drawing/2014/main" id="{8174B6E5-4754-1C2F-9CC8-EA43173084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6303861"/>
            <a:ext cx="5016500" cy="50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158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82551-C722-5FC8-6E30-48AA3E52F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6380285" cy="632219"/>
          </a:xfrm>
        </p:spPr>
        <p:txBody>
          <a:bodyPr/>
          <a:lstStyle/>
          <a:p>
            <a:r>
              <a:rPr lang="en-US" dirty="0"/>
              <a:t>Logic Programming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2033C2-3FC9-0532-B485-8F82E486411B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∧¬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  <m:oMath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∴</m:t>
                      </m:r>
                      <m:r>
                        <a:rPr lang="en-GB" sz="2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𝑅</m:t>
                      </m:r>
                    </m:oMath>
                  </m:oMathPara>
                </a14:m>
                <a:endParaRPr lang="en-GB" sz="2800" b="0" i="1" dirty="0">
                  <a:solidFill>
                    <a:schemeClr val="tx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endParaRPr lang="en-GB" dirty="0">
                  <a:solidFill>
                    <a:schemeClr val="tx1"/>
                  </a:solidFill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from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kanren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import var,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lany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run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P, Q, R = vars()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goals =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lall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(P, True), </a:t>
                </a:r>
                <a:r>
                  <a:rPr lang="en-GB" dirty="0" err="1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eq</a:t>
                </a:r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(Q, False)),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	any(Q,R)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)</a:t>
                </a:r>
              </a:p>
              <a:p>
                <a:r>
                  <a:rPr lang="en-GB" dirty="0">
                    <a:solidFill>
                      <a:schemeClr val="tx1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run(0, R, goals)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E2033C2-3FC9-0532-B485-8F82E48641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C05209-07F2-0D09-EE50-83755F538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342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B2FCE-0DE1-ED29-0A8B-7706607248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week: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6A6EFD-3708-E338-90D2-BAB960F5E08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Practice writing logic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How natural deduction is automated by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First order logic, introducing variables and quantifiers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23D9D-A070-7CC8-A680-E2E65E54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0860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83BCE-3558-95CE-9336-5D5B65779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8A45A7E-7165-CC92-337B-733B666ADA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1.09 Exercises </a:t>
            </a:r>
            <a:r>
              <a:rPr lang="en-US" sz="6000" b="1" dirty="0" err="1"/>
              <a:t>Kanren.ipynb</a:t>
            </a:r>
            <a:endParaRPr lang="en-US" sz="6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F3281-04AF-B555-2840-A433FEC64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04046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7949FE9-7A61-D157-5527-5976E0EA8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Automating Reasoning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1046B3-4B8F-93ED-5ED4-04FDFA1ED98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5924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6952-1434-929D-6459-7CDC49E68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96245" cy="632219"/>
          </a:xfrm>
        </p:spPr>
        <p:txBody>
          <a:bodyPr/>
          <a:lstStyle/>
          <a:p>
            <a:r>
              <a:rPr lang="en-US" dirty="0"/>
              <a:t>How Automated Reasoning works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8C2C87-823E-9A87-D370-CB1660610CB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Natural deduction has many rules</a:t>
            </a:r>
          </a:p>
          <a:p>
            <a:endParaRPr lang="en-US" dirty="0"/>
          </a:p>
          <a:p>
            <a:r>
              <a:rPr lang="en-US" dirty="0"/>
              <a:t>How we apply them and in what order is not obvious and relies on “human intuition”.</a:t>
            </a:r>
          </a:p>
          <a:p>
            <a:endParaRPr lang="en-US" dirty="0"/>
          </a:p>
          <a:p>
            <a:r>
              <a:rPr lang="en-US" dirty="0"/>
              <a:t>Computers don’t have human intuition…..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02F9B6-0C0C-B4E6-AD5E-DC59D8FC4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082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0695A-72B0-044E-4260-920974841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94917" cy="632219"/>
          </a:xfrm>
        </p:spPr>
        <p:txBody>
          <a:bodyPr/>
          <a:lstStyle/>
          <a:p>
            <a:r>
              <a:rPr lang="en-US" dirty="0"/>
              <a:t>Logical Equivalencies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/>
              </p:cNvSpPr>
              <p:nvPr>
                <p:ph type="pic" sz="quarter" idx="13"/>
              </p:nvPr>
            </p:nvSpPr>
            <p:spPr/>
            <p:txBody>
              <a:bodyPr/>
              <a:lstStyle/>
              <a:p>
                <a:r>
                  <a:rPr lang="en-US" dirty="0"/>
                  <a:t>Automated inference would be easier if we only had one rule to apply</a:t>
                </a:r>
              </a:p>
              <a:p>
                <a:r>
                  <a:rPr lang="en-US" dirty="0"/>
                  <a:t>Consider the expressions</a:t>
                </a:r>
              </a:p>
              <a:p>
                <a:pPr marL="457189" lvl="1" indent="0">
                  <a:buNone/>
                </a:pPr>
                <a:endParaRPr lang="en-GB" b="0" i="1" dirty="0">
                  <a:latin typeface="Cambria Math" panose="02040503050406030204" pitchFamily="18" charset="0"/>
                </a:endParaRPr>
              </a:p>
              <a:p>
                <a:pPr marL="457189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;    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GB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GB" b="0" dirty="0"/>
              </a:p>
              <a:p>
                <a:pPr marL="457189" lvl="1" indent="0">
                  <a:buNone/>
                </a:pPr>
                <a:endParaRPr lang="en-US" dirty="0"/>
              </a:p>
              <a:p>
                <a:r>
                  <a:rPr lang="en-US" dirty="0"/>
                  <a:t>Can we represent a knowledge base using only </a:t>
                </a:r>
                <a:r>
                  <a:rPr lang="en-US"/>
                  <a:t>one of these</a:t>
                </a:r>
                <a:r>
                  <a:rPr lang="en-US" dirty="0"/>
                  <a:t>?</a:t>
                </a:r>
              </a:p>
            </p:txBody>
          </p:sp>
        </mc:Choice>
        <mc:Fallback xmlns="">
          <p:sp>
            <p:nvSpPr>
              <p:cNvPr id="3" name="Picture Placeholder 2">
                <a:extLst>
                  <a:ext uri="{FF2B5EF4-FFF2-40B4-BE49-F238E27FC236}">
                    <a16:creationId xmlns:a16="http://schemas.microsoft.com/office/drawing/2014/main" id="{85853A79-C0DE-F75B-95ED-8A7EC4A23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pic" sz="quarter" idx="13"/>
              </p:nvPr>
            </p:nvSpPr>
            <p:spPr>
              <a:blipFill>
                <a:blip r:embed="rId3"/>
                <a:stretch>
                  <a:fillRect l="-1084" t="-2089" r="-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24F99-E960-C486-CA7D-9EA166C2F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52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42D0A-6782-8EA6-89F3-27362AAB3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8288547" cy="632219"/>
          </a:xfrm>
        </p:spPr>
        <p:txBody>
          <a:bodyPr/>
          <a:lstStyle/>
          <a:p>
            <a:r>
              <a:rPr lang="en-US" dirty="0"/>
              <a:t>Rule Based Systems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8DD7F-0ADF-563C-C74F-6E2D093370CD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r>
              <a:rPr lang="en-US" dirty="0"/>
              <a:t>If we can represent a Knowledge base purely in terms of material implication and negation, we only need one inference rule: </a:t>
            </a:r>
            <a:r>
              <a:rPr lang="en-US" i="1" dirty="0"/>
              <a:t>modus ponens</a:t>
            </a:r>
          </a:p>
          <a:p>
            <a:endParaRPr lang="en-US" i="1" dirty="0"/>
          </a:p>
          <a:p>
            <a:r>
              <a:rPr lang="en-US" dirty="0"/>
              <a:t>Will allow us to prove logical statements by either:</a:t>
            </a:r>
          </a:p>
          <a:p>
            <a:endParaRPr lang="en-US" dirty="0"/>
          </a:p>
          <a:p>
            <a:r>
              <a:rPr lang="en-US" dirty="0"/>
              <a:t>Systematically deriving new facts until we find the one we want</a:t>
            </a:r>
          </a:p>
          <a:p>
            <a:r>
              <a:rPr lang="en-US" dirty="0"/>
              <a:t>Systematically exploring the known facts to establish compatibility.</a:t>
            </a:r>
          </a:p>
          <a:p>
            <a:endParaRPr lang="en-US" i="1" dirty="0"/>
          </a:p>
          <a:p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9786E-E48A-924B-0232-33ED56F03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74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C2791-FCAC-6BBF-DECB-BB1AF41B1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 Example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9F0266-FF01-C57E-C9F2-2425B4DEB04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6838505" cy="4857857"/>
          </a:xfrm>
        </p:spPr>
        <p:txBody>
          <a:bodyPr>
            <a:noAutofit/>
          </a:bodyPr>
          <a:lstStyle/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Knowledge base of medical treatments.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Includes facts about diseases and the medicines that can be used to treat them: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six diseases {A, B, C, D, E, F 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There are five medicines {U, V, W, X, Y, Z}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The medicines are available in either oral or injectable form {O, I}.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KB tells us which medicines treat a disease, and what form each medicine is available in</a:t>
            </a:r>
          </a:p>
          <a:p>
            <a:pPr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altLang="en-US" sz="24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We have the following rules:</a:t>
            </a: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ts val="600"/>
              </a:spcAft>
              <a:buNone/>
            </a:pPr>
            <a:br>
              <a:rPr lang="en-US" altLang="en-US" sz="2400" dirty="0">
                <a:solidFill>
                  <a:srgbClr val="000000"/>
                </a:solidFill>
                <a:latin typeface="Helvetica" pitchFamily="2" charset="0"/>
              </a:rPr>
            </a:br>
            <a:br>
              <a:rPr lang="en-US" altLang="en-US" sz="2400" dirty="0">
                <a:latin typeface="Helvetica" pitchFamily="2" charset="0"/>
              </a:rPr>
            </a:br>
            <a:endParaRPr lang="en-US" altLang="en-US" sz="2400" dirty="0">
              <a:latin typeface="Helvetica" pitchFamily="2" charset="0"/>
            </a:endParaRPr>
          </a:p>
          <a:p>
            <a:pPr>
              <a:spcAft>
                <a:spcPts val="600"/>
              </a:spcAft>
            </a:pPr>
            <a:endParaRPr lang="en-US" sz="2400" dirty="0"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5240CC-9F09-28A4-A2FE-FDBA5CF10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7539C7B-F338-8BDF-8B9A-821C6CB0EDC9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70926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3AD85-A0AD-770E-FE29-86452AFF8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0E2A4F0-001F-C50D-6A36-CEDCF77C31B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469609" cy="485785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In forward chaining, we start with a fact and a goal, and we explore the implications in a forward direction to find out whether our goal is satisfied.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Given disease B (fact), is there an oral medication available (goal)?</a:t>
            </a: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5EAAE0-4B01-D995-945F-0DEB12ABF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12B82BF-7554-6E48-AB0B-1971B148B5EF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761794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9671-FEB2-7F0E-02B4-41170F42E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DA411-1CF6-2413-0465-F29C6D167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5686586" cy="632219"/>
          </a:xfrm>
        </p:spPr>
        <p:txBody>
          <a:bodyPr/>
          <a:lstStyle/>
          <a:p>
            <a:r>
              <a:rPr lang="en-US" dirty="0"/>
              <a:t>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6B0406-132C-9FC6-4848-AA7DC852E62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dirty="0"/>
              <a:t>In backward chaining, we start with our goal, and work through the implications backwards to see if the goal is supported by the facts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r>
              <a:rPr lang="en-US" dirty="0"/>
              <a:t>Given that the patient wants oral medication O, is that suitable for their disease B?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AEDB50-F334-800B-18E8-6817279D9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49BD2E-360A-8A61-2F7C-CFAC01BA787E}"/>
              </a:ext>
            </a:extLst>
          </p:cNvPr>
          <p:cNvSpPr txBox="1"/>
          <p:nvPr/>
        </p:nvSpPr>
        <p:spPr>
          <a:xfrm>
            <a:off x="8753844" y="697528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3712112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AF040-76DD-B46A-E26E-F6D3A4225D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61984-6C2E-F013-7C6E-D66E0E089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52308" cy="632219"/>
          </a:xfrm>
        </p:spPr>
        <p:txBody>
          <a:bodyPr/>
          <a:lstStyle/>
          <a:p>
            <a:r>
              <a:rPr lang="en-US" dirty="0"/>
              <a:t>Forward vs Backward Chaining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79333-B7B4-D9BB-7C78-CEE86141ED3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201" y="1119706"/>
            <a:ext cx="5877731" cy="4857857"/>
          </a:xfrm>
        </p:spPr>
        <p:txBody>
          <a:bodyPr>
            <a:normAutofit/>
          </a:bodyPr>
          <a:lstStyle/>
          <a:p>
            <a:r>
              <a:rPr lang="en-US" dirty="0"/>
              <a:t>Forward chaining: given the facts, what goals can we solve?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Backward chaining: is the goal we want to solve supported by the evidence?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US" i="1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  <a:p>
            <a:pPr algn="l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2B21D1-CFD8-D760-2369-818E91C50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4CAD4A-D2AD-EDC0-DC85-0D34C7801003}"/>
              </a:ext>
            </a:extLst>
          </p:cNvPr>
          <p:cNvSpPr txBox="1"/>
          <p:nvPr/>
        </p:nvSpPr>
        <p:spPr>
          <a:xfrm>
            <a:off x="9437760" y="458956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8080986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FE7BE7B-0166-523A-A6D9-582A1DC75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0663" y="1216316"/>
            <a:ext cx="7168541" cy="48344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A4D252A-2F48-8C2C-C0C6-7321B18DD7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CDC04-E83D-8606-43DC-2B8B5648B1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4545496"/>
            <a:ext cx="4616302" cy="146797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forms of drug can be used to treat disease D?</a:t>
            </a:r>
          </a:p>
          <a:p>
            <a:pPr marL="0" indent="0">
              <a:buNone/>
            </a:pPr>
            <a:endParaRPr lang="en-US" sz="20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r>
              <a:rPr lang="en-US" sz="2000" i="1" dirty="0">
                <a:solidFill>
                  <a:schemeClr val="tx2"/>
                </a:solidFill>
              </a:rPr>
              <a:t>What diseases can be treated with an injection?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9B3E43-4C2D-FEF8-245E-73BB2AF97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56B6BE-B1B7-9FE4-5BF5-819EB27866E5}"/>
              </a:ext>
            </a:extLst>
          </p:cNvPr>
          <p:cNvSpPr txBox="1"/>
          <p:nvPr/>
        </p:nvSpPr>
        <p:spPr>
          <a:xfrm>
            <a:off x="10501016" y="253433"/>
            <a:ext cx="1863356" cy="59400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1. A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2. B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3. B ⇒ V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4. C ⇒ U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5. C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6. D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7. D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8. E ⇒ W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9. E ⇒ X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10. F ⇒ Y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11. F ⇒ Z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12. U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13. V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14. W ⇒ O</a:t>
            </a:r>
          </a:p>
          <a:p>
            <a:pPr marL="0" lvl="0" indent="0" defTabSz="9144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15. W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16. X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17. Y ⇒ I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18. Y ⇒ O</a:t>
            </a:r>
            <a:br>
              <a:rPr lang="en-US" altLang="en-US" sz="2000" dirty="0">
                <a:solidFill>
                  <a:srgbClr val="000000"/>
                </a:solidFill>
                <a:latin typeface="Helvetica" pitchFamily="2" charset="0"/>
              </a:rPr>
            </a:br>
            <a:r>
              <a:rPr lang="en-US" altLang="en-US" sz="2000" dirty="0">
                <a:solidFill>
                  <a:srgbClr val="000000"/>
                </a:solidFill>
                <a:latin typeface="Helvetica" pitchFamily="2" charset="0"/>
                <a:cs typeface="Arial" panose="020B0604020202020204" pitchFamily="34" charset="0"/>
              </a:rPr>
              <a:t>19. Z ⇒ I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6042643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105BE9-382E-C731-9CD5-2B3FB3823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73D80-161A-6915-D98B-D857AC5E4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Search and Proof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F48E2C-D253-92BC-10EA-594CF4E13A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0863"/>
            <a:ext cx="4400228" cy="4912611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tx2"/>
                </a:solidFill>
              </a:rPr>
              <a:t>Inference in rule based systems is equivalent to </a:t>
            </a:r>
            <a:r>
              <a:rPr lang="en-US" sz="1600" b="1" dirty="0">
                <a:solidFill>
                  <a:schemeClr val="tx2"/>
                </a:solidFill>
              </a:rPr>
              <a:t>search </a:t>
            </a:r>
            <a:r>
              <a:rPr lang="en-US" sz="1600" dirty="0">
                <a:solidFill>
                  <a:schemeClr val="tx2"/>
                </a:solidFill>
              </a:rPr>
              <a:t>on a directed graph</a:t>
            </a:r>
          </a:p>
          <a:p>
            <a:r>
              <a:rPr lang="en-US" sz="1600" dirty="0">
                <a:solidFill>
                  <a:schemeClr val="tx2"/>
                </a:solidFill>
              </a:rPr>
              <a:t>A proof corresponds to finding a path in the graph between the premises and the goal.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forward chaining, we start with the premises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Patients has disease B. Can we treat it with Oral medication?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In backward chaining, we start with the goal</a:t>
            </a:r>
          </a:p>
          <a:p>
            <a:pPr marL="0" indent="0">
              <a:buNone/>
            </a:pPr>
            <a:r>
              <a:rPr lang="en-US" sz="1600" i="1" dirty="0">
                <a:solidFill>
                  <a:schemeClr val="tx2"/>
                </a:solidFill>
              </a:rPr>
              <a:t>Oral medication. Can it treat disease B?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r>
              <a:rPr lang="en-US" sz="1600" dirty="0">
                <a:solidFill>
                  <a:schemeClr val="tx2"/>
                </a:solidFill>
              </a:rPr>
              <a:t>Both cases require us to traverse the graph. How to do this systematically?</a:t>
            </a:r>
          </a:p>
          <a:p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0" indent="0">
              <a:buNone/>
            </a:pPr>
            <a:endParaRPr lang="en-US" sz="1600" i="1" dirty="0">
              <a:solidFill>
                <a:schemeClr val="tx2"/>
              </a:solidFill>
            </a:endParaRPr>
          </a:p>
          <a:p>
            <a:pPr marL="742944" indent="-457200"/>
            <a:endParaRPr lang="en-US" sz="1600" dirty="0">
              <a:solidFill>
                <a:schemeClr val="tx2"/>
              </a:solidFill>
            </a:endParaRPr>
          </a:p>
          <a:p>
            <a:pPr marL="914389" lvl="1" indent="-457200"/>
            <a:endParaRPr lang="en-US" sz="26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0D1E2E-8AE5-A406-3A84-16D25A387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225114B-EE84-2983-0C4A-CFCC0413F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01908"/>
            <a:ext cx="5715000" cy="3854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6199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CE97B-E535-D213-C26D-7E0416CBE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102439" cy="632219"/>
          </a:xfrm>
        </p:spPr>
        <p:txBody>
          <a:bodyPr/>
          <a:lstStyle/>
          <a:p>
            <a:r>
              <a:rPr lang="en-US" dirty="0"/>
              <a:t>Breadth-First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21C71D-B90F-C87B-1AB2-CE5BFE361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7B14E7-83A8-299E-B7ED-4DE584BCA2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87E672-5EAA-C634-2591-585393ACC8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018" y="1234891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856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0D4D8-5634-6522-BFAE-813220B4F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D9FF2B-31B4-23B9-2A9C-6FFA4718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500263" cy="632219"/>
          </a:xfrm>
        </p:spPr>
        <p:txBody>
          <a:bodyPr/>
          <a:lstStyle/>
          <a:p>
            <a:r>
              <a:rPr lang="en-US" dirty="0"/>
              <a:t>Breadth-First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80CDEC-6B1F-1E60-30D3-F69404B11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6EB622-C2CB-8C2A-0BEF-B9C18CCB1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196" y="1293702"/>
            <a:ext cx="5646290" cy="491117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38F43A6-473E-978A-9646-A1B5E16420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75833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6856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F5E06-75C1-9AC8-1943-1531FF97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6F6916-C080-03A1-E8E7-5C6BB3D42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857854" cy="632219"/>
          </a:xfrm>
        </p:spPr>
        <p:txBody>
          <a:bodyPr/>
          <a:lstStyle/>
          <a:p>
            <a:r>
              <a:rPr lang="en-US" dirty="0"/>
              <a:t>Depth-First Search (Forward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5BAF1-C1D3-C29C-C9F1-297A10A42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B06704B-91B9-3E8B-D510-8BCE528A31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808155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514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DB016-A11C-ABCA-0E92-CB61A51E3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DD76-5F16-73FC-311E-CBD14581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1312471" cy="632219"/>
          </a:xfrm>
        </p:spPr>
        <p:txBody>
          <a:bodyPr/>
          <a:lstStyle/>
          <a:p>
            <a:r>
              <a:rPr lang="en-US" dirty="0"/>
              <a:t>Depth-First Search (Backward Chaining)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3E4E11-6539-2756-412A-C6D4DD45E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ED5DE6-0657-280E-665B-C768B922E4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34891"/>
            <a:ext cx="7772400" cy="524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10420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2D569C-7482-874A-E669-773FB73A6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11359" cy="632219"/>
          </a:xfrm>
        </p:spPr>
        <p:txBody>
          <a:bodyPr/>
          <a:lstStyle/>
          <a:p>
            <a:r>
              <a:rPr lang="en-US" dirty="0"/>
              <a:t>Breadth vs Depth-First Search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6B6F72-77E4-EBA7-FECE-4BFC9B4C8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0712F8E-FBF7-6A3C-8A52-8A701758E6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743" y="1276597"/>
            <a:ext cx="11590475" cy="4310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6946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EFE28-A46F-086B-8C33-47A70D7FC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3898E0-4A5E-6323-06B7-F52A39F46D9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6000" b="1" dirty="0"/>
              <a:t>1.11 Exercises Automating Natural </a:t>
            </a:r>
            <a:r>
              <a:rPr lang="en-US" sz="6000" b="1" dirty="0" err="1"/>
              <a:t>Deduction.ipynb</a:t>
            </a:r>
            <a:endParaRPr lang="en-US" sz="60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A1633-BF73-E66E-B238-D1A029D2BF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7393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6549309-DC7F-9750-4392-F2CFA5287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E43817-E6E5-963F-45E3-222D6EC6C2B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68151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381419"/>
            <a:ext cx="8175171" cy="632219"/>
          </a:xfrm>
        </p:spPr>
        <p:txBody>
          <a:bodyPr/>
          <a:lstStyle/>
          <a:p>
            <a:r>
              <a:rPr lang="en-US" dirty="0"/>
              <a:t>A Problem with Propositions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r>
              <a:rPr lang="en-GB" sz="2400" dirty="0">
                <a:solidFill>
                  <a:schemeClr val="tx2"/>
                </a:solidFill>
              </a:rPr>
              <a:t>	All computer scientists are logical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Alan is a computer scientist</a:t>
            </a:r>
          </a:p>
          <a:p>
            <a:r>
              <a:rPr lang="en-GB" sz="2400" dirty="0">
                <a:solidFill>
                  <a:schemeClr val="tx2"/>
                </a:solidFill>
              </a:rPr>
              <a:t>	Therefore Alan is logical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can represent this easily this in propositional logic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another computer scientist, Grace?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Our argument above is about Alan.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We need to construct another argument for Grace.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What about Physicists,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Philophers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, Classicists?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seems……wasteful</a:t>
            </a:r>
          </a:p>
          <a:p>
            <a:pPr lvl="1"/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0A4955-C5B1-2691-5C79-E75FF9A054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00" y="2990800"/>
            <a:ext cx="3149600" cy="67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2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Even worse….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GB" sz="2400" dirty="0">
                <a:solidFill>
                  <a:schemeClr val="tx2"/>
                </a:solidFill>
              </a:rPr>
              <a:t>	All women are mortal</a:t>
            </a:r>
          </a:p>
          <a:p>
            <a:r>
              <a:rPr lang="en-GB" sz="2400" dirty="0">
                <a:solidFill>
                  <a:schemeClr val="tx2"/>
                </a:solidFill>
              </a:rPr>
              <a:t>	Some women have black hair</a:t>
            </a:r>
          </a:p>
          <a:p>
            <a:r>
              <a:rPr lang="en-US" sz="2400" dirty="0">
                <a:solidFill>
                  <a:schemeClr val="tx2"/>
                </a:solidFill>
              </a:rPr>
              <a:t>	Therefore all women with black hair are mortal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Do our tools allow us to prove that this is a valid argument?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These are all propositions, but they use quantifiers (all, some)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 tools for working for this in propositional logic.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Careful definitions of the sentences has got us out of trouble so far but won’t work here.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need some new mechanisms.</a:t>
            </a:r>
          </a:p>
          <a:p>
            <a:endParaRPr sz="24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98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First Order Logic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Propositions have to be </a:t>
            </a:r>
            <a:r>
              <a:rPr lang="en-US" sz="2800" i="1" dirty="0">
                <a:solidFill>
                  <a:schemeClr val="tx2"/>
                </a:solidFill>
              </a:rPr>
              <a:t>unconditionally</a:t>
            </a:r>
            <a:r>
              <a:rPr lang="en-US" sz="2800" dirty="0">
                <a:solidFill>
                  <a:schemeClr val="tx2"/>
                </a:solidFill>
              </a:rPr>
              <a:t> True or False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men are mortal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Socrates is a man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always rains in Belfast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First order logic introduces mechanisms that allow us to include and reason about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Variables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(Men, Socrates, Belfast </a:t>
            </a:r>
            <a:r>
              <a:rPr lang="en-US" sz="2800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etc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 </a:t>
            </a:r>
            <a:endParaRPr lang="en-US" sz="2800" i="1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Quantifiers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(all, some)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2800" i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Predicates </a:t>
            </a:r>
            <a:r>
              <a:rPr lang="en-US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(is mortal, is a man, it rains)</a:t>
            </a:r>
          </a:p>
        </p:txBody>
      </p:sp>
    </p:spTree>
    <p:extLst>
      <p:ext uri="{BB962C8B-B14F-4D97-AF65-F5344CB8AC3E}">
        <p14:creationId xmlns:p14="http://schemas.microsoft.com/office/powerpoint/2010/main" val="4928298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Variables and Predicates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First order logic allows us to formulate generic statement.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Instead of saying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Grace is a Computer Scientist but is not a politician</a:t>
                </a:r>
              </a:p>
              <a:p>
                <a:pPr marL="742939" lvl="1" indent="-285750">
                  <a:buFont typeface="Arial" panose="020B0604020202020204" pitchFamily="34" charset="0"/>
                  <a:buChar char="•"/>
                </a:pP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Boris is not a Computer Scientist but is a politician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can define predicates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C(x) and P(x)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is a person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{</a:t>
                </a:r>
                <a:r>
                  <a:rPr lang="en-US" dirty="0" err="1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Alan,Grace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r>
                  <a:rPr lang="en-US" i="1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P(x)</a:t>
                </a:r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when x</a:t>
                </a:r>
                <a14:m>
                  <m:oMath xmlns:m="http://schemas.openxmlformats.org/officeDocument/2006/math">
                    <m:r>
                      <a:rPr lang="en-US" b="0" i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dirty="0">
                    <a:solidFill>
                      <a:schemeClr val="tx2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{Boris}</a:t>
                </a:r>
              </a:p>
              <a:p>
                <a:pPr marL="914389" lvl="1" indent="-457200">
                  <a:buFont typeface="Arial" panose="020B0604020202020204" pitchFamily="34" charset="0"/>
                  <a:buChar char="•"/>
                </a:pPr>
                <a:endParaRPr lang="en-US" dirty="0">
                  <a:solidFill>
                    <a:schemeClr val="tx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i="1" dirty="0" err="1">
                    <a:solidFill>
                      <a:schemeClr val="tx2"/>
                    </a:solidFill>
                  </a:rPr>
                  <a:t>x,y,z</a:t>
                </a:r>
                <a:r>
                  <a:rPr lang="en-US" sz="2400" dirty="0">
                    <a:solidFill>
                      <a:schemeClr val="tx2"/>
                    </a:solidFill>
                  </a:rPr>
                  <a:t> are variables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Each variable is defined on a </a:t>
                </a:r>
                <a:r>
                  <a:rPr lang="en-US" sz="2400" i="1" dirty="0">
                    <a:solidFill>
                      <a:schemeClr val="tx2"/>
                    </a:solidFill>
                  </a:rPr>
                  <a:t>domain.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AE94B32C-3DA8-5689-C060-98581CE178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844" t="-1809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159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2"/>
                </a:solidFill>
              </a:rPr>
              <a:t>We may wish to make statements about part or all of a variable domain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5733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FB3F1A-3E82-7170-DC37-793C73FE0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76F5A-A9F4-700D-268A-B27B90949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Duality of Quantifiers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E2B07-A124-5DA8-EA21-AB4FBE4937F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9FF69-FDAC-6211-4DAE-EF2C8EFF5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13729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63DE9-FC44-2575-E556-2200345B3C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763189" cy="632219"/>
          </a:xfrm>
        </p:spPr>
        <p:txBody>
          <a:bodyPr/>
          <a:lstStyle/>
          <a:p>
            <a:r>
              <a:rPr lang="en-US" dirty="0"/>
              <a:t>Logical Connectives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94B32C-3DA8-5689-C060-98581CE178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can use connectives with both predicates and quantifiers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D1C02F-4E5A-373A-82A2-17DBD0107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86524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A5605-0A71-655F-BF74-3730439C3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Building a Knowledge Base with First Order Logic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42A8331-EFD8-28D3-BF65-1351DFDF83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2022231"/>
            <a:ext cx="10515600" cy="4024150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A familiar example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Students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Professors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Courses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Modules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Assessments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6C9D31-4E4D-57FD-AE43-339711B12BC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323275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45B1C3-10D8-F0D9-0A7E-7066AF808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Scenario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373B34-873A-154B-01B4-81CEFA3FBFE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1096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E8AF7-906F-DF32-0CD9-ED6C4CE61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Modelling with Predicates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9FB10-6AF4-6A0F-81F0-EA337BB481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7983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ABEB0-D1F5-A580-D88D-97CD8DCF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Rules to Derive New Facts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5C8D2-9EEB-D4A4-D4C1-4C63AE473C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21800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F9D9E-EAC3-BB4B-B479-513655E90A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443484" cy="632219"/>
          </a:xfrm>
        </p:spPr>
        <p:txBody>
          <a:bodyPr/>
          <a:lstStyle/>
          <a:p>
            <a:r>
              <a:rPr lang="en-US" dirty="0"/>
              <a:t>Correctness of Arguments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More subtle than propositional logic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We have to worry about the variables, quantifiers, and domains.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The same notions of validity and soundness apply, but: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Validity requires that the conclusion is True in every possible domain for every possible interpretation in which the Premises are True.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Soundness also requires the premises to be true in the specific interpretation in which we are making the argument.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2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b="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en-GB" sz="2400" b="0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 :</m:t>
                      </m:r>
                      <m:d>
                        <m:dPr>
                          <m:ctrlP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∋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GB" sz="2400" i="1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4E438E12-F8D3-C71B-9795-476831D898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A0BAF-9FC7-3959-6F6C-5F6799A0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042575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E194C-7DCD-8E69-3C9A-C8BF55FE9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6562060" cy="632219"/>
          </a:xfrm>
        </p:spPr>
        <p:txBody>
          <a:bodyPr/>
          <a:lstStyle/>
          <a:p>
            <a:r>
              <a:rPr lang="en-US" dirty="0"/>
              <a:t>Natural Deduction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C8596-8D99-5F23-0151-FC364A2561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Natural Deduction is much more subtle that for propositional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All of the same rules apply but need to be applied with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Are the following arguments valid or invalid? Where is the error in reasoning?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375C54-FA57-4066-3090-E2FB28601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85374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D52EC-C454-FA01-2477-B4A49298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new rules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EE8247-623A-9B5E-0F31-B3070E16BAE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1D27A8-8FF3-2792-F0F4-B5EAC9CDF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0444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9E383-E88E-EE0E-A542-CBC9EDB19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749746" cy="632219"/>
          </a:xfrm>
        </p:spPr>
        <p:txBody>
          <a:bodyPr/>
          <a:lstStyle/>
          <a:p>
            <a:r>
              <a:rPr lang="en-US" dirty="0"/>
              <a:t>Proofs in First Order Logic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Process is somewhat different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Applying proof rules under a quantifier can be fraught with error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Typically proceed by eliminating the quantifiers, apply the rules, and then reintroduce the quantifiers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  <a:latin typeface="Helvetica" pitchFamily="2" charset="0"/>
                  </a:rPr>
                  <a:t>Example: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en-GB" sz="2400" b="0" i="1" dirty="0" smtClean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:∀</m:t>
                    </m:r>
                    <m:r>
                      <a:rPr lang="en-GB" sz="2400" i="1" dirty="0">
                        <a:solidFill>
                          <a:schemeClr val="tx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["/>
                        <m:endChr m:val="]"/>
                        <m:ctrlP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2400" i="1" dirty="0">
                            <a:solidFill>
                              <a:schemeClr val="tx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dirty="0">
                                <a:solidFill>
                                  <a:schemeClr val="tx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  <a:p>
                <a:endParaRPr lang="en-GB" sz="2400" dirty="0">
                  <a:solidFill>
                    <a:schemeClr val="tx1">
                      <a:lumMod val="50000"/>
                    </a:schemeClr>
                  </a:solidFill>
                  <a:latin typeface="Helvetica" pitchFamily="2" charset="0"/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6585A35C-0297-74D4-7320-EBFE58E7F9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3"/>
                <a:stretch>
                  <a:fillRect l="-844" t="-1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51CE2A-CD52-DC9B-AB11-ED4D0BE84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075209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B7CBA-E378-CC07-E6F9-1AE06A2B64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Another Proof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GB" sz="2400" i="1" dirty="0" smtClean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⇒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∃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  <a:p>
                <a:br>
                  <a:rPr lang="en-GB" sz="2400" dirty="0">
                    <a:solidFill>
                      <a:schemeClr val="tx1">
                        <a:lumMod val="50000"/>
                      </a:schemeClr>
                    </a:solidFill>
                  </a:rPr>
                </a:br>
                <a:endParaRPr lang="en-GB" sz="2400" dirty="0">
                  <a:solidFill>
                    <a:schemeClr val="tx1">
                      <a:lumMod val="50000"/>
                    </a:schemeClr>
                  </a:solidFill>
                </a:endParaRPr>
              </a:p>
              <a:p>
                <a:endParaRPr lang="en-US" sz="2400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1298E7E9-10B5-F640-71F6-76FA2C53DBB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81615-6FA2-E574-67CB-518BD37C4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100780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5DDAB-0104-C4F9-F68B-B99D21814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Third 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 smtClean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∀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d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lit/>
                        </m:rPr>
                        <a:rPr lang="en-GB" sz="2400" i="1" dirty="0">
                          <a:solidFill>
                            <a:schemeClr val="tx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d>
                        <m:dPr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∃</m:t>
                          </m:r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2400" i="1" dirty="0">
                              <a:solidFill>
                                <a:schemeClr val="tx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2400" i="1" dirty="0" err="1">
                                  <a:solidFill>
                                    <a:schemeClr val="tx1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/>
              </a:p>
              <a:p>
                <a:endParaRPr lang="en-US" dirty="0">
                  <a:solidFill>
                    <a:schemeClr val="tx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Text Placeholder 2">
                <a:extLst>
                  <a:ext uri="{FF2B5EF4-FFF2-40B4-BE49-F238E27FC236}">
                    <a16:creationId xmlns:a16="http://schemas.microsoft.com/office/drawing/2014/main" id="{C6FD1916-1C41-081F-D92B-8EC639F9311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t="-1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FF6E9E-7F65-EA2E-03EA-19EB8B048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58177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B2ED-7D52-F1C3-6166-6059749E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4800"/>
              <a:t>1.13 Exercise</a:t>
            </a:r>
            <a:r>
              <a:rPr lang="en-US" sz="4800" dirty="0"/>
              <a:t>s</a:t>
            </a:r>
            <a:r>
              <a:rPr lang="en-US" sz="4800"/>
              <a:t> </a:t>
            </a:r>
            <a:r>
              <a:rPr lang="en-US" sz="4800" dirty="0"/>
              <a:t>First Order Logic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8BB2-CE84-16B2-99F6-937C7CF0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504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8FE8A-915A-3E51-42B8-77D69C86CF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98F8-B0F8-A713-499E-C9BAE6C7F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Day 2 Wrap-up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5D2F98-9F4B-10ED-CC9E-A35B89AC7A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Logic programming with </a:t>
            </a:r>
            <a:r>
              <a:rPr lang="en-US" sz="2400" dirty="0" err="1">
                <a:solidFill>
                  <a:schemeClr val="tx1">
                    <a:lumMod val="50000"/>
                  </a:schemeClr>
                </a:solidFill>
              </a:rPr>
              <a:t>Kanren</a:t>
            </a: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Forward and Backward Chaining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Proof and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endParaRPr lang="en-US" sz="2400" dirty="0">
              <a:solidFill>
                <a:schemeClr val="tx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Next Week: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>
                    <a:lumMod val="50000"/>
                  </a:schemeClr>
                </a:solidFill>
              </a:rPr>
              <a:t>First Order Logic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DB3F90-0DC7-7DAB-FE48-4406DB567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9734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2220</TotalTime>
  <Words>2872</Words>
  <Application>Microsoft Macintosh PowerPoint</Application>
  <PresentationFormat>Widescreen</PresentationFormat>
  <Paragraphs>335</Paragraphs>
  <Slides>44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Calibri Light</vt:lpstr>
      <vt:lpstr>Cambria Math</vt:lpstr>
      <vt:lpstr>Courier New</vt:lpstr>
      <vt:lpstr>Helvetica</vt:lpstr>
      <vt:lpstr>Office Theme</vt:lpstr>
      <vt:lpstr>MSc Artificial Intelligence</vt:lpstr>
      <vt:lpstr>Recap</vt:lpstr>
      <vt:lpstr>Propositions</vt:lpstr>
      <vt:lpstr>Symbolic Logic</vt:lpstr>
      <vt:lpstr>Example of a Formal Proof</vt:lpstr>
      <vt:lpstr>Logic Programming</vt:lpstr>
      <vt:lpstr>This week:</vt:lpstr>
      <vt:lpstr>PowerPoint Presentation</vt:lpstr>
      <vt:lpstr>Automating Reasoning</vt:lpstr>
      <vt:lpstr>How Automated Reasoning works</vt:lpstr>
      <vt:lpstr>Logical Equivalencies</vt:lpstr>
      <vt:lpstr>Rule Based Systems </vt:lpstr>
      <vt:lpstr>An Example</vt:lpstr>
      <vt:lpstr>Forward Chaining</vt:lpstr>
      <vt:lpstr>Backward Chaining</vt:lpstr>
      <vt:lpstr>Forward vs Backward Chaining</vt:lpstr>
      <vt:lpstr>Search and Proof</vt:lpstr>
      <vt:lpstr>Search and Proof</vt:lpstr>
      <vt:lpstr>Breadth-First Search (Forward Chaining)</vt:lpstr>
      <vt:lpstr>Breadth-First Search (Backward Chaining)</vt:lpstr>
      <vt:lpstr>Depth-First Search (Forward Chaining)</vt:lpstr>
      <vt:lpstr>Depth-First Search (Backward Chaining)</vt:lpstr>
      <vt:lpstr>Breadth vs Depth-First Search</vt:lpstr>
      <vt:lpstr>PowerPoint Presentation</vt:lpstr>
      <vt:lpstr>First Order Logic</vt:lpstr>
      <vt:lpstr>A Problem with Propositions</vt:lpstr>
      <vt:lpstr>First Order Logic</vt:lpstr>
      <vt:lpstr>First Order Logic</vt:lpstr>
      <vt:lpstr>Variables and Predicates</vt:lpstr>
      <vt:lpstr>Quantifiers</vt:lpstr>
      <vt:lpstr>Duality of Quantifiers</vt:lpstr>
      <vt:lpstr>Logical Connectives</vt:lpstr>
      <vt:lpstr>Building a Knowledge Base with First Order Logic</vt:lpstr>
      <vt:lpstr>The Scenario</vt:lpstr>
      <vt:lpstr>Modelling with Predicates</vt:lpstr>
      <vt:lpstr>Adding Rules to Derive New Facts</vt:lpstr>
      <vt:lpstr>Correctness of Arguments</vt:lpstr>
      <vt:lpstr>Natural Deduction</vt:lpstr>
      <vt:lpstr>Some new rules</vt:lpstr>
      <vt:lpstr>Proofs in First Order Logic</vt:lpstr>
      <vt:lpstr>Another Proof</vt:lpstr>
      <vt:lpstr>Third example</vt:lpstr>
      <vt:lpstr>PowerPoint Presentation</vt:lpstr>
      <vt:lpstr>Day 2 Wrap-up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2026-09-20T13:44:18Z</dcterms:modified>
</cp:coreProperties>
</file>