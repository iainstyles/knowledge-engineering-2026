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91" r:id="rId2"/>
    <p:sldId id="412" r:id="rId3"/>
    <p:sldId id="426" r:id="rId4"/>
    <p:sldId id="380" r:id="rId5"/>
    <p:sldId id="413" r:id="rId6"/>
    <p:sldId id="414" r:id="rId7"/>
    <p:sldId id="415" r:id="rId8"/>
    <p:sldId id="416" r:id="rId9"/>
    <p:sldId id="417" r:id="rId10"/>
    <p:sldId id="418" r:id="rId11"/>
    <p:sldId id="316" r:id="rId12"/>
    <p:sldId id="313" r:id="rId13"/>
    <p:sldId id="314" r:id="rId14"/>
    <p:sldId id="420" r:id="rId15"/>
    <p:sldId id="320" r:id="rId16"/>
    <p:sldId id="406" r:id="rId17"/>
    <p:sldId id="421" r:id="rId18"/>
    <p:sldId id="319" r:id="rId19"/>
    <p:sldId id="315" r:id="rId20"/>
    <p:sldId id="422" r:id="rId21"/>
    <p:sldId id="323" r:id="rId22"/>
    <p:sldId id="424" r:id="rId23"/>
    <p:sldId id="407" r:id="rId24"/>
    <p:sldId id="411" r:id="rId25"/>
    <p:sldId id="419" r:id="rId26"/>
    <p:sldId id="423" r:id="rId27"/>
    <p:sldId id="425" r:id="rId2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B95D6-E64D-134F-A6F5-C4D80E6F189F}" v="5" dt="2026-10-05T14:10:27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9" autoAdjust="0"/>
    <p:restoredTop sz="82300" autoAdjust="0"/>
  </p:normalViewPr>
  <p:slideViewPr>
    <p:cSldViewPr snapToGrid="0" snapToObjects="1" showGuides="1">
      <p:cViewPr varScale="1">
        <p:scale>
          <a:sx n="76" d="100"/>
          <a:sy n="76" d="100"/>
        </p:scale>
        <p:origin x="208" y="560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custSel addSld delSld modSld">
      <pc:chgData name="Iain Styles" userId="befbdaae-53f8-4d26-a8dc-3366b09f768a" providerId="ADAL" clId="{5E0D2633-D8F6-500D-A7FC-C9CB56BC4BFB}" dt="2026-10-05T14:10:27.161" v="36"/>
      <pc:docMkLst>
        <pc:docMk/>
      </pc:docMkLst>
      <pc:sldChg chg="addSp">
        <pc:chgData name="Iain Styles" userId="befbdaae-53f8-4d26-a8dc-3366b09f768a" providerId="ADAL" clId="{5E0D2633-D8F6-500D-A7FC-C9CB56BC4BFB}" dt="2026-10-05T14:10:27.161" v="36"/>
        <pc:sldMkLst>
          <pc:docMk/>
          <pc:sldMk cId="2402746477" sldId="411"/>
        </pc:sldMkLst>
        <pc:inkChg chg="add">
          <ac:chgData name="Iain Styles" userId="befbdaae-53f8-4d26-a8dc-3366b09f768a" providerId="ADAL" clId="{5E0D2633-D8F6-500D-A7FC-C9CB56BC4BFB}" dt="2026-10-05T14:10:27.161" v="36"/>
          <ac:inkMkLst>
            <pc:docMk/>
            <pc:sldMk cId="2402746477" sldId="411"/>
            <ac:inkMk id="2" creationId="{3387E56A-8793-511B-BCCD-69D0CBE74F3C}"/>
          </ac:inkMkLst>
        </pc:inkChg>
      </pc:sldChg>
      <pc:sldChg chg="addSp">
        <pc:chgData name="Iain Styles" userId="befbdaae-53f8-4d26-a8dc-3366b09f768a" providerId="ADAL" clId="{5E0D2633-D8F6-500D-A7FC-C9CB56BC4BFB}" dt="2026-10-05T10:00:12.571" v="34"/>
        <pc:sldMkLst>
          <pc:docMk/>
          <pc:sldMk cId="2709126017" sldId="413"/>
        </pc:sldMkLst>
        <pc:inkChg chg="add">
          <ac:chgData name="Iain Styles" userId="befbdaae-53f8-4d26-a8dc-3366b09f768a" providerId="ADAL" clId="{5E0D2633-D8F6-500D-A7FC-C9CB56BC4BFB}" dt="2026-10-05T10:00:12.571" v="34"/>
          <ac:inkMkLst>
            <pc:docMk/>
            <pc:sldMk cId="2709126017" sldId="413"/>
            <ac:inkMk id="2" creationId="{0F27E8F8-2008-E8E7-7112-E2A32F32AB80}"/>
          </ac:inkMkLst>
        </pc:inkChg>
      </pc:sldChg>
      <pc:sldChg chg="addSp">
        <pc:chgData name="Iain Styles" userId="befbdaae-53f8-4d26-a8dc-3366b09f768a" providerId="ADAL" clId="{5E0D2633-D8F6-500D-A7FC-C9CB56BC4BFB}" dt="2026-10-05T14:10:27.161" v="36"/>
        <pc:sldMkLst>
          <pc:docMk/>
          <pc:sldMk cId="634556142" sldId="419"/>
        </pc:sldMkLst>
        <pc:inkChg chg="add">
          <ac:chgData name="Iain Styles" userId="befbdaae-53f8-4d26-a8dc-3366b09f768a" providerId="ADAL" clId="{5E0D2633-D8F6-500D-A7FC-C9CB56BC4BFB}" dt="2026-10-05T14:10:27.161" v="36"/>
          <ac:inkMkLst>
            <pc:docMk/>
            <pc:sldMk cId="634556142" sldId="419"/>
            <ac:inkMk id="2" creationId="{F4B02D59-8DFE-E50E-99DC-07CBC217496B}"/>
          </ac:inkMkLst>
        </pc:inkChg>
      </pc:sldChg>
      <pc:sldChg chg="addSp">
        <pc:chgData name="Iain Styles" userId="befbdaae-53f8-4d26-a8dc-3366b09f768a" providerId="ADAL" clId="{5E0D2633-D8F6-500D-A7FC-C9CB56BC4BFB}" dt="2026-10-05T13:52:29.968" v="35"/>
        <pc:sldMkLst>
          <pc:docMk/>
          <pc:sldMk cId="2070073062" sldId="421"/>
        </pc:sldMkLst>
        <pc:inkChg chg="add">
          <ac:chgData name="Iain Styles" userId="befbdaae-53f8-4d26-a8dc-3366b09f768a" providerId="ADAL" clId="{5E0D2633-D8F6-500D-A7FC-C9CB56BC4BFB}" dt="2026-10-05T13:52:29.968" v="35"/>
          <ac:inkMkLst>
            <pc:docMk/>
            <pc:sldMk cId="2070073062" sldId="421"/>
            <ac:inkMk id="3" creationId="{E8F5E06F-9D44-5891-81AD-4000ABD15577}"/>
          </ac:inkMkLst>
        </pc:inkChg>
      </pc:sldChg>
      <pc:sldChg chg="addSp">
        <pc:chgData name="Iain Styles" userId="befbdaae-53f8-4d26-a8dc-3366b09f768a" providerId="ADAL" clId="{5E0D2633-D8F6-500D-A7FC-C9CB56BC4BFB}" dt="2026-10-05T13:52:29.968" v="35"/>
        <pc:sldMkLst>
          <pc:docMk/>
          <pc:sldMk cId="2596182602" sldId="422"/>
        </pc:sldMkLst>
        <pc:inkChg chg="add">
          <ac:chgData name="Iain Styles" userId="befbdaae-53f8-4d26-a8dc-3366b09f768a" providerId="ADAL" clId="{5E0D2633-D8F6-500D-A7FC-C9CB56BC4BFB}" dt="2026-10-05T13:52:29.968" v="35"/>
          <ac:inkMkLst>
            <pc:docMk/>
            <pc:sldMk cId="2596182602" sldId="422"/>
            <ac:inkMk id="2" creationId="{D6CEBE9A-7CDE-BC75-BC86-78DC04364FAE}"/>
          </ac:inkMkLst>
        </pc:inkChg>
      </pc:sldChg>
      <pc:sldChg chg="addSp">
        <pc:chgData name="Iain Styles" userId="befbdaae-53f8-4d26-a8dc-3366b09f768a" providerId="ADAL" clId="{5E0D2633-D8F6-500D-A7FC-C9CB56BC4BFB}" dt="2026-10-05T13:52:29.968" v="35"/>
        <pc:sldMkLst>
          <pc:docMk/>
          <pc:sldMk cId="1641073345" sldId="424"/>
        </pc:sldMkLst>
        <pc:inkChg chg="add">
          <ac:chgData name="Iain Styles" userId="befbdaae-53f8-4d26-a8dc-3366b09f768a" providerId="ADAL" clId="{5E0D2633-D8F6-500D-A7FC-C9CB56BC4BFB}" dt="2026-10-05T13:52:29.968" v="35"/>
          <ac:inkMkLst>
            <pc:docMk/>
            <pc:sldMk cId="1641073345" sldId="424"/>
            <ac:inkMk id="5" creationId="{B841E882-F181-0ADD-6BA3-0505E5B9272C}"/>
          </ac:inkMkLst>
        </pc:inkChg>
      </pc:sldChg>
      <pc:sldChg chg="addSp delSp modSp new mod">
        <pc:chgData name="Iain Styles" userId="befbdaae-53f8-4d26-a8dc-3366b09f768a" providerId="ADAL" clId="{5E0D2633-D8F6-500D-A7FC-C9CB56BC4BFB}" dt="2026-10-05T09:19:30.893" v="32" actId="478"/>
        <pc:sldMkLst>
          <pc:docMk/>
          <pc:sldMk cId="4240202698" sldId="426"/>
        </pc:sldMkLst>
        <pc:spChg chg="mod">
          <ac:chgData name="Iain Styles" userId="befbdaae-53f8-4d26-a8dc-3366b09f768a" providerId="ADAL" clId="{5E0D2633-D8F6-500D-A7FC-C9CB56BC4BFB}" dt="2026-10-05T08:01:54.902" v="30"/>
          <ac:spMkLst>
            <pc:docMk/>
            <pc:sldMk cId="4240202698" sldId="426"/>
            <ac:spMk id="2" creationId="{08B9FB8B-25BA-1979-20DB-F3C0F91F0D6D}"/>
          </ac:spMkLst>
        </pc:spChg>
        <pc:spChg chg="del">
          <ac:chgData name="Iain Styles" userId="befbdaae-53f8-4d26-a8dc-3366b09f768a" providerId="ADAL" clId="{5E0D2633-D8F6-500D-A7FC-C9CB56BC4BFB}" dt="2026-10-05T09:19:30.893" v="32" actId="478"/>
          <ac:spMkLst>
            <pc:docMk/>
            <pc:sldMk cId="4240202698" sldId="426"/>
            <ac:spMk id="3" creationId="{6A7B7DCB-7C5A-E999-0C7F-2F4F12AD2CF2}"/>
          </ac:spMkLst>
        </pc:spChg>
        <pc:inkChg chg="add">
          <ac:chgData name="Iain Styles" userId="befbdaae-53f8-4d26-a8dc-3366b09f768a" providerId="ADAL" clId="{5E0D2633-D8F6-500D-A7FC-C9CB56BC4BFB}" dt="2026-10-05T09:16:08.501" v="31"/>
          <ac:inkMkLst>
            <pc:docMk/>
            <pc:sldMk cId="4240202698" sldId="426"/>
            <ac:inkMk id="5" creationId="{F37C245D-EE58-DEF8-BAC7-49B61CC8F90A}"/>
          </ac:inkMkLst>
        </pc:inkChg>
      </pc:sldChg>
      <pc:sldChg chg="modSp new del mod">
        <pc:chgData name="Iain Styles" userId="befbdaae-53f8-4d26-a8dc-3366b09f768a" providerId="ADAL" clId="{5E0D2633-D8F6-500D-A7FC-C9CB56BC4BFB}" dt="2026-10-05T09:19:33.254" v="33" actId="2696"/>
        <pc:sldMkLst>
          <pc:docMk/>
          <pc:sldMk cId="2634585739" sldId="427"/>
        </pc:sldMkLst>
        <pc:spChg chg="mod">
          <ac:chgData name="Iain Styles" userId="befbdaae-53f8-4d26-a8dc-3366b09f768a" providerId="ADAL" clId="{5E0D2633-D8F6-500D-A7FC-C9CB56BC4BFB}" dt="2026-10-05T08:01:46.938" v="28" actId="14100"/>
          <ac:spMkLst>
            <pc:docMk/>
            <pc:sldMk cId="2634585739" sldId="427"/>
            <ac:spMk id="2" creationId="{5036AE4F-9FF6-2420-E905-912C6ABDDFA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9:10:23.37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2134 3634 6993,'0'-10'1439,"-8"-14"-1169,7 13 0,-15-15 180,6 16-1,0-13 91,2 19-270,8-28 629,-7 29-89,5-21-450,-14 22 359,14-6-539,-14 8 180,6 0 90,1 0-180,1 0 449,8 0-269,0 0 180,16-8-1,11 6-314,12 5 0,6 2-225,-6 2 0,1 6 59,-5 4 1,2 5 0,-6 5 60,-7 8 0,-6 5 0,-5-1-210,-6-6 0,-3-1 0,-5 3-135,-1 2 0,-4 2 0,-2 0 0,-5-5-45,-9-3 0,-6-4 1,-1-1 149,-5 8 0,-2-1 0,1-4 165,-4-2 0,-1-7 224,-7-2 1,4-12-180,6-32-405,18 9 0,2-3-1304,0-25-90,17 2-1529,17 23 180,19 5-309,9 30 3253,-8-11 1,-5 4-1,1 0 1,-5-8-1,1 0 1</inkml:trace>
  <inkml:trace contextRef="#ctx0" brushRef="#br0" timeOffset="598">2840 3598 9512,'0'-29'3276,"-8"-10"-2325,-10 35-771,-1-20-360,-30 22 360,2 2-180,8 14 0,-1 6-90,3 1 0,2 5 180,10 0 0,2 4 0,0 0 299,1-3 1,1 0 0,4 1-60,5 4 0,3 0 0,0 0 389,-9 9 1,5-1-1,12-1 1,8 0-180,3-6 0,5-3-271,6-9 1,5-5-540,12-1 1,3-6 44,-2-8 0,2-2-1414,3 1 1,0 0 982,-6 0 1,-3 0-1,2 0 1,-23 0 0</inkml:trace>
  <inkml:trace contextRef="#ctx0" brushRef="#br0" timeOffset="2514">3210 3757 8882,'-10'10'1619,"3"-2"-90,7-16-180,0-2-269,7 0-271,19-5-359,2 12 0,5 4-675,6-2 0,4 2-285,-8 0 0,1 2 1,-1 2-661,8 7 1,-4 2 314,-10-6 1,-5 4 854,0 21 0,-40-29 0,-4 2 0</inkml:trace>
  <inkml:trace contextRef="#ctx0" brushRef="#br0" timeOffset="4515">3563 3810 9332,'18'-27'1439,"-9"1"-630,-1 8-269,-8 1-360,0 7-270,-15 2 540,-5 8-270,-4-4 0,-3 0-90,-20 2-90,13-2 0,-1 1 0,4 6 0,0 1 0,3-4 0,1 2-315,-3 12 0,1 4 315,-8 3 135,22-1 0,2 3 224,0 6 1,3 1-45,4-2 0,2 1 0,-1 2 0,0 1 269,0-2 1,2-1 45,19 16-181,-3-22 1,2-1-90,14 5 179,-1-14 1,1-2-90,10-2-90,-2-3 0,2-2-271,-6 1 1,-1-2-360,4-1 1,-1-4-586,-4-6 1,-2 0-2205,16 4-218,-17-11 3174,-12 15 1,-40 0-1,-5 0 1</inkml:trace>
  <inkml:trace contextRef="#ctx0" brushRef="#br0" timeOffset="4929">3316 3986 7533,'-27'-19'3238,"-7"-5"-810,23 22-449,-5-13-360,32 13-1529,27-6-1035,-9 7 1,4 2-695,4-1 1,-1 0 1238,-9 0 1,-2 0 0,0 0-1,-3 0 1,10 0 0</inkml:trace>
  <inkml:trace contextRef="#ctx0" brushRef="#br0" timeOffset="7054">4621 3281 7803,'20'0'2338,"-4"-8"-1258,-8-10-91,1-1-539,1-7 89,-2 9-269,-16-1-270,-10 0-359,-25 16 89,4 4 90,6 13 0,0 4-90,-7 2 135,11 3 0,0 1 225,9-6 0,2-1 180,-1 5 0,3 0 90,-2 12 179,3-2-179,13-5-360,-6-1 360,16-1 90,2-9 269,31 1-359,-10-1-360,-6-8 0,1 0 360,17 9-180,-6 7 179,-9 3-179,-13-1-180,-22-1-449,-11-9 269,-9 1-180,-1-1 180,3 9 90,-1-14 180,14 11 0,-3-13 540,15 0-1,15 5-539,-3-5 0,14 8-270,-17 23 0,-1-17-270,-9 7 1,-6 2-1,-18 6 675,7-5 0,-1 1 359,-3 1 1,-1-1-225,-1-3 0,5 0-1,9 0 1,8-3 990,12 6-901,11-17 451,28-10-1710,-4-8-2467,2 0 3039,-4 0 1,-56 0-1,-19 0 1</inkml:trace>
  <inkml:trace contextRef="#ctx0" brushRef="#br0" timeOffset="19799">5217 3422 6633,'0'-18'-809,"0"9"809,0-15 0,0 20 359,0-12 361,0 9-90,0 5-360,0-14 89,0 6 181,0 0 449,0-5-449,6 5 719,-5 0-629,5-6 270,-6 14-721,0-13-358,0 13 269,0 10 89,-6 27 271,5 12-270,-1-9 0,-1 10 0,0 3 0,0-2-349,1-6 0,0-2 1,1 1-1,-1 3 402,1 1 1,0 3 0,-1 1 0,1-1 0,0-4 126,-1 9 0,0-3 0,1-7-1,0-6 1,2-8 90,-1-6-1889,0-56-1838,5 1 2499,1-14 1,6 27 0,1 20-1</inkml:trace>
  <inkml:trace contextRef="#ctx0" brushRef="#br0" timeOffset="20816">5648 3881 9602,'-5'-38'2878,"-2"5"-2159,0 23-89,-4-5-90,-1 5-360,-2 0-900,-14 2 270,2 24-359,-17 3 539,21 8 0,1 5 315,-2-1 0,2 3 285,7-4 0,1 3 0,3 0 434,-2 12 1,4 0-181,3-3 1,5-4-225,5-8 0,8-7-720,8-10 0,6-8 45,4-10 0,2-8-45,3-9 1,-2-9 209,-8 2 0,-2-4 0,-3-1 150,-7 4 0,-3-2 0,-2 0 539,5-18 1,-5 4 990,-10 1 358,-28 45-1618,8 45-450,5-6 0,1 3-135,7-1 1,4 0-811,4-1 1,6-2 449,7-9 1,4-5 674,6 4 0,4-38 0,2-12 0,-10-7 0,1 0 0</inkml:trace>
  <inkml:trace contextRef="#ctx0" brushRef="#br0" timeOffset="21462">5907 3863 12120,'-7'-10'3276,"-4"10"-3584,9 26-187,-1 2 1,1 4-181,3 9 1,3 1-136,2-5 1,1 0-136,0 0 1,5-7-1575,13-18 2519,-6 1 0,-1-44 0,-5 2 0</inkml:trace>
  <inkml:trace contextRef="#ctx0" brushRef="#br0" timeOffset="21915">6092 3969 8792,'7'-18'3276,"-2"8"-436,-10 50-2840,3-13-585,0 7 1,4-1-945,21-6 450,10-33 989,-8-12 0,-1-9 135,-3-8 0,-4-4 554,-2 7 1,0-1 0,-3 2 794,-4-3 0,-2 3 405,11-12-1439,-17 51-630,11 37 135,-7-7 0,0 4-630,5-1 1,0 0-855,-2 8 0,-1-4-1170,0 4 2789,0-7 0,-28-66 0,-6-15 0</inkml:trace>
  <inkml:trace contextRef="#ctx0" brushRef="#br0" timeOffset="22094">6030 3634 7533,'-29'0'1638,"0"0"0,-13-8-1496,35 6-142,21-6 0,11 15 0,11 9 0,0 0 0,4 1 0,-1-1 0,1 0 0</inkml:trace>
  <inkml:trace contextRef="#ctx0" brushRef="#br0" timeOffset="22311">6694 3951 7533,'-24'26'3276,"5"17"-2396,9-21 1,2 3-1811,3 6 1,1 5-1,1-3 930,-1-1 0,1-2 0,4 7 0,4-5 0,8-8 0</inkml:trace>
  <inkml:trace contextRef="#ctx0" brushRef="#br0" timeOffset="23382">7286 3404 7533,'6'-25'2069,"10"5"-91,-7-13-1348,8 13-180,-10 3-360,-7 25-900,-23 35 450,8-11 0,-1 7 1,-2 1 75,0-5 0,0 1 0,-2 1 1,1 2 337,0 0 0,0 2 0,0 0 0,1 1 0,0-3 170,-3 4 1,2-2 0,0 0 0,1-1 134,3-2 1,0 1 0,2-2 0,1-4 90,-2 5 0,5-4 44,8-2 1,7-7 315,19-13 539,24-4-855,-21-15 1,2-4-405,2-2 0,3-2 0,-2 0-855,-1 0 1,0-1-329,-1-2 1,2 0 0,-4 5 944,16 9 0,-24 14 1,-18 27-1</inkml:trace>
  <inkml:trace contextRef="#ctx0" brushRef="#br0" timeOffset="23934">7605 3898 7533,'14'-35'3276,"-3"7"-1155,-17 3-1402,-1 15-359,0 2-900,-4 16 91,-1 18 269,3-1 0,-1 3 270,0 3 0,1 2-180,5 15 0,7-2-45,9-14 0,6-5 135,8 3 0,5-9 45,9-23 0,1-12 180,-2-5 0,-3-9 104,-13-1 1,-2-4 0,-3-1 120,0-4 0,-5 0 134,-6-11 1,-9 6 494,-11 11-719,-1 1-1619,-2 62-270,15 9 269,4 1 1,5 4-225,5-4 0,5 0 1407,0-5 1,2 1 0,3-6 0,8-7 0,3-5 0,2 0 0,1-1 0</inkml:trace>
  <inkml:trace contextRef="#ctx0" brushRef="#br0" timeOffset="24180">8245 4075 7533,'12'-20'3276,"0"4"0,6 16-1643,-4 32-1903,-1 15-1369,-18-5 1,-7 4-1,-2-4 1,-5-2 1546,-1-3 0,-5-11 1,-1-20-1,-1-10 0,5-12 1,0 1-1</inkml:trace>
  <inkml:trace contextRef="#ctx0" brushRef="#br0" timeOffset="25429">9057 3440 7533,'14'-26'2338,"-3"14"-1708,-22 12-450,3 43 135,1 2 0,1 6-428,3-15 1,0 2-1,0 2 1,1-3-158,2 8 0,0 0 0,-1-1 210,-4 3 0,-2 1 0,-3-8 60,-4-9 0,-3-7 180,-5-8 0,-1-7 450,-21-11-630,25-39 90,42 2-60,-4 15 0,4-3 0,3 2 149,9-3 1,3 2 0,1-1-169,-6 3 0,0 0 1,0-1-1,0 0 101,-2 1 1,0 0 0,-1 0-1,-3-2 128,-1-5 0,-2-2 0,-5 1 344,2-4 1,-9 0-135,-16 0 0,-4 3-181,0-4-898,-3 11 269,11 34 360,0 21 0,0 9 315,0 7 0,0 4-315,0-5 0,0 4 0,0 1-183,1-8 0,1 1 0,-1-1 0,1 0 243,-1 4 0,1-2 0,1 0-340,3 2 1,0 0 0,0-6-36,-3-8 0,2-7-2473,17 0-489,3-58 3176,-3 19 1,-3-9 0,1 1 0,6 3 0</inkml:trace>
  <inkml:trace contextRef="#ctx0" brushRef="#br0" timeOffset="25950">9697 3898 7533,'26'-17'3276,"-14"-17"-346,-13 13-2390,-11-13-270,-1 25-1260,-10 16 271,8 21 674,3-3 0,1 3 180,3 3 0,4 0-270,3 1 0,6-1-180,7-2 0,6-5 315,8-10 0,6-8 45,5-11 0,0-8 405,-3-4 0,-4-5 314,-3-11 1,-6-3 44,-10 5 1,-3 0-316,-2 3 1,-1 1-585,-5-16-719,0 41-1,0 21 225,4 6 1,2 3-316,0 7 1,2 1-361,6 0 1,2 0 179,1 1 1,3-3 1079,-2-12 0,2-7 0,28-23 0,-26-11 0,0-1 0</inkml:trace>
  <inkml:trace contextRef="#ctx0" brushRef="#br0" timeOffset="26181">10263 3916 7533,'14'-18'1889,"-3"8"629,-11-5 361,-6 13-1710,0-6-719,-1 16-900,1 9-2827,12 27 797,1-13 2480,3-5 0,3-3 0,7-11 0,10 3 0</inkml:trace>
  <inkml:trace contextRef="#ctx0" brushRef="#br0" timeOffset="26345">10238 3704 7533,'-15'-22'655,"-1"-1"0,-3-12 1,30 33-1,16 14 0</inkml:trace>
  <inkml:trace contextRef="#ctx0" brushRef="#br0" timeOffset="27599">10546 3246 10051,'0'-10'1619,"0"-14"-179,0 12-901,6-21 361,12 21-181,13-3-359,-2 12 0,3 6-450,-1 7 0,1 3 0,4-4 0,-3 4 45,-6 10 0,-5 5 45,-6-6 0,-7 1 45,-14 7 0,-7 1-405,-3 1 0,-4-2 225,-7-1 1,-4-3-1,-3 1 0,0-3 225,10-5 0,0-3 0,0-2 0,4 0 0,1 19 89,18-21 181,23 27-360,10-17-45,-16-1 0,-1 1 225,13 5 90,-23-1-450,-17-16 90,-15-3 360,-12 1-180,1 2 0,18 31 180,14-9-210,13-1 0,7 7 0,1-2 75,2 4 0,1 1 164,-1-2 1,0 4 0,-5-4 374,-5-1 1,-9-3-135,-12 1 0,-10-6-1,-13-16 1,-4-6-675,7 4 0,-1-1-1504,-3-3 1,4 0 1355,13 4 1,25 21-1,23-5 1</inkml:trace>
  <inkml:trace contextRef="#ctx0" brushRef="#br0" timeOffset="47049">13376 3651 10591,'0'-17'2698,"0"-1"-1348,0 8-991,0 57-404,0-14 0,0 3-15,2-4 0,0 3 1,0-2 104,0 9 0,3-6 314,7-1-89,0-42-90,-4-16 0,-3-7-180,-1-3 0,0-3 0,0-1 60,0-3 0,1 0 0,-1 0-60,0 3 0,0 0 0,0 3 584,-2-6 1,3 12-315,6 26-540,6 39 135,-5 1 0,3 5-75,-1-11 0,2 1 1,1 0-16,11 10 0,0-4 270,-5-7 0,1-11-135,5-23 0,-1-12 315,-7-7 0,-3-7-46,1-10 1,-1-8 0,0 3 210,-4 9 0,-2 2 0,1 0 599,2-19 1,0 14 359,1 29-1124,-11 31 0,-3 16-975,4 2 0,2 5 1,1-1-151,1-6 1,0 0-1,2-2-193,0 0 1,0 0 0,2-7 545,2-3 1,0-13 0,12-45 0,-18 6 0,-1 1 0</inkml:trace>
  <inkml:trace contextRef="#ctx0" brushRef="#br0" timeOffset="49577">14817 3404 7533,'26'-17'3276,"-3"-1"-1425,-11-7-952,-5 13-179,-2-12-270,-5 22-630,0-13-180,0 5 270,-5 0-90,-13-6-90,-13 14-225,4 1 1,-1 2 179,2 6 0,0 4 225,-13 15 0,1 7 360,8 2 0,2 4-368,5-3 0,-1 3 0,3 0 487,5-5 1,1-1 0,3 0 374,-3 15 1,5 0-91,4-3 1,7-4-45,9-11 0,3-3-630,-7 0 0,5-3 854,19-4 1,7-7-316,-13-6 1,1-2-585,14 1 0,1-4-585,-6-9 1,-1-4-1010,1-2 1,-1-1-1,-6 0 1,-2 0-1138,18-11 2776,-25 15 0,-30 18 0,-8 12 0</inkml:trace>
  <inkml:trace contextRef="#ctx0" brushRef="#br0" timeOffset="49962">14570 3687 7533,'-31'0'3276,"7"0"0,11-8 0,46-10-2164,-1 5 1,5-1-2206,-2 2 1,1 0 0,1 0 1000,0 2 1,0 0-1,-4 3 1,-4 4 0,-6 4-1,-4 11 1</inkml:trace>
  <inkml:trace contextRef="#ctx0" brushRef="#br0" timeOffset="52101">15826 3016 7533,'7'-19'3276,"-2"-5"-2685,-5 22 39,0-6 180,6 8-91,-5 0 91,5 0-720,-12 0-1080,-6 0 181,-13 8 359,2 0 0,-2 2 315,0 6 0,-2 3 135,-10 3 0,2 1 45,13-5 0,3 1 360,-9 6 0,5-1 494,8 6-269,-3 13 90,29-16 449,21-1-675,-6-17 1,4-1-45,3 6 0,2-2-91,0-7 1,-2 2-180,-6 8 0,-3 1 180,6-4-540,-41 13-225,-8-8 1,-5 0 179,0-2 0,-1-1 0,-5-1 0,2 1 45,-9 18 90,11-13-90,8 9 180,29-3 0,20 1 495,-6-12 0,1-1-450,-2 0 0,-3 2 225,9 18-810,-35-6 90,-27 9 270,1-11 0,-4 1 585,4-7 0,1 1 269,-5 12 1,5 3-315,13-12 0,8 1 359,15 3 1,10-2-450,20 3-90,-1-15 0,3-3-180,-7-2 0,-6 2 0,-9 18 0,-14 7 0</inkml:trace>
  <inkml:trace contextRef="#ctx0" brushRef="#br0" timeOffset="57166">16441 3298 7533,'25'0'2158,"-12"-7"-1438,-2-3-450,-11-8-270,0 1-450,0 7 720,0 2 0,-5 0 270,-2-2-451,-11 0-358,-12-5-91,-3 13 360,2 0 0,-2 4 90,9 5 0,0 3 90,-8 10 0,4 4 134,11-3 1,8 5 104,10 7 1,8 5 0,3-2-285,7 5 0,4-1-48,-5-10 1,3 3 0,0 0-1,-1-2-207,0 0 0,0-1 0,-3-1-285,3 16 1,-9-1 763,-12-11 1,-10-4-360,-13-4 0,-8-7 45,-2-9 0,-3-8 15,0-4 0,-2-6 0,3-4 30,7-7 0,3-5 0,0-1 150,-1 2 0,0-1 0,8-2-390,7-6 0,8-3 0,7 3 60,16-5 0,11 3 180,6 4 0,7 1 0,0 5-60,-11 10 0,1 2 0,0 0 180,13-8 0,2-2 0,-9 4 959,4-2-720,-25 0 1,-8-2 270,-29-12-530,-19 16-2529,-6 3-938,13 16 0,13 16 3185,29 3 0,5 2 0,4 1 0,9 1 0,0-1 0</inkml:trace>
  <inkml:trace contextRef="#ctx0" brushRef="#br0" timeOffset="57598">16712 3440 7533,'-10'-45'3276,"6"1"0,-25 17-1823,-1 17-2892,-2 36 269,9 12 1,3 10 1109,9-15 0,3 1 0,1 3 124,1 9 0,3 2 0,5-3 206,10 4 0,6-6-225,5-6 0,6-13 449,6-25 1,-1-14-180,-8-12 0,-7-11-196,-9 3 1,-4-6 0,-4 2-30,-4 4 0,-2 1 0,-4 1 90,-5-1 0,-4 2 0,-1 4-270,-2 2 0,-1 7-2878,-16 9 3000,70 37 0,4-4 0,9 1 1,-11-8-1,-1-1 0,1 0 1,-1 0-1</inkml:trace>
  <inkml:trace contextRef="#ctx0" brushRef="#br0" timeOffset="57981">17032 3457 7533,'17'-25'3276,"-25"5"-256,-7-13-2256,-7 25 1,-5 4-495,-18-12-990,8 24-539,25 33 1214,18-13 0,6 1 270,8 14 0,3 2 344,-4-9 1,0 0 0,1-4-300,3-1 0,-1-1 539,-6 4 1,-10-3-1,-28-6-1258,-18-13-46,15-3 0,0-2-2782,-24-15 0,35 6 746,4-6 2531,23 8 0,32-8 0,-19 3 0,1 0 0</inkml:trace>
  <inkml:trace contextRef="#ctx0" brushRef="#br0" timeOffset="58198">16982 3510 7533,'-11'-43'3276,"3"-2"0,7 8-1553,31 3-2578,-1 27 1,5 5-785,14 0 1,3 4 1399,-3 1 0,-1 3 1,-5 3-1,-3 0 1,-10 0-1,1 0 1</inkml:trace>
  <inkml:trace contextRef="#ctx0" brushRef="#br0" timeOffset="58600">17413 3404 12030,'7'-35'3276,"-7"8"-1695,-12 9-3380,-29 41 1439,23-6 1,0 6 149,-5 13 0,0 9 0,5-1 150,10-11 0,5 0 0,2 1 60,0 9 0,4 1 0,8-9-225,15-11 1,7-11 718,5-12 1,-1-14 134,-10-11 1,-2-10 0,-4-2-361,-5 3 1,-3-2 0,-3-1-60,-1-2 0,-2-1 0,-5 0-120,-4 4 0,-5 0 0,-3 4-450,-10 0 0,-4 5-585,5-1 1,-2 11-2333,-14 31 3028,23 9 1,14 11 0,7 4 0,1-6-1,0-1 1</inkml:trace>
  <inkml:trace contextRef="#ctx0" brushRef="#br0" timeOffset="58925">17930 3739 7533,'-19'0'3276,"1"8"-526,-5 10-4189,10 5 0,0 5 970,-3 0 1,1 1 0,4 6 0,2 0 0,4-4 0,-1-1 0</inkml:trace>
  <inkml:trace contextRef="#ctx0" brushRef="#br0" timeOffset="60188">18570 3422 7533,'14'-18'3148,"-20"-7"-2518,-14 13-720,-23-11 0,5 21-225,13-7 0,2 2-674,-4 13 1348,-2 11 811,33 21-406,1-5 1,4 2-181,13 5 1,4 1-636,-11-12 0,0 1 0,1 1 81,4 5 0,0 2 0,-5-1-60,-6-3 0,-4 0 0,-4-2 345,-6 16 0,-9-5-270,-6-13 0,-7-7-315,-13-10 0,-3-11 225,9-17 0,2-3 135,3 12 0,2-4-135,4-20 0,12-3-585,32 2 90,1 1 1,6-1 359,-3 11 0,3 0 0,3 0 0,0-1 0,3-1 0,1-1 1,-4 2 718,10-8 1,-4-2 449,-9 0 1,-2-4-1,-11 3 167,-14 3 0,-8 1-571,-9-5 0,-7 3-271,-1 6 1,-2 5-1954,-2 7 1,1 6-392,0 6-1247,21 34 2923,32-3 1,2-2 0,4 1 0,3-8-1,0 1 1</inkml:trace>
  <inkml:trace contextRef="#ctx0" brushRef="#br0" timeOffset="60668">18988 3475 9152,'-6'-20'3276,"-5"-3"-1155,9 21-1851,-9-14-540,4 14-1080,-11 2 91,-17 26 1124,12 5 0,1 6 360,-5 4 0,4 2-75,8-8 0,4 1 0,5-1-240,12 16 0,10-6 135,2-12 0,6-9-90,17-8 0,3-14 494,-7-23 1,-5-11 90,-5-7 0,-8-6-1,-11 8 1,-3-3 0,-7 3-136,-14-10 1,-5 4-810,4 9 1,-2 5-1235,-5 7 1,2 11-1292,13 19 2930,11 3 0,15 6 0,7 0 0,2-4 0,0 1 0</inkml:trace>
  <inkml:trace contextRef="#ctx0" brushRef="#br0" timeOffset="61151">19432 3493 7533,'-25'-18'3276,"0"-8"0,0 7-2902,1 1-644,5 10-989,-16 16 89,8 25 855,11-14 1,1 2 763,2 12 1,8 2 90,10-7 0,6-1-1,9 5 1,4-3-225,2-10 0,2-1-1,1 7 1,-4-1 1754,0 6-1259,-36 5-810,-11-2-405,-4-18 0,-1-2-944,-8 6-1440,0-3-488,23-16 3241,12 0 1,17-8 0,10-2 0</inkml:trace>
  <inkml:trace contextRef="#ctx0" brushRef="#br0" timeOffset="61378">19235 3669 7533,'-18'-18'3276,"4"-7"0,-4-11-1913,33-1-1363,2 14 0,5 3-1394,2 9 0,5 3-46,12-2 1,0 4 1439,1 6 0,-12 9 0,-2 5 0,3 16 0</inkml:trace>
  <inkml:trace contextRef="#ctx0" brushRef="#br0" timeOffset="61628">19690 3440 7533,'12'-38'3276,"0"13"0,6 25-743,-4 33-3613,-7 0 1,-2 5-14,-4-2 1,-1 3 0,-1 1-1,1 6 1,0 0 0,-1-2 545,-3 5 1,2-4 0,3-10 0,4-13 0,2-24 0</inkml:trace>
  <inkml:trace contextRef="#ctx0" brushRef="#br0" timeOffset="61812">20072 3775 7533,'-25'17'3276,"6"25"-3148,1-3 1,11 1-1,1 4 1,0-3 0,0 0-1</inkml:trace>
  <inkml:trace contextRef="#ctx0" brushRef="#br0" timeOffset="62898">20822 3528 8162,'-11'-28'1889,"-8"3"-629,-18-1-991,13 20 1,-2 1-180,4-9 0,0 4-270,-10 16 1080,27 43-676,17-17 1,6 5-15,-5 1 0,0 4 0,1-1-330,0-4 0,2-2 0,-3 1 60,-2-2 0,-1-1 0,-6-2 465,-6-1 0,-7-5 494,-30 6-629,9-38 0,-2-9-315,2 2 0,2-2-315,2-5 1,10-3-901,26-19 990,13 20 1,10 3 119,-1 4 0,5 2 0,0-1 202,4-2 0,-1 0 1,0-2 546,-5 0 1,0-2 0,-6 0 434,1-5 1,-10-3-226,-15-9 1,-12 0-361,-17 8 1,-6 3-405,1-5 0,-3 3-1259,-5 9 0,2 5-765,2 5-1298,44 28 1638,8-4 1,3 1 1496,2 3 1,4-1 0,4-2-1,6-2 1,-2 1 0,-2-2 0,-1 0-1,0 1 1</inkml:trace>
  <inkml:trace contextRef="#ctx0" brushRef="#br0" timeOffset="63250">21314 3475 7533,'7'-18'3276,"-18"8"-436,-9 3-2840,-23 22-450,18 8 1,1 5 269,3 0 0,3 3 270,2 3 0,3 4 0,6 0-45,10 10 0,9-4-135,7-8 0,7-5 225,2-5 0,4-13 374,3-30 1,3-17 0,-7-3-271,-14 8 1,-5-2 0,0-2-270,6-12 0,0-4 0,-9 2-420,-14 10 1,-7 2-1,-1 3 450,0 0 0,-4 10 0,-30 20 0,23 33 0</inkml:trace>
  <inkml:trace contextRef="#ctx0" brushRef="#br0" timeOffset="64048">21843 3510 7533,'0'-17'3276,"-11"-1"-1515,-19 8-1671,-10 10 314,11 7 1,-1 4-1080,6 1 1,2 3 224,2 6 1,4 1 628,-2 15 811,29 7-496,10-26 1,6-1 45,2 1 0,2-1-405,6-4 0,0 2-90,-7 8 0,-5 3 674,-5 5-404,-22-5 0,-9-1-315,-28 2-270,6-16 0,-2-4-495,6-2 1,2-2-405,-18-3-1980,23-8 3149,33 6 0,25-21 0,-7 13 0,0 0 0</inkml:trace>
  <inkml:trace contextRef="#ctx0" brushRef="#br0" timeOffset="64296">21695 3581 7533,'-20'-36'1638,"29"14"0,10 1-1253,8 1 1,6 3-476,-2 4 0,4 1 1,-1 2 89,7-1 0,0 4 0,0 9 0,-1 4 0,-8 4 0,-1 0 0</inkml:trace>
  <inkml:trace contextRef="#ctx0" brushRef="#br0" timeOffset="64818">22225 3457 7533,'0'-35'3276,"11"8"0,19 1-2999,-6 20 0,2 2-143,6-1 1,0 2-135,-3 9 0,-3 4-89,6 18-1,-25-4 0,-9 4-405,-13 14 0,-11 3 255,3-10 0,-2 2 1,-2-2 149,3-3 0,0-2 0,-2 3 629,2-3 1,-2 2 0,2 0 0,5-3-91,4 2 1,6-1-135,2 3 0,10-5-855,25-16 0,11-9-1099,0-10 1,1-3 1509,-1 4 1,-3 0 0,-5-6-1,-5 0 1,6 2 0</inkml:trace>
  <inkml:trace contextRef="#ctx0" brushRef="#br0" timeOffset="66082">22705 3228 7533,'-14'-8'2698,"-8"-2"-1529,14-7 361,-4-1-451,28 0-180,28 9-359,-6 10 0,5 5-480,-11 1 0,2 2 0,-1 3-270,3 3 0,0 3 0,-2 2 30,4 6 0,-5 3 135,-9-3 0,-12 1 135,-22-5 0,-11-1-585,-8 1 1,-6-1 179,-8-2 0,-2-1 495,4 3 0,2 1 180,4-4 0,3-1 44,9 0 1,8 2-315,13 16 0,35 0 270,0-19 0,2-4-46,-5-3 1,-1-1 0,0 0 0,-4 0 135,-6 2-720,-36 7 90,-22 1 315,8-10 0,-1 2-135,5 4 0,3 5 45,3 5 0,6 5-90,16 10 0,8 2 269,0 3 1,4 2-45,1-3 0,1 1 0,0-3-45,0-5 0,-4 0 75,-10 4 0,-6 2 0,-8-10-120,-18-16 0,-6-6-720,3 12 0,-2-5-1009,-12-22 1,3-6 1557,11 7 1,17 4 0,25 20 0</inkml:trace>
  <inkml:trace contextRef="#ctx0" brushRef="#br0" timeOffset="84082">1887 5874 9512,'-9'0'449,"1"0"-269,8-8 90,0 6 450,-8-6-451,6 8-179,-6-8 0,8 6-180,0-6 270,0 8 540,0 0-360,0 16 179,0 4-209,2 10 0,1 11 0,0 1-263,-2-5 1,0 2-1,-1 1 1,0 1-233,0-2 1,1 1 0,-1 1 0,0 1 0,-1-2 456,-1 10 0,0 0 1,-1-2-1,0-4-112,0-4 0,1-4 0,-3-4 89,-3 2 1,1-9-1619,5-17-810,-6-34 520,10 0 1,4-1 328,3-14 1310,0 12 0,0 1 0,1 1 0,-2-9 0</inkml:trace>
  <inkml:trace contextRef="#ctx0" brushRef="#br0" timeOffset="84479">1535 6015 7533,'-41'-9'1092,"1"0"0,7-2 0,4-3 2108,-7-14-502,60-7-1799,4 13 1,8 1-540,-1 4 0,6 0 0,3 0 0,-1-1-535,-6 2 0,1 0 0,0 0 0,1-1 1,1 0 99,-2 1 0,1-1 0,1 0 0,0 0 0,-2 1 0,-2 1-292,7-3 1,-3 2 0,-2 0 0,-2 1-384,2-1 1,-3 0-1,-8 7-1858,-3 9-669,-24 18 3039,0 1 0,-24 7 1,-5-8-1</inkml:trace>
  <inkml:trace contextRef="#ctx0" brushRef="#br0" timeOffset="85398">2258 6473 7533,'17'18'2968,"9"-8"-1619,1-18-989,-2 0 0,1-4-225,2-8 0,-1-3 44,2 2 1,-3-3-360,-1-8 1,-7-4 269,-10 3 0,-6 1-45,-4-1 0,-6 3 44,-27-5-179,6 28 1,-3 6-46,0 7 0,-1 6 0,-7 14 0,2 7 225,8 2 0,5 4 157,8-5 1,2 2 0,4 0 111,3 13 1,6 0 989,7-3 1,8-4-181,10-12 0,7-5-1079,1-5 0,2-7 45,6-9 0,1-8-1774,-5-3 1,0-3 1360,10-3 1,-3-2 0,-16 2 0,-1-1 0,3 1 0,0 0 0</inkml:trace>
  <inkml:trace contextRef="#ctx0" brushRef="#br0" timeOffset="86000">2981 6385 7533,'-14'-26'1638,"1"-1"0,-5-18 1638,2 10-1463,14 10-1723,-13 7-720,5 8-89,-16 18-451,-9 19 1350,12 9 0,1 5 90,-2-8 0,3 2 119,9 0 1,3 4 0,2-3-30,0 3 0,7-3-405,9-6 0,7-5-405,9-9 0,3-9 315,0-15 0,1-9-360,7-7 1,-4-5 449,-11-6 0,-4-3 495,2-2 0,-5 0 404,-11 7 1,-4 3 1033,-1-5-1708,-8 27-719,2 26-91,8 17-270,0-10 1,0 3-740,3 3 1,2 0-1,6 1 1,4-1 1501,-3-1 0,5-7 0,7-17 0,3-8 0,18-12 0</inkml:trace>
  <inkml:trace contextRef="#ctx0" brushRef="#br0" timeOffset="86346">3369 6315 7533,'-8'-20'3276,"6"-3"0,-21 13-474,11-8-2172,-21 1-720,5 7-180,-7 18-180,7 19 765,11 5 0,1 5 494,5-5 1,3 2 134,-5 14 1,8-2-810,17-15 0,7-5-720,3-1 1,5-7-1055,15-13 1,4-10 1617,1-5 1,-5-7 0,-16-1 0,-3-1 0,-4-3 0,1 0 0</inkml:trace>
  <inkml:trace contextRef="#ctx0" brushRef="#br0" timeOffset="87266">3634 5750 7533,'-10'-40'809,"0"0"1,1 8-1,2 1 135,5 0 1,4 3 404,6 7-899,2-3 90,0 71 44,-2-2 1,-1 8-675,-4-14 0,-1 3 0,0 3 0,1 0-233,1-2 1,2 1-1,-1 2 1,1-1-1,-1-2 278,-1 7 0,1-1 0,-1-1 1,2-3-91,1-4 0,1-2 0,1-2 0,1-5 0,6 9 0,3-13 585,10-20-315,-7-21 0,-3-9-1,-7-4 1,-4-3 135,6-6 0,-2-1 180,-7 4 0,-1 1 2152,4-14-1523,-8 28-449,0 58-495,0-13 0,0 3-585,2 1 0,0 4 1,2-1-226,3 12 0,4-3-964,4-2 1,5-4-1,-2-13 1,1-5 1401,16-4 1,-9-50 0,-17 11 0,0-1 0</inkml:trace>
  <inkml:trace contextRef="#ctx0" brushRef="#br0" timeOffset="87734">4145 6403 7533,'-19'-16'3276,"11"12"0,41-27-2595,1 17 1,3 1-817,-7-1 0,0-2-180,14-7 1,-5-3 584,-10-11 179,-13 11 1,-6-1 450,-18-18-271,-28 17-899,10 36 0,-2 8 45,-9 5 1,3 7 224,13 3 0,4 5 0,0 1 90,0-4 0,2 1 0,4-1 314,6 13 1,8-2-270,8-11 0,5-5-405,24-3-989,-8-21 0,2-8-226,-6-8 1,-1-1 1124,20-1-109,-22-1 1,-1-1 0,-2 3 0,-1 0 0,7-5 0,-1-1 0</inkml:trace>
  <inkml:trace contextRef="#ctx0" brushRef="#br0" timeOffset="88149">4815 6174 7533,'0'-34'3276,"0"5"0,-15-6 0,-13 17-2490,-17 18-2315,8 25 449,4 5 990,25-6 0,6 3 495,7 0 0,6-1-270,1-2 0,5-1-135,12 7 0,3-1-45,-8-11 0,-2 1 314,-2 2 1,-5 1 360,-15 13-810,-18-13 0,-7-1-765,-2-1 1,-2-2-695,-7 0 1,2-1 1573,8-4 1,6-1 0,11-2 0,20-2 0</inkml:trace>
  <inkml:trace contextRef="#ctx0" brushRef="#br0" timeOffset="89131">5623 5345 7533,'-17'-18'1619,"-2"8"-900,-11 2-179,-2 24-225,9-8 0,-1 4-136,0 14 1,2 6-120,2-5 0,-1 2 0,2 4-214,4 7 1,2 5-1,2 3 446,0-2 1,1 3-1,1 0 1,3-1-69,3-7 1,2-2 0,1 1 0,3 1-135,2 8 0,3 2 0,2-1 0,2-6-240,2-9 0,2-5 0,2 1-330,9 6 0,3 0 1,2-4 479,-3-6 0,0-4 0,1-2 0,6 1 0,0-3 0,-1 1 0,0-1 0</inkml:trace>
  <inkml:trace contextRef="#ctx0" brushRef="#br0" timeOffset="89880">6067 5450 8432,'-14'0'2429,"-8"8"-1710,14 26-404,1-10 0,1 6-180,4 2 0,2 6 0,1 3 0,0-1-458,1 7 0,1 1 1,1 1-1,0-1 278,0 2 0,1-1 0,0 0 0,0-1-90,0-2 0,1-1 0,1-2 0,0-6-540,4 2 1,3-8-708,10 3-1407,6-50 2789,-10 10 0,-2-12 0,-1-3 0,9 1 0</inkml:trace>
  <inkml:trace contextRef="#ctx0" brushRef="#br0" timeOffset="90448">6486 6103 7533,'0'-20'3276,"0"-11"-346,-6 12-2390,-1-9-270,-11 3-810,-1 15-270,-16 10 495,10 17 1,0 7 224,2-5 0,0 3 450,-3 14 0,4 5 44,9-6 1,7 0-360,14 2 0,6-1-135,-2-7 0,6-4-45,15-2 0,5-12 135,-9-22 0,-1-10 270,10-8 0,-3-6 29,-17 6 1,-4-3 0,0 1 150,7-11 0,-6 3 584,-12 11 1,-6 5-586,-11 14-808,-5 42-676,12-10 1,2 3-405,2 16 0,6 2 44,6-3 1,5-2 1394,3-3 0,4-7 0,3-11 0,3-8 0,0-12 0,0 0 0</inkml:trace>
  <inkml:trace contextRef="#ctx0" brushRef="#br0" timeOffset="90678">6830 6121 7533,'-18'-30'3276,"10"7"0,-4 31-3082,18 17-3432,6 12 1599,-2-6 1,0-1 1591,9 9 1,-5-17 0,1-3 0,11-1 0</inkml:trace>
  <inkml:trace contextRef="#ctx0" brushRef="#br0" timeOffset="91083">7040 6103 11940,'-6'4'2249,"5"10"-2654,1 14 0,5 4-225,3-7 1,3-3 179,3 4 1,3-8 359,31-24 180,-27-9 0,-2-8 689,-1-5 1,1-6-1,-3 0 165,2-9 1,-3 0-181,0-2 1,0 4 45,8 6-1530,-3 43-539,-2 29-380,-5 0 1,-2 4 1489,-5 1 0,-4-2 1,-3-6-1,-3-3 1,-7-6-1,1-1 0</inkml:trace>
  <inkml:trace contextRef="#ctx0" brushRef="#br0" timeOffset="91262">6965 5715 7533,'-40'0'1638,"1"0"0,-8 8-4915,88 2 2867,-1 7 0,-5-8 1,8-1-1,-2 1 1,-8 0-1,0 0 0,0 0 1</inkml:trace>
  <inkml:trace contextRef="#ctx0" brushRef="#br0" timeOffset="91562">7840 6068 13199,'-9'44'-108,"0"0"0,-2 0 0,-2 3 0,1-3 0,-2 3 0,-1-2 1,1-3-1,0 0 0,0 0 0</inkml:trace>
  <inkml:trace contextRef="#ctx0" brushRef="#br0" timeOffset="92831">8996 5539 8342,'0'-20'2069,"-16"-11"-990,-32 19-1169,17-2 1,-4 2 238,0 10 1,-3 5 0,3 2-465,-5 5 1,6 8-136,1 13 0,11 8 510,21-6 0,9 4 0,3-1-413,4 3 1,4 0 0,0 1 442,4 4 0,1 0 0,-1-1 0,-4-8 0,-1-2 0,-6-1 529,-4 6 1,-9-5 639,-25 0-584,-9-35 0,-7-12-271,-1-5 1,1-7-285,12 7 0,2-3 0,4-2-258,-2-15 1,14 0-268,22 14 0,11 3-15,7 4 0,9 2 1,1 1-16,-2 3 0,2 2 0,1 0 1,1-1 411,4-3 1,1 0-1,0-3 1,-4-1 621,2-6 1,-4-4 0,-5 0 1038,-1-8 0,-14-1-832,-24 6 0,-13 2-536,-14 4 0,-8 6-181,2 7 1,0 5-1035,2 5 1,2 4-2333,-8 10 0,52 29 2960,8-20 1,8-3 0,9 2 0,0-1-1,-4-3 1,0-1 0,0 1 0</inkml:trace>
  <inkml:trace contextRef="#ctx0" brushRef="#br0" timeOffset="93217">9402 5592 7533,'-25'-28'3276,"-5"10"-1638,4 22 0,-1 8-1766,-1 11 0,2 7 83,-6 5 0,3 5-315,13-8 0,3 3 1,5 1 299,7 5 0,7 1 0,4-3-30,9 4 0,8-6 389,-1-9 1,4-2 0,2-13-60,1-17 0,1-12 0,-3-5 274,-2-5 1,-3-6 0,-4-2-156,1-9 1,-4-3 0,-6-1-630,-7 0 0,-6-1 0,-5 2-72,-3 10 1,-5 2 0,-4 4-874,-13-1 1,-4 9 1214,3 10 0,4 11 0,11 21 0,7 9 0,11-1 0,-1 1 0</inkml:trace>
  <inkml:trace contextRef="#ctx0" brushRef="#br0" timeOffset="94050">9980 5556 8882,'12'-27'3276,"-10"9"-2055,-9 10-681,-29 8-720,12 3 0,-2 2-360,-8 3 1,0 2 134,1 2 0,2 3 405,6 1 0,7 4 270,11 23 45,18-17 0,10 1 134,13 4 1,6 0-270,-14-8 0,0 1 0,-1 0-270,11 10 0,-9 2 495,-16 4 0,-10-1-46,-8-10 1,-7-1-90,-16 3 0,-6-4-405,7-11 0,-1-4-270,-1-1 1,0-5-766,-5-13-1258,18-13-1,23-15 2429,9 7 0,9 4 0,6-1 0,0 2 0,1-1 0</inkml:trace>
  <inkml:trace contextRef="#ctx0" brushRef="#br0" timeOffset="94262">9919 5592 7533,'-26'0'3276,"-9"-16"0,31 4-564,22-21-4151,10 17 0,7 4 1439,-2 2 0,4 1 0,-1 1 0,12-2 0,0 2 0,-14 6 0,0-1 0,-1 0 0</inkml:trace>
  <inkml:trace contextRef="#ctx0" brushRef="#br0" timeOffset="95080">10374 5539 8432,'-13'-8'2609,"6"-10"-1170,24-9-855,0 8 1,5 2-360,7 6 0,5 3-225,1 0 0,-2 8-135,-8 13 0,-5 7-45,-7 2 0,-8 3-240,-12 7 1,-9 4-1,-3-2 60,-2-2 0,-3-1 1,-1 0 269,-6 7 1,-1 1-1,0-2 420,2-4 0,1 0 0,2-3 839,-1 4 0,5-3 91,0 12-451,52-20-719,-1-19 0,7-6-1183,0 0 1,4-1 0,-2 0 392,2 2 0,-2-1 480,6-6 0,-6 0 0,-13 0 0,1-2 0</inkml:trace>
  <inkml:trace contextRef="#ctx0" brushRef="#br0" timeOffset="106264">10830 5274 7533,'-20'-45'1574,"12"19"0,4 1-1034,9-12 359,20 1-629,8 19-135,-7 20 0,1 10 90,5 11 0,-2 12-867,-14-1 0,-2 7 1,-1 5-1,-2 2 1,-1-4 596,0 3 0,-2-1 0,-2 1 0,-1 3 0,-3-5 0,0 3 0,-2 2 0,0 0 0,-3-2 0,-2-5 85,-5 3 0,-3-4 0,-1-2 0,0-2-10,-2 6 0,-1-3 0,-1-5-120,-4 1 0,2-8-1529,1-4-1658,13-18 3151,13-8 1,22-16 0,4-3 0</inkml:trace>
  <inkml:trace contextRef="#ctx0" brushRef="#br0" timeOffset="130772">1429 8096 7623,'-20'0'1079,"4"0"0,9-8-719,5-1-90,-6-1 360,8 2-450,0 8 1259,0 0-1259,8 0-180,-6 0 90,5 0 90,-7 23 179,16 7-224,-3 5 0,2 6 15,-2-5 0,3 2 0,0 2-146,-1-4 0,1 1 0,-1 2 1,-1 2 300,-2 0 1,-3 3 0,0 2 0,0-2 0,-1-2-82,2 1 1,0-3 0,-2-1 0,0 2-90,-3 4 0,-1 2 0,-1-2 0,0-6-180,2 1 0,-2-5 0,-3-3 0,2-5-584,14-10 539,-14-9 359,6-8-89,-8 0-360,0 0 270,8 0 1170,-7-8-1440,7 6 882,0-37-612,3 1 0,4-9 0,0-1-113,-1 11 1,0-1 0,0-1-1,1-4-498,-2 2 1,1-5 0,-1-2 0,1 1-1,-1 2 1,1 6 520,4-8 0,1 6 0,-2-3-410,-3-5 1,0-5-1,-3 3 1,-1 15 498,2 11-224,5-24 1,-2 4-1396,-12 31 271,13-12-2018,-16 19 1627,8 14 1650,-6-5 0,-2 14 0,-10-6 0</inkml:trace>
  <inkml:trace contextRef="#ctx0" brushRef="#br0" timeOffset="131397">1605 8502 7623,'0'10'899,"-8"-2"-269,-9-1 899,5-5-720,-4 6 1710,8-8 0,38 0-2744,-1-7 0,4-1-810,9 2 1,3 0 1034,5-6 0,-4 6 0,-9 22 0,-23 13 0</inkml:trace>
  <inkml:trace contextRef="#ctx0" brushRef="#br0" timeOffset="134238">2170 8819 8252,'9'-9'270,"-1"1"360,-8 8 899,0 0 0,-8-8-1169,6 6 449,-5-6-629,7 8-809,0 0 1078,-8 8 1,6 33-360,-2-10 0,0 3 90,3 10 0,2 2 29,1-11 1,1 1 0,0-3-30,-3-2 0,2-3 900,13 13-451,-5-67-719,2-10 0,2-6-45,-1 0 1,1-2 193,-2 2 1,0-2 0,-1 2 75,3-6 0,0 4-270,-2 5 0,1 14-944,5 32 899,-4 18 0,-3 9 180,-3 2 0,-3 4 0,2-2-90,9 6 0,1-4 540,-4-3 0,2-13-180,6-33 0,1-13-330,-2-14 0,-3-9 0,-1 2 60,0-2 0,-1 0 329,-2-2 1,0-1 0,0 23 749,5 39-809,2 23-120,-9-6 0,1 5 0,-2 1-240,-3 3 0,-1 0 0,1 0-240,1-5 0,1 0 1,-1-3-1245,-3 6 0,0-10 44,3-20 1530,0-18 0,-7-23 0,7-4 0</inkml:trace>
  <inkml:trace contextRef="#ctx0" brushRef="#br0" timeOffset="136407">2893 8237 7533,'0'-29'3276,"15"60"-3025,-5 0 0,0 7-251,-1-6 0,2 6 0,0 3 0,0 1 0,-2-1-651,1 7 1,-2 1-1,-1 0 1,-1 1 632,0-4 0,-2 1 0,0 1 0,-1-1 0,-2-4-5,-1-2 1,-2-1 0,-1-3-1,-4-2-607,-4 5 1,-5-3-1,0-6 630,-1-5 0,-3-7 0,-5-7 0,-1-4 0,-19-3 0</inkml:trace>
  <inkml:trace contextRef="#ctx0" brushRef="#br0" timeOffset="137405">2170 8361 9062,'-10'-2'450,"-14"4"179,5 31-494,1-15 0,0 1-1774,-1 19 1,3 1 1113,-3 4 157,8-4 1,1 12-1,0 0 1,1-10 412,2-13 0,1 1 152,0 9 1,-1 10 0,1 4 0,4-1 0,5-9-258,10-4 0,5-6 0,0 0 90,-4 6 0,-1 0 0,5-4-30,6-4 0,4-4 0,-4-11 0,4-21 0,-12 4 0</inkml:trace>
  <inkml:trace contextRef="#ctx0" brushRef="#br0" timeOffset="140278">3669 8290 6813,'0'-10'1079,"0"3"-719,0-1-90,0-2 360,0 0 629,0 2-989,0 8 1709,0 0-1080,0-7-674,22 4 0,11 4-315,-8-2 0,3 2 30,4 2 0,5 4 0,-2 0 150,7 6 0,-4 2-45,-9-2 0,-3 1-45,7 12 1079,-49 7-899,11-4-270,-11 4 0,0 1-89,14 7-226,-2 8 0,0 0 405,4-12 299,2 6 1,1 9 0,0-4-75,2-5 0,0-1-315,-2-6 0,1 1 0,-1-3-180,1 3 1,0-9-271,-4-18 90,0-2 1620,0-8 719,0 0-1260,-24 0-629,3 0 210,-21 0 0,-14 0 0,9 0-1849,20 0 1,1 0 1599,-15 0 1,-5 0 0,5 0-739,10 0 0,5 0 597,7 0-3097,-20 0 617,56 0 2660,19-16 0,9 4 0,-19 0 0,1-1 0</inkml:trace>
  <inkml:trace contextRef="#ctx0" brushRef="#br0" timeOffset="140911">4004 8714 8702,'-10'-10'1259,"-5"-6"-359,5 14 1528,0-6-1708,-6 8 719,-9 8-1169,-4-3 0,-3 0-495,3 0 0,-1 0-855,-13 3 1,2-1 720,10-5 359,7 6 0,45-20 0,15-7 0,2-1 0,0 1 0</inkml:trace>
  <inkml:trace contextRef="#ctx0" brushRef="#br0" timeOffset="141999">4551 8308 7533,'0'-20'989,"0"-11"1,0 27-361,0-12 91,0 16-540,0 0 269,-8 0-539,6 0-89,-6 16-271,0 4 0,-9 15 360,4-8 0,-2 5 60,-1-1 0,-3 4 0,3 3 277,6-1 1,3 5-1,0 0 1,0-3-188,-5 4 0,0-3 0,3 5 245,5-4 1,2 6 0,2 1 0,1-4 0,4-7 188,6 2 1,3-3-1536,0 6 1,1 4-1,1-11 1041,16-9-3162,15-18 2982,-43-8 180,19-8 0,-13-10 0,7-9 0</inkml:trace>
  <inkml:trace contextRef="#ctx0" brushRef="#br0" timeOffset="142673">4657 8802 7533,'0'-43'3276,"31"13"-256,16 28-2301,-13 28 1,-1 9-630,-8-13 0,-5 3-135,-4 20 0,-11-2-135,-19-13-405,-18-3 1,-7-3 449,13-12 0,0-3-90,-17 5 0,2-4 225,13-10-3277,36 0 1638,30-7 1,9-2 1182,-20 4 1,1-2 455,14-6 0,4-5 0,-9 0 0,-8-5 839,-7-1 1,1-6-1,-7 3 780,-11-8-405,-5 3 1,-7 5-136,-32 18-899,13 21 0,2 9-315,4 1 0,6 5-720,2 16 1,8 0-46,9-17 1,7-3 899,15 6 0,6-9 0,2-23 0,3-8 0,-4 4 0,1 0 0,-1 0 0</inkml:trace>
  <inkml:trace contextRef="#ctx0" brushRef="#br0" timeOffset="143128">5230 8290 7533,'0'-10'3148,"-6"-5"-1439,5 13-90,12 2-720,14 28 1,3 16-750,-7-6 0,-2 4 0,-2 6-410,-7-4 0,-1 5 1,-2 2-1,-2 1 1,-2-3 205,-3-7 0,-1-1 0,-2-1 0,-2 0 0,-3-1-81,-4 9 0,-4 1 0,-4-4 0,-2-7-629,-3-10 0,-3-7 0,1-3-136,0-4 1,2-5 899,-9-7 0,50-2 0,12-10 0</inkml:trace>
  <inkml:trace contextRef="#ctx0" brushRef="#br0" timeOffset="144951">6350 8061 9781,'-11'-10'1440,"3"-6"-1350,-16 15-270,5-7-225,-5 7 0,-4 2 1395,-19-1-586,3 7 1,-1 1 0,14-6 0,2 0-91,0 6 1,3 0-135,3 0-180,23 25 315,3-9 0,1 7-922,0 8 1,1 12-1,0 4 1,0-1 0,-1-8 606,-1-7 0,0-4 0,0 5-75,0-1 0,1 7 0,-1 3 0,0 0 0,-1-2 0,-1-5 176,-1 12 0,-3-6 0,1-1-12,0-6 1,0-1 0,-1 1 60,0 7 0,-1 2 0,-1-7-285,0-15 0,-2-3 135,-11 18 0,10-24-90,-4 10 0,2-3 90,7-16-45,-5 19 0,5-3 1305,14-22 2016,-8 11-714,30-15-1418,-10-7 0,3-1-964,6 2 0,2 0-1305,4-6 1,-2-1 674,7-5 450,2 24 0,-34 21 0,0 1 0,0-1 0</inkml:trace>
  <inkml:trace contextRef="#ctx0" brushRef="#br0" timeOffset="146879">6842 8361 5824,'0'-10'2698,"-5"-6"-1529,3 7-269,-3-9 179,5 8-449,0 34-225,-5 17 0,-1 12-383,2-16 0,1 4 1,0 1-1,-1 0-135,1 2 1,-1 1 0,1 0 0,0-2-368,-2 10 0,1-1 1,2-8-1160,4-15 1,1-5 1422,-2-5 1,4-50 0,-5 11 0</inkml:trace>
  <inkml:trace contextRef="#ctx0" brushRef="#br0" timeOffset="147205">6523 8467 7623,'-27'-24'1092,"0"1"0,-1 4 0,10 4 2184,23 7-1638,31 0 0,18 1-1532,-14-1 1,3 0-1,4-1 1,-1-1-763,-3 0 1,2-1-1,0 0 1,0-1 0,-1 1-1,-1 0 1,-1-1-1,0 1 1,-2 0 0,-3 1 132,6-5 1,-3 1 0,-9 7 0,-7 15 0,-34 22 0</inkml:trace>
  <inkml:trace contextRef="#ctx0" brushRef="#br0" timeOffset="147756">7138 8837 10861,'-7'-10'2968,"45"-21"-2653,-1 9 0,3-1-270,-1-4 0,-2-3 254,-9 6 1,-1-3 0,-12 2 240,-26-22-360,-18 11-540,-9 26 0,-6 12-270,7 18 1,2 9 629,6-2 0,1 4 0,4 2 329,4 2 1,5 3 0,6 0 60,6 1 0,7 1 0,6-5-255,15 0 0,7-7-1215,0-9 1,4-5-560,9-8 1,-3-4 1429,-6-2 1,-10-6 0,-2-4 0,3-9 0</inkml:trace>
  <inkml:trace contextRef="#ctx0" brushRef="#br0" timeOffset="148431">7728 8749 7533,'-12'-28'3276,"0"-5"-436,5 14-3200,2-30-89,-6 33 359,-9-15 449,-4 47 1,-5 15-225,-1 0 0,1 4-225,4 3 0,4 1 135,-2-2 0,7 0 315,13-11 0,5-1 269,14 22-359,12-10-180,3-37 0,3-15-120,-7-13 0,-1-11 0,-3 2 480,4-3 0,-5 1-136,-10 2 1,-8 16-495,-10 38 1,-6 15-91,-4 4 0,3 4-855,11 7 1,9-2-315,5-14 0,7-7 1439,10-9 0,4-8 0,-4-6 0,0-6 0,4-18 0,0 1 0</inkml:trace>
  <inkml:trace contextRef="#ctx0" brushRef="#br0" timeOffset="148805">8109 8678 7533,'13'-39'1638,"-1"0"0,2-2 1638,-9 2-2183,-28 46-733,-8 15 0,-4 5-180,7-2 0,-1 1 269,3 1 1,-2 2 0,5 2 224,3 11 1,9 2-270,9-2 0,8-2-630,4-8 0,7-7-585,12-8 1,4-10 809,10-19 0,-1-12 0,-10-1 0,-2-5 0,5-5 0,-1 0 0</inkml:trace>
  <inkml:trace contextRef="#ctx0" brushRef="#br0" timeOffset="149797">8380 8079 7533,'-9'-30'929,"1"1"1,3-4-1,1 1-1084,-1 7 1,0 1 244,5-15 629,2 58 1,2 25-1,0 3-449,0-6 0,-2 4 0,2 3 0,0 2-195,1-5 0,0 3 0,0 2 0,2 0 0,-1 0 0,1-3-97,2 4 0,0-1 0,1-1 0,0-2 0,2-5-128,4 8 0,1-5 0,2-11 150,0-10 0,0-14-213,-2-34 1,-1-21-1,-5 2 1787,-6 5 0,1 7 135,18 6-2654,-12 55 1,-3 20 284,-4-16 1,-1 1-1,2 0-433,7 8 1,3 0 0,2-17 584,5-24 1,17-12 0,-22-17 0</inkml:trace>
  <inkml:trace contextRef="#ctx0" brushRef="#br0" timeOffset="150362">8934 8837 7533,'-18'-10'3276,"10"-5"-616,2 13-2300,23-8 0,12-4-360,-5 1 0,1-1-90,11-11 0,-3-3 270,-14 1 0,-7-1 0,-11-1 0,-9 5-135,-16 10 0,-7 8-180,2 10 0,-2 10 764,-4 11 1,0 9 0,5 1 269,8 9 1,4 2-691,1-10 1,-1 0 0,10-4 105,17-3 0,5-7-135,3-4-1819,16-10 1,6-8 1462,-6-14 1,1-4 0,10 4 0,1-3 0,-17-3 0,0-1 0,0 1 0</inkml:trace>
  <inkml:trace contextRef="#ctx0" brushRef="#br0" timeOffset="150821">9426 8608 7533,'-5'-26'3276,"4"7"0,-15 1 0,7 10-2850,-14 16-2495,-18 18 1664,20 2 0,1 4 450,-6-7 0,8 1 315,27 4 0,11 3 0,-1-6-450,-1-1 479,20-11 1,13 0 0,-19 2 330,-36 16-540,37-9-540,-57 3 0,-15 3-495,12-8 1,1 1 854,-10 9 0,3-2 0,12-6 0,19-12 0</inkml:trace>
  <inkml:trace contextRef="#ctx0" brushRef="#br0" timeOffset="152338">10263 7955 5914,'-14'0'3276,"-8"0"-2235,9-8-861,-12-1-270,1-9-180,-6 8 1080,-7 2-630,9 8 269,-11 24-359,20-4 0,1 5 180,-5 16 0,1 6-113,4-7 0,1 3 1,3 5 345,5-3 1,3 6 0,2 2-1,0-1 1,1-6-802,-3 4 0,2-4 1,2 3 333,3-5 0,1 4 0,2 1 0,1-3 0,1-7 9,9 9 0,2-6-270,2 4 0,0 0-1394,0-1 0,-1-4 1619,-5-16 0,-1-5 0,0-2 0,-6-20 0</inkml:trace>
  <inkml:trace contextRef="#ctx0" brushRef="#br0" timeOffset="153472">10226 8537 7533,'-29'-25'3276,"24"5"0,-10 3-2775,36 14 1,9 6-412,-3-2 60,8 12 0,7 5 0,-7-1-150,-2 0 120,-11 16 0,-3 12 0,-15-3-360,-23-13 0,-13-3 0,1 1-390,11 2 1,3 0-1,-4-3 480,-12-1 0,-3-4 1,18-14-3128,40-30 3101,4 16 0,7 2 1,4-7-1,5-3 1,1 1-1,3 1 1,0 1-1,0 0 0</inkml:trace>
  <inkml:trace contextRef="#ctx0" brushRef="#br0" timeOffset="153789">10707 8590 7533,'-11'-37'3276,"-14"-4"0,-13 29-2909,8 16 0,-1 8-772,-2 11 0,4 9 1094,10-5 1,4 4 0,2 1-151,-4 13 1,11 0-990,18-3 1,11-6-1190,9-10 1,6-7 1404,1-3 1,0-6-1,-4-8 1,-3-4 0,9-8-1</inkml:trace>
  <inkml:trace contextRef="#ctx0" brushRef="#br0" timeOffset="154073">10891 8749 7533,'11'-28'3276,"35"42"0,-24-14-2820,7 26 1,-9 11-862,-26-6 1,-8 1-226,-1 2 1,-3 0-631,-9 7 1,-3-5 1259,7-21 0,1-3 0,-7 4 0,24-16 0</inkml:trace>
  <inkml:trace contextRef="#ctx0" brushRef="#br0" timeOffset="155072">11359 8643 12480,'-7'28'674,"0"1"1,-4 6-495,13-4 0,7-11 90,18-48 0,3-22-225,-11 12 0,-2-3 14,3 1 1,1-2 0,-4 9-419,-6 7 628,-11 73-269,5-3 0,6 2-90,3 2 1,9-13 268,6-34 1,4-12 90,-2-1 0,-3-7 89,-7-14 1,-4-9 0,-1 5 764,-3 8 1,-2 9-765,2 12-315,-9 38 0,-3 18-1684,7 0 1,0 0 1104,-2 3 1,3-4 0,8-11 0,2-5 0,13 4 0</inkml:trace>
  <inkml:trace contextRef="#ctx0" brushRef="#br0" timeOffset="155706">11999 7920 7533,'-7'-26'2968,"7"-1"-1979,21 27 1,8 12 29,3 11 1,1 11-1,-3 11-873,-16-13 0,-2 7 0,-2 5 0,-1 3 1,-1 1-1,-1 0 0,0-1 0,0-4-556,1 7 0,-1-1 0,0-2 0,-1 1 0,-2 1 0,-2 0 365,-2-5 0,-1 2 0,-1 1 0,-1 1 0,-1-2 0,-2-2 0,-2-5 0,-1-4-465,-13 16 1,-4-9-1,1-9-1049,5-13 1,2-7 1558,-6-5 0,30-16 0,8-2 0</inkml:trace>
  <inkml:trace contextRef="#ctx0" brushRef="#br0" timeOffset="157001">12466 7814 7533,'-48'0'2878,"9"0"-1709,7-8-225,51 3 1,11 0-585,3-4-46,7 2 1,15 0 0,0 5 0,-15 10-855,-18 22 1,-3 2 539,20-20 0,7-7 0,-17 10 269,-32 13 1,-17 9 0,-5 6 0,6 2-135,11-7 0,3 4 0,2 3 0,1-1 0,-2 1 0,0-3-153,-5 5 0,-1-3 0,-1 1 0,2 0 0,3 2 78,3-3 0,2 3 0,1 0 0,2 0 0,1-2 0,0-3 187,2 5 0,2-2 1,0-3-1,-3-3-112,-5 7 0,-2-2-225,3-9 0,0 2 0,-3-5 180,-5-4 0,-2-5-90,-2 2-180,5-15 180,2-2 720,5-8-630,0 0-360,0-16 1079,0-3-809,0-1 360,0 4 180,-6 16-450,5 0 60,-24 7 0,-17 7 0,5-3-60,1-4-910,0 5 1,-11 4 0,2 0 0,17-5 465,20-5 1,35-37 0,10 8-1,0 0 1,1 0 0</inkml:trace>
  <inkml:trace contextRef="#ctx0" brushRef="#br0" timeOffset="227289">1605 11113 5824,'-19'0'0,"-5"0"0,22 0 0,2 7 0,10 3 0</inkml:trace>
  <inkml:trace contextRef="#ctx0" brushRef="#br0" timeOffset="230358">1446 11095 7083,'-9'-10'2159,"-15"-13"-1799,20 19 1259,-12-28-810,9 28-809,5-11 540,-14 15-270,14 0 269,4 24 1,8 26 0,2 9-540,-6-23 0,1 5 0,0 3 0,1 4 0,1 1 0,-1 0 0,1-1 0,-1-3 0,0-3 40,1 2 0,0-3 0,1-2 1,-1 0-1,0 2 0,0 4 209,-1 0 1,-1 6 0,1 5 0,-1 1 0,1-1 0,0-4 0,0-7 0,1-9 0,1-13-520,15-3 90,-13 7 225,4-45 0,-1-15 135,-13 9 0,0-7-12,6 2 1,4-8 0,4-6-1,1-4 1,1-2 0,0 0 0,-2 1-1,-3 5-183,-3-2 0,-2 2 0,-1 0 0,-1 0 0,2-1 0,2-2-188,1 0 1,3-3 0,1-2-1,1-1 1,-1 1 0,-1 2 0,-1 4-1,-4 4 68,1-9 0,-3 3 0,-3 6 1,-1 12-3143,-3 5 2457,0 36 1,0 29 0,0-3 0</inkml:trace>
  <inkml:trace contextRef="#ctx0" brushRef="#br0" timeOffset="230798">1570 11553 8972,'-18'0'3276,"1"-7"-1638,50 2 0,18 0-2486,-25-4 1,3 0 847,14 3 0,7 3 0,-8 2 0,5 9 0,-16 12 0</inkml:trace>
  <inkml:trace contextRef="#ctx0" brushRef="#br0" timeOffset="233958">2611 11060 8432,'0'-10'364,"-5"21"0,-3 18 0,-5 15 0,-1 11 0,-2 5 0,0 1 0,1-3 0,2-7 0,3-13-592,0 2 0,2-8 0,-2 8 238,1-2 0,-4 8 0,-2 7 0,-1 4 0,1 0 0,2-3 0,4-5 0,4-8 0,6-11 140,14 1 1,6-13 0,10-8 0,-10 5 0,-1 0 0</inkml:trace>
  <inkml:trace contextRef="#ctx0" brushRef="#br0" timeOffset="235439">2858 11589 9422,'-28'-10'3276,"10"-6"-436,42 6-1940,15 1-481,-4 17 1,5 10 0,-5 3-330,-6 2 0,-9 7-495,-12 4 0,-6 9 0,-5 1 1,-4-7-1,-13 5 0,-9-5 270,4-8 0,-4 3 0,0-5 0,2-9 315,-20-16-2518,37-14 2338,48-16 0,-11 15 0,2 1 0,6 3 0,-1 0 0</inkml:trace>
  <inkml:trace contextRef="#ctx0" brushRef="#br0" timeOffset="235822">3369 11571 7533,'-18'-16'3276,"-23"-3"-346,26-1-3605,-24 32 1,-1 15 1663,21 19-270,-2-10 1,-3 7 0,12-5-360,17-6 0,11-3-1890,15 8 1,9-8 1529,4-19 0,0-10 0,-12 2 0,-7-6 0,-15-13 0</inkml:trace>
  <inkml:trace contextRef="#ctx0" brushRef="#br0" timeOffset="236222">3545 11077 7533,'0'-35'3276,"47"47"-1638,-25 3 0,0 9-819,-1 6 0,2 8 0,-1 2 0,-2-3-617,-2-6 0,-2-2 0,-3 7-337,-7 5 0,-2 9 0,-4 4 0,0 1 0,-1-6 0,2-10 90,2 0 0,-4-1-387,-8 3 0,-4 12 1,-5 1-1,-1-6 0,-1-15-1207,-6-17 1,-1-5 1374,-5 14 1,0-1 0,2-11 0,5-2-1,5 8 1</inkml:trace>
  <inkml:trace contextRef="#ctx0" brushRef="#br0" timeOffset="238515">5058 11077 8612,'-14'0'2519,"-13"-8"-990,12-1-990,-21-17 91,5 7-46,-1-4 1,-1 12-1365,11 32 1,3 16 0,1 3 659,-1 2 0,1 2 0,3 7-27,6-14 1,1 3 0,1 4-1,0 1 1,1 0 0,1 0 0,0-3 385,0 3 1,2-2 0,1 1 0,0-1 0,-2-1 0,0 0 191,-3 6 1,-2 0 0,0-1 0,0-3 0,0-4 47,-4 4 1,1-5 0,7-8 1858,19 2-2653,18-30 1,10-10-779,-1 2 1,4-2 0,-3 2 545,5 2 1,-4 6 0,-6 3 0,-14 5 0,-37 17 0</inkml:trace>
  <inkml:trace contextRef="#ctx0" brushRef="#br0" timeOffset="239331">5464 11412 8342,'-3'49'546,"-1"-1"0,0 0 0,3-1 0,1 2 0,0-1 0,-1-3 281,-2 6 0,-1-3 0,0-26-1277,-2-38 0,1-17-97,4 2 1,3-9 0,1-6 0,1-2 0,-1 0 0,-1 4 405,-3-2 0,-3-1 0,1 2 1,3 1-1,7 3 423,11-8 0,9-2 1,1 11-1,-1 23 617,7 43 1,-4 23-1297,-15-14 1,-3 4 0,-3-2 396,8 10 0,-14-4-270,-27-13 0,-16-1 0,-3-6 1,12-10-3008,5-17 3540,-18 17 1,81-13-1,-1 5 1,1 0 0</inkml:trace>
  <inkml:trace contextRef="#ctx0" brushRef="#br0" timeOffset="240262">6202 11165 9332,'-7'-7'3148,"2"-3"-3238,-1-8 0,0 8 0,-7 3 90,-8 23 0,-5 18 0,1 2 120,6-8 0,1 2 0,0 4 129,-1 0 1,-1 5 0,-1 2 0,1 1 0,4 0 289,3-1 1,3 2 0,1 1 0,3-2 0,0-1-433,3 4 0,1-2 0,2-1 1,4-1-63,3 0 0,3 1 0,2-4 0,3-6-1684,11-1 1,3-9-1,-4-12 1,-1-5 1567,3-7 1,-25-5-1,3 7 1</inkml:trace>
  <inkml:trace contextRef="#ctx0" brushRef="#br0" timeOffset="241372">6338 11642 10411,'0'-10'3276,"11"-6"-1065,24 30-2121,-11 5 0,1 8 0,-6 1-855,-2 16 1,-10 3 194,-9-10 0,-5 1 1,-6-6 569,-14-1 0,-6-11-450,-12-10 0,13-14-2827,36-13 1247,19-1 2030,21 8 0,-11 2 0,3 0 0,-3 4 0,0-1 0</inkml:trace>
  <inkml:trace contextRef="#ctx0" brushRef="#br0" timeOffset="241765">6805 11730 11580,'-12'-28'630,"-6"-5"-990,-1 21 450,-28 20 360,12 22 359,4 6 1,3 4-91,14-11 1,6 1-180,4 5 0,8-2-720,29 3-315,2-28 0,3-7 495,-7 1 0,-2-5 0,-3-8 0,-3-4 0,-1-12 0</inkml:trace>
  <inkml:trace contextRef="#ctx0" brushRef="#br0" timeOffset="242294">6879 11254 8162,'25'-26'3276,"-6"7"0,26 17-2459,-22 30 0,-5 18-674,-9-7 1,-2 8 0,-2 5 0,-1 0 0,0-3-483,-1-8 1,0-2-1,-1 0 1,-1 1 0,-2 1 203,-2 2 0,-1 3 0,-1 1 0,-2-2 0,-1-2 0,-2-6-615,-8 6 1,-3-6 0,0-6 107,0-4 0,-1-7 642,-18 4 0,45-42 0,16-9 0</inkml:trace>
  <inkml:trace contextRef="#ctx0" brushRef="#br0" timeOffset="243462">7150 11042 5914,'-18'-26'3276,"21"7"0,21 9-1638,16 21 0,5 11-1376,-15-1 0,0 3 0,-2 4-292,2 7 0,-1 4 0,-8 3 119,-9 2 1,-7 4 0,-4 1-135,-2-10 0,-3 1 0,-1 0 1,-1-1-136,-2 0 0,0-2 0,0 1 0,0 1 157,2 4 1,2 1-1,0 0 1,0-2 82,2 5 0,0-2 0,1 0 30,-1-2 0,0-1 0,0-4-135,2 5 0,-1-7 135,-5-1-90,6-19 809,0-16-269,0 0-180,-5 0 809,-24-8-1079,-9 4 0,-7-2-1183,12-2 1,-1-1 0,1 1 545,-13 3 1,13-2 0,29-9 0,37 16 0,1 0 0</inkml:trace>
  <inkml:trace contextRef="#ctx0" brushRef="#br0" timeOffset="252198">9057 11536 10321,'0'-20'1799,"0"5"-1799,0 22 540,6-5-90,0-2-540,1-2 0,-12-13 180,-20 21-90,-2 3-360,-3 19-2069,34 7 2429,5-15 0,27-5 0,-5-15 0</inkml:trace>
  <inkml:trace contextRef="#ctx0" brushRef="#br0" timeOffset="252729">9057 11959 7533,'-30'8'3276,"15"-6"-796,-1 14-1850,32-14-720,-1-18-450,-7-13 540,-27-9-629,-4 60 359,16-18-1799,23 27 2069,5-35 0,-44 4 0,-4 10 0,0 0 0</inkml:trace>
  <inkml:trace contextRef="#ctx0" brushRef="#br0" timeOffset="256605">10030 11606 7892,'-13'10'810,"6"-2"269,-9-8-1169,13 0 1440,-8 0 269,11 0-180,-6-8-719,5 6-361,-4-6-629,5 8 990,0 0 359,5 0-809,-4 0 270,21 0-540,5 0-45,8 4 0,6 0 105,-8-5 0,2-1 0,-1-1 120,10 3 0,-1-2-180,-1-6 0,-3-1-180,2-1 0,-25 2-180,22 8 0,-17 8 450,10-6 90,-1 6-90,-5-16-360,-6 6 360,-1-6 180,-11 8 270,-2 0 269,-10 16-179,-2 3-765,-2 16 0,0 5-405,2-2 1,1 0-136,-1 1 1,1-3-2205,6 13-398,13-41 3084,-5-8 0,8-8 1,-9-2-1</inkml:trace>
  <inkml:trace contextRef="#ctx0" brushRef="#br0" timeOffset="257596">11161 11077 7533,'13'-25'3276,"-6"5"-2145,-2 3-681,-16 17 0,-24 25-315,15-4 0,-1 3-255,-2 2 0,-2 3 0,2 2 90,0 7 0,2 3 0,2 4 434,3-2 1,1 3 0,1 1 0,2 1-46,2-9 1,0 2 0,1-1 0,1 0 0,2 0-181,0 6 1,1 0 0,3-1 0,3-2-210,4 10 0,4-3 0,5-8-15,10-10 1,4-7-1396,1-2 1,1-7 1439,12-16 0,-31 16 0,-18 4 0</inkml:trace>
  <inkml:trace contextRef="#ctx0" brushRef="#br0" timeOffset="258328">11137 11712 8522,'0'-10'3276,"0"-21"-1065,5 25 38,24 30-2384,-16 2 0,-3 7-225,-2 0 0,-3 5 0,-4-4 225,-5-2 1,-7-5 448,-9-2 1,-4-11-3592,-9-23 3266,27-1 1,32 2 0,-1 8 0,0 0 0</inkml:trace>
  <inkml:trace contextRef="#ctx0" brushRef="#br0" timeOffset="258913">11494 11730 6993,'-21'-43'3276,"10"13"-1155,13 5-1581,-2 17-1530,-18 16 1620,-2 10 179,-16 1 0,17 4 1,1 3-450,1-7 0,1 1 404,-1 14 1,4 1-405,0 4 449,14-5 1,4-3-180,9-8-1080,1 0 0,6-5-2827,28-23 2724,-3 8 1,-3-18 0,-20 15-1</inkml:trace>
  <inkml:trace contextRef="#ctx0" brushRef="#br0" timeOffset="259562">11715 11007 7353,'6'-26'3276,"23"54"-2997,-19 1 1,-1 13-1,-1 9 1,0 2 0,-1-3-1,1-7-219,6 4 0,-1-6 0,-3 10-150,-6-10 0,-1 7 0,-2 7 0,0 2 0,-2 1 0,0-1 0,-1-6 1,0-6-1,-1-10 704,-2 8 1,-5-6-1245,-2 0 0,-5 8 1,-2 0-1,0-6 1,3-14-721,-11-12-289,-1 4 1,3-2 1453,13-13 0,12 5 0,7-7 0</inkml:trace>
  <inkml:trace contextRef="#ctx0" brushRef="#br0" timeOffset="264995">10596 11201 6813,'0'-10'1979,"0"-6"-270,0 6 0,0 55-1619,0-7 72,0-5 0,0 12 0,0 6 0,0-2 0,0-8-43,0-5 1,0-5 0,0 4-30,-1 6 0,0 8 0,0 1 0,-1-5 0,1-10-180,0 10 225,3-15 0,2-5-225,-2-18 0,9-5 270,-6 22 90,-3-12 1349,-2 5-1529,-7-9-630,-16-16 1439,-10 3 1,-4 1-675,9 2 0,-3 2-585,-9-1 0,-4 1 0,6 3 181,-3 6 179,-8-9 0,67-17 0,8-11 0</inkml:trace>
  <inkml:trace contextRef="#ctx0" brushRef="#br0" timeOffset="265681">10202 11236 7982,'-33'4'3276,"26"-8"0,44-16-1830,-5 14 1,6 5-1957,6 2 0,6 3 1,-2 0-541,-10 0 1,-2-1 0,1 0-44,-1 0 1,0-1 0,-4 1 989,11 5 0,-75 2 0,-9 7 1</inkml:trace>
  <inkml:trace contextRef="#ctx0" brushRef="#br0" timeOffset="267213">9390 11606 6004,'-14'0'2428,"-8"0"-449,14 0-810,-10 0 1,5 0-181,7 0-539,0 0 359,6 0 271,22 0-810,22-7-405,-8 5 0,3 2 0,0-1 0,-1 2 90,-8-2 0,-4 4-135,3 12 270,-24-13-360,-5-2-359,0-10 1078,0 1-359,0 1 2249,0 55-3419,-3-3 1,1 2 854,1-12 0,0-1-1394,-1 10 0,4-16 1619,11-45 0,0-17 0,5-10 0</inkml:trace>
  <inkml:trace contextRef="#ctx0" brushRef="#br0" timeOffset="270133">12638 11024 13649,'-16'-25'630,"6"5"-1260,-29 3 540,12 9 0,-1 8 405,-11 22 0,1 11 0,6-5 0,4 4-196,11 0 1,3 5 0,5 0 60,9 2 0,6 1 0,1 1-210,-2 0 0,0 0 0,0 2-105,-1-1 0,0 3 0,-1 0 0,-2-2 195,-3 5 0,-3-2 0,0 1-120,-1 0 0,0 0 0,-2-4-120,-7 2 1,-1-4-1,6-5 0,2-1 360,1-3 0,1-2 539,1 16 271,5-13-1,5-23 360,13-3 270,15-12 0,3-5-1619,7-2-1080,-11 2 1,5-3 0,-5 3 1079,5-2 0,-27 35 0,-23 2 0,1-1 0</inkml:trace>
  <inkml:trace contextRef="#ctx0" brushRef="#br0" timeOffset="271211">12897 11624 10861,'-38'0'3276,"13"0"-1515,14 8-322,40-6 0,13-2-1349,-8 8-198,-2-7 0,13 0 0,3-2 0,-2 0 1,-10 1-28,-8 0 0,-2 0 794,23 2 1,5 1 0,-24-8-481,-35-11-1348,2 28 1079,-8-24-570,6 36 1,5 22-1,-1-6 570,0-1-150,-2 0 0,-1 7 1,5-17-3038,5-25 1247,1 7 2030,5-34 0,6 13 0,1-8 0</inkml:trace>
  <inkml:trace contextRef="#ctx0" brushRef="#br0" timeOffset="271745">13759 11412 8702,'-14'-9'3148,"-14"-15"-3238,24 28 900,-12 37-316,12-8 1,3 8 0,0 4 0,1-1-293,-1-1 0,1 1 1,0 1-1,0-1-517,-1 4 0,1 2 1,0-3-1,1-6-1324,-1 10 1,7-17-1639,11-28 2936,-10-26 1,3-13 0,-11 5-1</inkml:trace>
  <inkml:trace contextRef="#ctx0" brushRef="#br0" timeOffset="272289">13647 11324 7533,'-1'-43'3276,"3"21"-1638,18 9 0,10 3-1002,6 7 1,5 6-427,-3 4 0,4 4 0,-3 2 389,-4 0 1,-1 2 0,-6 4-420,1 15 0,-14 5-1170,-27 4 1,-15 0 539,1-13 0,-6-3 1,0-4-361,-11 0 0,1-4 405,8 5 1,9-11-2744,20-29 3148,19 14 0,5 2 0,-2 10 0</inkml:trace>
  <inkml:trace contextRef="#ctx0" brushRef="#br0" timeOffset="272799">14361 11236 8702,'7'-18'3276,"-7"9"-1695,-12 1-1761,-2 8 0,-15 15 180,4 10 0,-3 9 270,6-1 0,0 7 0,0 1 0,1 0-91,0-5 1,2 0 0,0 1 0,2 3 161,2 3 1,0 5 0,2 1 0,5-3 0,6-5-342,9-1 0,6-5 0,3-2-1093,0 1 1,3-1 0,1-8 884,9-9 0,0-8 0,4-8 0,-33 0 0</inkml:trace>
  <inkml:trace contextRef="#ctx0" brushRef="#br0" timeOffset="273795">14534 11642 8162,'-14'-18'2609,"-2"8"-1170,14 2 630,35 24-1530,-5 13 1,2 1-450,-1-16 0,-2 1-60,-3 11 0,-1 6 0,-14-4-525,-19-3 1,-11-2-46,-3 3 0,-5-3 225,-6-7 1,-2-7-721,0-7 1,13-8-2204,34-12 3058,-2 11 180,17 6 0,6 2 0,-4-8 0,1-2 0,10-1 0,0 0 0</inkml:trace>
  <inkml:trace contextRef="#ctx0" brushRef="#br0" timeOffset="274149">14915 11677 7533,'-18'-20'1638,"-1"1"0,8-13-632,-13 42 1,-9 17 0,7-1-197,5 13-421,10-5 1,0 6 0,10-6-390,15-7 0,9-5-1170,8 6 1,2-5 314,-6-12 1,0-4 854,1 0 0,-6-6 0,-19-25 0,1-5 0</inkml:trace>
  <inkml:trace contextRef="#ctx0" brushRef="#br0" timeOffset="274614">15075 11254 10051,'-13'-10'3276,"7"2"-2575,26 26 0,11 19-207,-14-6 1,1 6 0,-2 2-1,0 1-382,-1 0 1,-1 0 0,-2 2-1,-3 2-148,-2 0 0,-2 4 0,-2-1 0,-4-1 0,-5-7-774,-9 0 1,-7-5 0,1-3-1,-5 11 1,-2-12 809,-17-22 0,60-24 0,7-3 0</inkml:trace>
  <inkml:trace contextRef="#ctx0" brushRef="#br0" timeOffset="275916">15297 11024 7803,'7'18'1092,"20"-7"0,16-3 0,-3-2 546,-3 0 0,0 0-1034,11 7 0,5 4 1,-19 0-425,-26-1-90,-7 12 0,-4 9-240,-5 3 0,-4 6 0,2 1 330,3-3 0,3 1 0,0 5-166,1-7 1,-1 5 0,1 3 0,0 0 0,1-2 0,0-5-83,2 0 1,0-5 0,0 0 0,0 2 201,1 9 1,-1 4 0,0-2 0,-1-8 45,-1-1 0,-1-6-225,0-9 0,-1-3 855,-3 0 449,-4-17 0,-1-8-449,-18 8-765,-1-6 0,-4-2-990,-3 1 1,-2-2-695,1-4 1,2 0 883,-11 3 0,64 4 0,25 16 0</inkml:trace>
  <inkml:trace contextRef="#ctx0" brushRef="#br0" timeOffset="283020">10103 12065 7533,'7'-10'90,"-2"2"179,-5 1-448,0-3-1,0 0 360,0 2 809,0 8-179,-11 8-900,4 2 90,-17 15-360,16-13 540,-8 11 449,9-21 1080,-11-2-629,-1-17-1080,0 5-270,1-11 360,11 21 719,1-6-179,6 8 359,0 0 181,6 0-541,17 0-988,21 0-91,-1 0 0,4 0 450,-3-4 0,-2 0 270,-1 3 0,-6 0-90,-6-7-180,-32 8 0,-9 0 0,6 0 0</inkml:trace>
  <inkml:trace contextRef="#ctx0" brushRef="#br0" timeOffset="283901">10103 11289 7083,'-34'12'3276,"7"-22"-256,33-20-1221,16 11-2309,8 21 1,8 10-1,-1-1 510,0-4 0,-2 4 0,4 16 0,-16 1 0,-44-9 0</inkml:trace>
  <inkml:trace contextRef="#ctx0" brushRef="#br0" timeOffset="284794">10067 12012 9332,'-20'-8'3276,"8"6"-256,23-6-2210,26 1-1350,9 5 0,4 2-1099,-11-5 1,-1 2 1591,1 10 1,-10 1 0,-21-4 0,-40 12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9:46:02.100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917 2769 7533,'-25'0'1439,"13"-8"-180,-4-17-449,32-4 269,-12 9-495,8 48 1,-1 24-450,-9-16 0,-5 4 0,0 3 0,2 3-90,1-3 0,2 5 0,1 1 0,0 1 0,0-2 0,-1-2-9,0-1 0,0-2 0,0-1 0,0 0 0,0-2-36,-1 9 0,0 2 0,2-8 0,4-20-2159,9-23 2159,-16-41 0,15-6 0,5 16 0</inkml:trace>
  <inkml:trace contextRef="#ctx0" brushRef="#br0" timeOffset="1290">1429 3228 9152,'-18'-28'2878,"-7"3"-3463,-4 25 1,-1 6 674,-13 6 517,28 18 0,5 16 0,5 3 0,7-14-427,28 1-180,-19 10 0,-2 9 0,4-27 22,6-50 1,6-29 0,-3-6-1,-10 20 248,-10 24-1363,24-1 1,16 3 0,-10 12 994,-18 28 1,-4 11 0,10 2 0,5 2 0,-4-19-1,-5-26 1</inkml:trace>
  <inkml:trace contextRef="#ctx0" brushRef="#br0" timeOffset="2302">1693 2681 6633,'0'-18'3276,"8"-23"-1605,10 18-412,13 33 1,4 17-961,-14-1 1,-4 6 0,-2 6-166,-2-1 0,0 7 1,-1 3-1,-2 3 0,-2-2 1,-3-2-99,-3 2 0,-5-1 0,-1-1 0,-2 0 0,1 1-24,2 0 1,0 1 0,0-1 0,-3-2 0,-4-3-13,-6-2 0,-5-1 0,1-5 0,2-8 0,-5 6 180,0-12 0,7-9-3418,22-27 1619,3 4 1619,19-13 0,-1 23 0,-1 4 0</inkml:trace>
  <inkml:trace contextRef="#ctx0" brushRef="#br0" timeOffset="13887">2769 2822 8432,'-9'0'630,"-7"0"-630,14 0 270,-6 0 0,8 0 269,0 0 1,-8 0 899,6 0-989,-6 0-450,8 0 899,8 0-674,24-6 0,9-3-180,-10 3 0,2 0-23,2 0 1,5-1-1,1 0 1,-6 1 22,3 0 0,-3 3-1651,5 2 0,-6 2 1606,-18 0 180,-16 7 179,-8-8-808,-9 0 269,-3 8-180,2 2-539,10 39 1909,7-16 1,2 5 0,-1 3-921,1-1 0,-1 3 0,0 1 0,-1 1 143,0-5 1,0 1 0,-1 0 0,0-1 0,1-2-324,0 11 0,2-3 0,-3-4 45,-6 5 0,0-13 495,6-27-360,-6-7 539,8 8-269,0-14 90,-16-3-540,5-3 225,-20 2 0,-3 4-135,7 6 269,-9 2 1,-8 1 0,4 0-45,11-2 0,1 0-1864,-6-1 1,6 0 1557,16-2 1,47-6 0,0 8 0</inkml:trace>
  <inkml:trace contextRef="#ctx0" brushRef="#br0" timeOffset="14778">3087 3228 8882,'-18'-18'3276,"-7"-15"-2184,-10 27 0,-10 7 0,3-2-1310,5-6 0,0 0 128,-9 10 0,-2 4 1,24-7 89,32-8 0,13-1 0,7-1 0,16-8 0,0 0 0</inkml:trace>
  <inkml:trace contextRef="#ctx0" brushRef="#br0" timeOffset="17260">3510 3263 7533,'-19'0'449,"3"0"-269,16 0 180,-8 0 90,6 0 1439,-14 0-900,14 0 810,-5-8-1259,7-1 359,15-1-539,13 2 0,5 12 0,2 8-91,-8 6 1,-3 7-225,6 12 0,-9 6-315,-20-8 0,-8 2 1,-2-1-1,-4 8 0,-6-4 540,-13-5 0,-4-11 314,8-21 1,1-6-585,-1-1 0,3-4-2338,-3-25-901,5 21 3239,29-4 0,27 16 0,-5 0 0,1 0 0</inkml:trace>
  <inkml:trace contextRef="#ctx0" brushRef="#br0" timeOffset="18534">3916 3316 7892,'19'-10'3239,"-3"-5"-1890,-16 5-360,-16 0-1438,-3 2-541,-9 13 1,-3 6 1438,-10 16 450,13-2 1,-2 5 0,6 0-451,8 0 1,6 2 854,-3 17 1,10-6 314,25-13-2699,24-17 1,6-11-560,-27-9 1,-1-3 1232,22 5 0,-2-2 0,-9-24 0,1 11 0</inkml:trace>
  <inkml:trace contextRef="#ctx0" brushRef="#br0" timeOffset="20052">5082 2787 8342,'-19'-10'3276,"-4"-13"-1515,4-5-861,-11-1-675,10 3 0,-3 3-540,-2 13 0,0 6 225,-19 12 180,27 16 0,5 7-90,5-7 0,4 3 180,2 11 0,2 6 0,-1 1-91,1-1 1,-1 1 0,-1 3-108,-1-7 0,-1 2 0,0 2 0,-1 0 0,1-3 18,0 2 0,1-2 0,-1 0 0,-1-2-60,-3 11 0,-2-2 1,0-7 283,-1-14 1,2-4 225,-2 20 1259,2-25 810,24-3-1080,11-16-2789,1-3 1,3-2-290,-6 0 1,-1 0 1355,22-5 1,-34 18-1,-13 12 1</inkml:trace>
  <inkml:trace contextRef="#ctx0" brushRef="#br0" timeOffset="21267">5550 2928 8432,'0'-20'3276,"0"-11"-1605,0 27-1221,-5 4-810,-8 43-270,1-3 1,-2 7-1,-1 2 540,4-12 0,0 1 0,-1 0 1,0 1 493,-3 6 1,-1 2 0,0-2 0,2-3 284,0-3 1,1-4-1,1-3-419,-2-4 0,5-7 1349,9-14 450,18-7-990,19 0-1259,8 0 1,4 0-856,-13 0 1,0 0-605,11-1 1,-5 2 1040,-12 7 1,-24-14-1,-13 4 1</inkml:trace>
  <inkml:trace contextRef="#ctx0" brushRef="#br0" timeOffset="22252">6227 2946 7803,'0'-36'3148,"0"17"-1799,0-5-360,0 22-1348,-5-5-541,-24 46 810,16-30 30,-5 15 0,-4 11 0,2 1-75,1 8 0,2 4 615,0-5 0,-1 3 0,3 2-31,8-7 1,2 2 0,1-1 0,1-3-271,-4 10 1,6-2 359,7-8 1,6 2 0,2-8 270,4-9 0,3-7-900,2-1 0,0-4-2249,14 0-938,-15-28 2457,-21 16 1,10-8 0,-4-2 0</inkml:trace>
  <inkml:trace contextRef="#ctx0" brushRef="#br0" timeOffset="22968">6363 3298 7803,'-6'-43'3276,"5"-2"0,17 16-2730,4 39 1,4 11-682,-4-5 0,-4 5-45,-4 17 0,-5 8 1,-8-6-46,-9-11 0,-7-3 180,-7 10 0,-3-6-2024,-11-14-989,31-16-90,22 0 3148,11 0 0,14-16 0,-7-3 0</inkml:trace>
  <inkml:trace contextRef="#ctx0" brushRef="#br0" timeOffset="23466">6694 3298 7892,'0'-19'1889,"0"-12"-899,-5 11 1259,-18 0-2339,-10 12-225,4 23 0,4 12 1953,15 18 0,7 6-1297,-7-13 0,8-2-1434,18-5 1,8-2 0,-2-7-848,0-6 1940,27-16 0,-47-8 0,3-1 0</inkml:trace>
  <inkml:trace contextRef="#ctx0" brushRef="#br0" timeOffset="24052">6830 2946 8252,'-6'-28'3276,"16"11"-1638,4 32 0,2 17-1154,-2 7 1,-2 10 0,-2 2-553,-4-5 1,0 4-1,-3 0 1,-3 0 22,-3-1 0,-4 1 0,-1-2 0,-2-3-675,-2 0 1,-2-4-1,-2-8 720,-10-7 0,11-12 0,20-14 0,16 0 0</inkml:trace>
  <inkml:trace contextRef="#ctx0" brushRef="#br0" timeOffset="25358">7002 2734 7533,'14'0'3276,"3"0"0,28 0-2415,-4 3 1,5 2-982,-11-3 0,1 1 0,-2 2 165,13 3 0,-12 9-225,-26 19 0,-12 10-158,0-5 1,-4 5 0,-1 2 0,0 0 337,-2-2 0,-2 1 0,1-1 0,2 1 22,2-1 1,2 1-1,2-1 1,1-1 179,2-4 1,1 0-1,1-3 1,1-5 66,0-3 1,0-3 0,-4 13 0,-2-4-540,1-12 270,-11-24 1799,2 0-180,-1 0-990,-19-1 1,-7 2-900,0 6 1,1 1 269,6 1 0,12-6 0,24-16 0,37-3 0,0 0 0</inkml:trace>
  <inkml:trace contextRef="#ctx0" brushRef="#br0" timeOffset="53468">1005 4568 6183,'-9'-9'540,"1"1"-1349,8 8 2518,0 0-1170,-8 0 361,6 0-271,-6-8-359,0 6-90,6-6 90,-5 8 270,7 0 1259,0 0-1709,0 16-135,0 23 0,0 12 75,-1-10 0,1 2 0,1 4 185,-1-6 1,0 4 0,0 1 0,0 0 0,0-4 53,0-2 1,-1-1 0,2-1 0,-1-2-90,-1 7 0,1-2 0,1-8 1079,-1-1-1349,-8-32-449,-2 8-1080,0-7-1658,2 7 3248,16-23 1,18-13 0,-8 6 0,1-1 0</inkml:trace>
  <inkml:trace contextRef="#ctx0" brushRef="#br0" timeOffset="55036">1305 4674 7263,'0'-25'3276,"-8"5"-1515,6 34-1761,-2 26 0,1 14 269,2-11 1,1 6 0,0 0 0,1-2 60,-1 2 0,0-2 0,0 0-91,0 4 1,0 0 0,0-16 300,0-19-180,0-16 180,-8 0-1620,6 0 1080,2-31 0,8-16 360,9 4 0,9 3-300,-3 15 0,5 3 0,1 7 794,17 6 1,-8 18-1125,-25 22 0,-12 16 0,-7-2 90,-5-4 0,-7 0 0,-6-9 540,-18-5 0,-4-13-1999,3-10 1,12-12 1284,29-18 1,12-3 0,19 6 0,-3 28-1,1-1 1</inkml:trace>
  <inkml:trace contextRef="#ctx0" brushRef="#br0" timeOffset="55986">1693 4410 5824,'10'-16'3276,"-2"20"-1638,10 21 0,3 15-819,-7-5 0,-2 5 0,0 5 0,-1 3-351,-3-9 0,-1 3 0,0 2 0,-1 1 0,-1 0 0,0-1 0,-2-1-209,1 0 1,-1 0-1,-1-2 1,-1 1 0,-2-1-1,-2 0-277,-3 10 0,-3 3 0,-2-2 0,-3-5 0,-1-8-342,-12 4 1,-3-14-2430,-13-5-359,36-36 540,24-21 2608,3 13 0,-18-5 0,-14 7 0</inkml:trace>
  <inkml:trace contextRef="#ctx0" brushRef="#br0" timeOffset="73686">2699 4551 7713,'0'-10'1439,"0"-6"-90,0-1-809,0 5 539,0-4-359,0 16-181,-8 0-269,6 0-540,-6 0 1034,9 20 1,6 15-657,-1 1 0,3 8 0,0 6 0,0 2 0,-1-1 266,-2-3 1,-1 1 0,0 2 0,0 0 0,1-1 0,0-1-525,2-2 0,1 0 0,1 0 0,-1-1 0,0-1 0,-3-2 195,0 12 0,-3 3 0,0-10 0,3-19-494,2-21 988,-8-8 361,0 0-1,63-102-742,-46 67 1,0-1-1,0-3 1,2-2 6,-1 3 1,2-2 0,0-1 0,0-2 0,0 2 0,-2 1-147,-1-2 0,0 1 0,-1 0 0,-1 2 0,0 2-258,6-13 0,0 3 1,-4 7-481,-7 11 0,0 7 451,5 6-271,-15 8 90,0 6-2827,0-6 0,0 8 2936,0 0 1,0 16 0,0 4 0</inkml:trace>
  <inkml:trace contextRef="#ctx0" brushRef="#br0" timeOffset="74258">2805 5009 7533,'-44'0'3276,"31"-15"0,38 3 0,3-6-2865,6 15 1,10 4 0,-3 1-2051,0 3 1,-1 0 1399,-7-1 1,2 0-1,-3-2 1,-3 0-1,-8-4 1,-15-8-1</inkml:trace>
  <inkml:trace contextRef="#ctx0" brushRef="#br0" timeOffset="75753">3457 5186 7803,'-8'-20'1349,"6"5"630,-13 7-990,13 6 990,-6-22-1170,8 20-1168,0-11 179,0 15 1529,0 0-809,16 0-1,27 15-659,-14 1 0,2 4 1,-3 3-241,1 16 0,-11 6 180,-12 2 0,-8 4 0,-12-9 959,-12-18 1,-9-7 0,0-2-2419,-7 13 1,4-13-1639,-7-36 2457,66-3 1,28 17 0,-11-3 0</inkml:trace>
  <inkml:trace contextRef="#ctx0" brushRef="#br0" timeOffset="76322">4004 5080 7982,'-8'-18'3276,"-2"1"-1784,-15 7-1402,-10 10-360,5 16 0,-1 9 675,-3 7 0,3 9 687,11 2 0,4 6 0,5-2-32,1 1 0,12-4-1750,16-10 1,11-1 0,1-10 689,6-15 0,0-8 0,-3 1 0,-11-4 0,-20-5 0</inkml:trace>
  <inkml:trace contextRef="#ctx0" brushRef="#br0" timeOffset="81830">5071 4480 12660,'-18'-19'-270,"-2"-5"90,-26 14 360,10 1 359,3 4 1,1 2 90,0 3-810,-7 8 270,30 9 450,1 11-271,10 14 1,4 6-225,-1-17 0,-1 2-135,-1 11 0,0 8 0,-1 2 1,0-8 59,1-11 0,0-4 0,-1 3-42,-1 5 0,0 5 0,-1 2 0,-1-3 0,0-9 72,-3-4 0,0-1-30,4 16 0,1 8 0,-4-10 300,-12 4-180,10-14 0,3 4 0,-1-5-180,-7 7-225,6-8 0,0 1 855,-4 15-450,6 2 2158,-5-8-1798,22-33 1169,6-8-2384,10 3 1,13 1-1,0 1 1,-12-1 764,-4 0 0,17 2 0,9 3 0,-27-1 0,-49 2 0</inkml:trace>
  <inkml:trace contextRef="#ctx0" brushRef="#br0" timeOffset="130073">5796 4780 11940,'14'-10'3276,"-3"-13"-2324,-11 19-233,-6-20-1348,-28 15 853,0 5 1,-5 6-195,4 3 0,-2 3 0,0 4-120,-4 7 0,1 4 1,2 6 313,12-2 1,2 3 0,2 3 0,2 0-68,0 2 1,2 1-1,2 1 1,4 0 741,0 11 1,6 1-1,3-3-60,4-5 1,3-2 0,9-5-331,10-7 1,7-5 0,2-8-1410,2-13 1,2-9-1,-1 1 900,10 3 0,-5-4 0,-15-11 0,-12 5 0,-34 26 0</inkml:trace>
  <inkml:trace contextRef="#ctx0" brushRef="#br0" timeOffset="131202">6227 4780 7533,'0'-35'3276,"0"7"0,0 3-3982,-11 31 526,-8 6 330,-3 19 0,-3 16 0,2-4 30,-1-4 0,1 2 269,8-4 1,-1 7 0,0 3 0,3-1 0,4-6 299,4-1 1,4-3-1,4 1-269,3 8 0,5 1 0,4-8-1920,6-8 1,5-9-200,2-11 1,-1-4 818,-3 2 1,-12-14 0,-12 4 0</inkml:trace>
  <inkml:trace contextRef="#ctx0" brushRef="#br0" timeOffset="131985">6338 5151 8702,'-6'-18'3276,"5"0"-435,-5 1-1222,34-1-1529,17 24-135,-17 8 0,-2 7-495,-5 17 0,-11 5-315,-18-4 1,-9-2 1214,-2-4 0,-4-5-315,-2-12 0,0-9-2384,2-15 2339,40 6 0,10-5 0,22 7 0</inkml:trace>
  <inkml:trace contextRef="#ctx0" brushRef="#br0" timeOffset="132418">6744 5098 7533,'-25'-36'3276,"6"17"-1065,-21 34-1177,17 2 0,1 6 135,-2 10 1,2 4-91,3-5 1,7-1-586,17-3 1,9-3-135,3-5 0,5-5-1999,6-8 1,0-4 818,10 3 1,-14-30 0,-19 5 0</inkml:trace>
  <inkml:trace contextRef="#ctx0" brushRef="#br0" timeOffset="133051">6867 4780 8612,'39'-21'1638,"-8"43"0,-4 20-819,-14-6 0,-4 7 0,-2 3 0,-3 0 0,-2 1 0,-3 1 0,-2 1 0,-3-1-1256,-3-7 1,-1 2-1,-3-1 1,-2-3 0,0-6-657,-6-2 1,-1-5 0,1-3 811,-4 3 1,10-13 0,26-28 0,10-5 0</inkml:trace>
  <inkml:trace contextRef="#ctx0" brushRef="#br0" timeOffset="134376">7359 5080 7533,'-6'-18'3058,"5"9"-2608,-5 1 2826,12 0-975,17 6-2504,13 0 1,14 0-1,4-1 1,-7 2-1437,-1 0 1,0 2 1373,-2-2 0,7 0 0,-6 3 0,-19 6 0,-25 17 0,-23-6 0,0 0 0</inkml:trace>
  <inkml:trace contextRef="#ctx0" brushRef="#br0" timeOffset="135105">7421 5309 8792,'-36'0'3276,"9"0"0,29 0-2010,27-3 1,15-2-2087,-6 3 1,5 0 0,2-1 0,-4 1-274,-2-2 1,-3 1 0,1 0 925,10-3 0,0 1 0,-19 8 0,-28 13 0,-7 3 0</inkml:trace>
  <inkml:trace contextRef="#ctx0" brushRef="#br0" timeOffset="135869">7753 4886 7533,'-38'-18'3276,"35"9"-1638,28 25 0,16 15-914,-5-12 0,4 0 1,0 3-770,-9 1 0,0 1 0,0 2 0,-1-1 15,6 4 0,-2 0 0,-9 0-510,-12-1 0,-7-2 990,-4 10-540,-31 3 540,-7-10-180,13-6 0,-3 5 0,-2-2-211,-5-3 1,-2-1 0,0-1-870,3 0 1,0-2 0,4-4 809,-14 1 0,59-36 0,11 3 0,0-1 0</inkml:trace>
  <inkml:trace contextRef="#ctx0" brushRef="#br0" timeOffset="136867">8676 4798 8522,'20'-37'3276,"-3"-5"-1065,-17 31-1941,0 11-1170,-22 43 720,14-21 1,-1 5-114,-5 6 1,-5 7 0,-2 2-1,1-2 270,2-6 1,1 0 0,-2-1-1,1 3-443,-4 8 0,-1 3 1,0-1-1,2-5 526,1-5 0,1-3 0,2-4 1199,-2 5 1,11-13 1618,24-27-899,21 4-1709,3-3 0,5 0-1909,1 4 1,0 2-1,2 3 1,-3 2 982,-15 0 1,-5-2-1,-8-4 1,-18-10 0</inkml:trace>
  <inkml:trace contextRef="#ctx0" brushRef="#br0" timeOffset="137572">9315 4798 8162,'-18'-8'2879,"5"6"-1620,-8-6-989,0 8-900,0 12 1,0 7 449,1 10 0,1 6 0,3 3 719,4-3 1,3 2 0,1 1 0,1 1 89,1 6 1,1 1 0,2 0-1,5-2-389,8 6 0,5-1 0,4-7-1769,4-3 0,3-8 1529,3-8 0,-5-6 0,-11-8 0,-15 9 0</inkml:trace>
  <inkml:trace contextRef="#ctx0" brushRef="#br0" timeOffset="138260">9415 5133 8072,'-7'-10'3276,"1"-6"0,44 30-2414,-22 11 0,0 1-772,6-12 0,0 2-135,-6 24 0,-10-2-45,-12-24-1170,-21 11 1,-7-1 629,2-11-854,-9 1 0,8-4-585,30-10 2069,6 0 0,38-8 0,4-2 0</inkml:trace>
  <inkml:trace contextRef="#ctx0" brushRef="#br0" timeOffset="138671">9784 5115 7533,'-13'-27'3276,"-10"1"-2235,-14 24 38,3 21 1,1 11 12,14-2 0,3 4 0,7 1-1786,12 12 1,9-2 693,3-4 0,7-12 0,15-25 0,-1-13 0,-19-8 0,0 0 0</inkml:trace>
  <inkml:trace contextRef="#ctx0" brushRef="#br0" timeOffset="139484">9894 4780 8342,'-26'0'3276,"52"39"-2299,-9-3 0,1 8 0,-4 4-775,-4-4 0,-2 3 1,-2 1-1,-2-1-495,-2-2 1,-2 1 0,-2-1 0,-5-3-428,-9 9 1,-5-3-1,-3-13-919,-1-19 1,1-7 1537,8-3 1,50-37 0,-10 16 0,-1 0 0</inkml:trace>
  <inkml:trace contextRef="#ctx0" brushRef="#br0" timeOffset="140849">10030 4463 10501,'31'-20'1092,"-2"14"0,8 3 0,-2 4-167,11 12 1,0 8-746,-7-6 0,2 2 0,-8 5-210,-11 6 0,-6 5 0,-6 2 0,-6 10 0,-7 4 0,-2-3-60,-1-14 0,-2-1 0,1 6 195,3 3 0,-1 8 0,1 4 0,1 1 0,0-3 0,0-5 97,1-5 0,0-4 1,1-1-1,-1 5-172,1-1 0,-1 6 0,0 1 0,0-1 0,0-2 0,-1-7-210,0 4 0,-1-6 0,-1-4 225,-1-2 0,0-5 405,-1 3-450,-4-9 720,10-7-540,-5-2 359,6-8-269,0-8 90,0 6 180,-5-6-271,-20 9 1,-12 6-600,-2 1 0,-5 1 1,3 0-1310,0-2 1,1-1 1206,-19 6 1,21-8 0,58-21-1,16-7 1,-2-5 0,-1 1-1</inkml:trace>
  <inkml:trace contextRef="#ctx0" brushRef="#br0" timeOffset="250833">917 6720 7533,'-19'-39'3276,"3"8"-1515,16 31-862,0 16-629,0 19-225,0 1 0,0 6-135,-2 1 0,0 4 0,-2 2-91,0-7 0,-1 1 0,1 1 0,-1 0 473,2 3 0,1 0 1,-1 1-1,0-2 67,-3-3 1,0 0 0,-1-2 0,2-1-30,2 1 0,0-2 0,-1-4-106,-4 3 1,-1-5-135,-1 8-270,2-39-629,8-4-1260,0-24 95,0 7-1264,0 1 3238,8 10 0,25 16 0,14 2 0</inkml:trace>
  <inkml:trace contextRef="#ctx0" brushRef="#br0" timeOffset="251449">1076 7532 12570,'27'-8'1799,"15"-2"-1619,-5-23-45,-10 15 0,-1-1 314,-6-7 1,-3-1 89,1 1 1,-3-1-135,-7 0 0,-6 1-45,-10-11-630,-11 3-899,-24 17-91,-3 23 990,23 4 1,1 7 89,-5 19 0,3 6 539,4-1 1,3 3-73,4-1 1,1 5 0,2-4 72,-1-3 0,4-2 329,9-1 1,3 1-1,4-8-509,12 0 135,10-19 0,5-8-810,-7-11 1,-1-6-1145,7-4 1,1-1-1,-5 4 1,-2 1 1095,9-5 0,-21 10 0,-19 8 1</inkml:trace>
  <inkml:trace contextRef="#ctx0" brushRef="#br0" timeOffset="251916">1676 6597 7533,'-18'-35'3276,"8"15"0,26 28-1650,5 14 0,3 9-1267,-1 0 1,2 5 0,0 3-821,-4-1 0,0 3 0,-1 2 0,-2 1 461,-4-3 0,-2 1 0,-1 2 0,-2 0 0,0-1 72,-2-2 0,0-1 0,-1 1 0,-2-1 0,-3 0-5,-3 9 1,-3 0-1,-3-2 1,-2-2 579,-5 2 1,-4-4 0,-2-2-469,-2-6 1,-1-3 0,-2-1-840,3-3 1,-2-1-1,3-3-330,-2-1 1,3-1-2288,-5 11 2657,26-15 0,2 15 0,6 4 1</inkml:trace>
  <inkml:trace contextRef="#ctx0" brushRef="#br0" timeOffset="288267">2734 6844 7533,'0'-35'2518,"0"15"-2068,0 4 1529,-8 8-810,6 7 90,-13-15-719,13 6-450,-6 0 90,8 2 90,0 24-1071,5 18 0,5 12 0,-2-4 846,-1-13 0,0 2-144,1 4 1,1 9 0,2 5-1,-1 0 1,0-2 0,-1-8 248,-1-2 0,-1-5 0,1 5-114,2 7 0,2 7 0,1 3 0,-1-4 0,-2-8 53,1 2 1,0-4 450,-3-2 0,1 1 0,-1-12-271,0-15-89,-16 27-360,6-25 90,-6 11-269,1-1 3326,5-20-2607,-6 3 1374,16-40-1770,2 0 0,6-11 0,2-6 0,1-2 0,-2 4 72,-3 6 0,-2 2 0,1-1 0,0-1 0,2-3 99,-3 6 0,2-3 0,1-2 0,0-2 0,-1 2 0,1 0 0,-1 3 0,-2 4-203,5-11 1,0 4-1,-3 3 1,-1 2-113,-3-2 0,-1 3 0,0 9-3097,6 3 0,-15 26 2457,0 18 1,0 9 0,0 9 0</inkml:trace>
  <inkml:trace contextRef="#ctx0" brushRef="#br0" timeOffset="288740">2893 7232 6183,'-32'-4'1638,"1"0"0,-6 2 1638,13-6-1638,44 3 0,15 2-2306,-1 4 1,3 3 0,0-3 667,10-5 0,0 2 0,-9 7 0,0 4 0,-8 1 0,-5 10 0</inkml:trace>
  <inkml:trace contextRef="#ctx0" brushRef="#br0" timeOffset="289574">3298 7532 9422,'-15'-37'3276,"11"3"0,43 64-1695,-22-8 0,-5 5-2331,-3 6 1,-4 5-1,-7-4 705,-12 3 0,-7-5-1594,0 0 1,1-7 818,0-17 1,63-8 0,2 0 0</inkml:trace>
  <inkml:trace contextRef="#ctx0" brushRef="#br0" timeOffset="290200">3651 7497 7982,'10'-34'1170,"-2"20"2106,-8-25 0,8 20-923,-22-9-3073,-10 36 1,-3 14 1618,-1 14 0,3 10 193,5-2 0,3 4 0,9-3-616,16 6 0,11-6-476,6-10 0,1-7 0,12 1 0,-34 3 0</inkml:trace>
  <inkml:trace contextRef="#ctx0" brushRef="#br0" timeOffset="293418">4947 6773 7533,'12'-9'1709,"-5"-7"-360,-7 6 90,-18 0-270,-8-5-89,-10 5-630,0 0-271,11-2 1,-1 0 90,-20 1-225,19-2 0,1 0 135,-17-4-360,15 7-180,11 10 540,9 17-135,10 13 0,4 7 105,-3 3 0,0 6 0,0-1-90,1 2 0,-1 0 0,0 2-105,0-3 0,-1 2 0,0 0 0,-1-1 67,-1-8 1,0-2-1,0 0 1,0 1-23,0 10 0,0-1 0,0 1 90,0-3 0,1-1 0,-2-2 45,-2 4 0,-2-2-135,1-1 0,-2-2-45,-2-9 0,-1-1 0,-4 12 0,0 0 180,7-5 0,1-1 674,-4-4 1,2-4 1348,7-3-1798,0-20 899,16-22-719,27 6-990,-16 1 1,2 1-1190,11 2 1,-1 2 818,9-4 1,-31 32 0,-29 5 0</inkml:trace>
  <inkml:trace contextRef="#ctx0" brushRef="#br0" timeOffset="296817">5340 7108 9242,'0'-9'3058,"-5"48"-2788,4-9 0,1 7-315,-1 0 0,-1 8 0,1 1 0,0-4-75,1-3 0,0-2 0,0 1-570,0 7 1,0 2-1,0-14-1469,0-15 2159,0-22 0,-6-45 0,0 2 0</inkml:trace>
  <inkml:trace contextRef="#ctx0" brushRef="#br0" timeOffset="297234">5071 7126 7533,'-31'-8'3276,"11"-2"-346,7 1-1761,30-4 1,11 2-721,1 9 1,4 0-450,2-7 0,4-3 0,1 2-1093,2 5 1,0 2 0,-3-1-547,4-6 1,-4 2 1636,6 8 0,-16 8 0,-54 28 0,4-9 0,0 0 0</inkml:trace>
  <inkml:trace contextRef="#ctx0" brushRef="#br0" timeOffset="297658">5094 7691 7533,'-24'17'1979,"11"-7"899,13-10-449,57-25-2070,-25 17 1,5 2-1453,6-2 1,5 1 0,-3 6 917,4 11 1,-4 6 0,-4-4-1,-8 5 1,-20 5 0,0-1 0</inkml:trace>
  <inkml:trace contextRef="#ctx0" brushRef="#br0" timeOffset="298439">5919 7038 7803,'14'-16'2428,"-3"12"-1528,-11-19-631,-22 37-389,1 10 0,-3 10 1,3 6 456,6 2 0,3 6 1,1 2-1,1 0-135,-1-2 0,-1 1 1,3 0-1,6-1-1022,6-3 1,4 2 0,3-4 0,4-8 539,8 0 0,4-13 0,9-14 0,-31-8 0</inkml:trace>
  <inkml:trace contextRef="#ctx0" brushRef="#br0" timeOffset="298893">5919 7426 8072,'15'-29'1638,"17"37"0,2 15-668,-10 8 1,-10 7-1781,-11-6 1,-5 3 0,-4-3-631,-3 3 1,-5-7 1439,-16-10 0,9-12 0,54-32 0,-2 8 0,1-1 0</inkml:trace>
  <inkml:trace contextRef="#ctx0" brushRef="#br0" timeOffset="299274">6288 7426 7533,'-32'-31'1092,"7"44"0,-2 16 0,6 1 546,11 5 0,8 3-2293,2 2 0,3 3 0,6-7 655,9-7 0,6-9 0,8-13 0,-4-4 0,-12 5 0</inkml:trace>
  <inkml:trace contextRef="#ctx0" brushRef="#br0" timeOffset="299709">6375 7091 7533,'22'-41'3276,"-12"25"-3067,23 33 0,1 13-29,-12 5 191,-9-4 1,2 11 0,-1 5 0,-3-1 0,-8-4-1192,-10-5 1,-7-3 0,-3 0 0,3 2-1,5 7 1,2 3 0,-1-2 0,-5-4 577,-8-1 0,-4-5 0,3-7 0,-5-4 0,34-23 0</inkml:trace>
  <inkml:trace contextRef="#ctx0" brushRef="#br0" timeOffset="300683">6817 7708 7533,'-19'10'2428,"2"-2"-1798,21-24 44,15-17 1,9-8-465,-7 7 0,1-1 0,1 0-60,1-1 0,1 0 0,-2 4 614,3-7 1,-6 19-316,-12 46 1,-5 15-495,2-2 0,1 4 45,3 2 0,3 3 0,2-12 0,16-10 0,17-26 0</inkml:trace>
  <inkml:trace contextRef="#ctx0" brushRef="#br0" timeOffset="301588">7692 7108 7892,'5'-9'3276,"-3"-15"-2504,-13 20-1357,-14-5 1,-4 3 404,-5 13-30,4 5 0,-4 5 0,4 3 570,0 18 0,5 7 22,7-15 0,-1 3 1,1 2-1,3 0 360,2 2 0,2 2 0,4-1 0,6-1 67,9 6 1,8-2 0,7-6-870,9-5 0,8-6 0,1-7 60,-1-8 0,1-5 0,-1-3 0,12-5 0,-7-4 0,-7-8 0</inkml:trace>
  <inkml:trace contextRef="#ctx0" brushRef="#br0" timeOffset="302339">8036 7108 9781,'-41'14'315,"17"8"0,3 9 89,5 0 1,2 6 0,2 3 0,3-1-285,5 9 0,5 1 0,4-1-1213,-1-1 1,4-1 0,4-6-547,9-1 1,5-13 1574,19-26 0,-37-18 0,3-9 0</inkml:trace>
  <inkml:trace contextRef="#ctx0" brushRef="#br0" timeOffset="302768">8109 7373 7533,'7'-16'3276,"26"12"-1946,-9 20 0,-3 8-1555,-6 8 1,-4 4 269,10 3 0,-11-1-855,-36-1 0,-10-10-1168,2-17 1978,2-18 0,66-11 0,4 1 0,0 0 0</inkml:trace>
  <inkml:trace contextRef="#ctx0" brushRef="#br0" timeOffset="303067">8417 7408 7533,'-11'-27'3276,"-19"17"-2891,10 22 1,1 9 738,-2 13 1,9 5-1395,14-3 0,12-3 270,15-6 0,7-11 0,-8-18 0,1-8 0,1-13 0,1 1 0</inkml:trace>
  <inkml:trace contextRef="#ctx0" brushRef="#br0" timeOffset="303455">8565 7056 7533,'22'-30'3276,"16"54"-2621,-23 6 0,-2 14 1,-2 7-1,-2 1 0,-5-6-719,-4-4 0,-5-3 0,-2 1 0,3 2-592,4 3 1,3 5-1,0 0 1,-4-4 0,-7-10 267,-20 5 0,-1-19 0,12-22 0,10 0 0</inkml:trace>
  <inkml:trace contextRef="#ctx0" brushRef="#br0" timeOffset="305271">9513 7303 9691,'-26'0'3276,"68"-24"-2269,-5 15 0,9 2 0,1 1-1502,-8 2 0,2 0 1,0 2-1,-1 1-598,9 1 1,-1 3 0,-7 5 596,1 9 0,-18 4 0,-36 6 0,-8-11 0</inkml:trace>
  <inkml:trace contextRef="#ctx0" brushRef="#br0" timeOffset="305868">9611 7444 7353,'-48'9'3276,"19"-1"0,39-8-2312,18-2 0,13-1 0,3 0-1784,-4 2 1,1 1 0,2 0 0,-2-1-274,6 1 1,0-1 0,-2 2-1,1 3 1,0 2 0,-16 2 272,-19 4 1,-11-12 0,-27-20 0</inkml:trace>
  <inkml:trace contextRef="#ctx0" brushRef="#br0" timeOffset="306801">9968 7126 7353,'-38'0'3276,"24"0"0,22-16-1643,13 13-643,13-13-1170,-8 16 180,0 0 629,-3 16-539,-10-13 90,5 21 0,3 7-360,8-3 0,5 1-913,2 3 1,3 2 0,-3-2 720,-3-1 0,-1-3 641,9 1 1,-16-11 1619,-42-26-1799,13-2-2159,-18 1 1260,10 1 719,-11 21 0,-10 13 0,4-3 2015,-11 1-1895,12-3 0,-4 6 0,1-3 149,-4 3 1,2-5-270,4-7 1,0-4-3188,-17 7 2881,28-32 1,59-14 0,-2 13 0</inkml:trace>
  <inkml:trace contextRef="#ctx0" brushRef="#br0" timeOffset="307894">10915 6967 11041,'7'-9'270,"-7"24"-1090,-13 14 1,-12 13 0,-3 3 0,6-6-820,3-1 1,-1 1 1582,0-5 1,-5 6 0,-2 3 0,0 0 0,3-4 874,1 0 0,1-1 0,2-2 0,1-4-664,-13 8 0,14-3 937,31-2 0,14 1 0,4-13-1435,-1-22 1,3-12-1,4-1-477,8 4 1,5-1 0,-1-1 0,-7 2 163,1-2 1,-12 2-1,-14 8 1,-38 10 0</inkml:trace>
  <inkml:trace contextRef="#ctx0" brushRef="#br0" timeOffset="308532">11432 7003 7533,'-12'-28'2338,"0"11"-1528,-12 32-451,1 4 1,-1 7-60,1 9 0,2 7 0,0 1 179,1-1 1,0 1 0,7 3-98,7-5 0,4 2 1,3 0-1,5-3-382,5 0 0,6-4 0,3-2-1093,3-6 1,4-2 0,-1-4 722,3-3 0,-2-5 0,7 4 0,-21 0 0</inkml:trace>
  <inkml:trace contextRef="#ctx0" brushRef="#br0" timeOffset="309084">11507 7426 7533,'-5'-27'3276,"53"40"0,-11 11-3092,-26 9 1,-7 11 0,-7-6-635,-10-7 0,-8-3-300,-2 3 1,-4 1-1,4-12-2128,3-20 2878,28-12 0,9-4 0,5-2 0,2 5 0,1-1 0</inkml:trace>
  <inkml:trace contextRef="#ctx0" brushRef="#br0" timeOffset="309509">11851 7408 7533,'13'-27'3276,"-35"17"-1638,-4 22 0,-5 9-867,-6 5 1,2 5-233,11-3 1,3 3 0,10-2-450,13 6 0,12-5-1729,15-4 1,8-9 1449,5-12 1,1-10 0,-12-2-1,-6-5 1,-5-24 0</inkml:trace>
  <inkml:trace contextRef="#ctx0" brushRef="#br0" timeOffset="309905">12023 7003 8972,'10'-20'1638,"7"38"0,3 19-819,-7-4 0,-1 6 0,-2 4 0,-3 1-691,-2-5 1,-3 3 0,-1 0 0,-2 1 0,-2-2-785,-1 0 1,-2 1-1,-1-1 1,-2-2 0,-2-4 519,-5 7 0,-3-5 0,-1-6 0,-5-5 1,5-5-1,15-1 0</inkml:trace>
  <inkml:trace contextRef="#ctx0" brushRef="#br0" timeOffset="313172">12171 6703 10051,'46'-2'2159,"-5"-4"-2159,-1 7 0,8 3 0,-4-1 135,-7-3 0,-2 0 269,19 0 1,-13 8-45,-38 17-540,-24 4-23,8 4 1,1 10 0,0 3 0,2-7 157,1 0 0,1 3 149,4-2 1,-1 12 0,1 5 0,0-1 0,1-4 0,1-12 30,2 0 0,0-1-742,-2 0 1,-1 9 0,-1 2-1,0-5 1,1-14 606,-1-1-90,-6 3 0,-1-1-90,4-7 180,0-13-90,1 11 0,6-21 900,0 6-720,0-8 2852,0 0-2942,0 8 630,0 2-630,0 15-630,-11 18 540,3-11 90,-4 1 0,1-17 1080,9-14-721,-9 6-179,-17-8-90,-14 3 0,-5 1-900,4 2 1,1-2 809,-3 1 0,15-8 0,38-15 0,25 0 0,0-1 0</inkml:trace>
  <inkml:trace contextRef="#ctx0" brushRef="#br0" timeOffset="314744">12995 7655 7533,'-23'26'2338,"13"-14"-89,0 3-1889,11-15 719,15-8-1109,6-20 0,5-16 0,-2 5 30,-3 10 0,1-1-656,-3 0 1,4-8-1,0-1 1,-1 3 0,-6 8 360,8-9 340,-6 3 0,-6 13 1395,-13 29-1351,0-6 1,0 14 959,7 14 1,6 12 0,0-3-2689,7 3 1,1-1 811,-6-5 0,0 0 1,2-10 1645,22-16 0,-43-42 0,-4 1 0</inkml:trace>
  <inkml:trace contextRef="#ctx0" brushRef="#br0" timeOffset="318653">14176 7232 6633,'-24'10'1259,"11"-2"-539,2-8-180,11 0 809,-6 0 90,-6-8-719,-2 6 269,-9-6-989,14 8 1259,-7 0-1259,14 0 990,30 0-540,2 8-361,5-6 1,13-3 0,2 1 0,-8 1-90,-3 3 0,0 0-203,6-3 1,8-2 0,-3 1 0,-12 0 472,-5 0 1079,5 0-899,-45 0-720,0 0-90,2 0 810,5 23-360,-2 12 0,-2 7-765,1 1 1,-1 2-965,1 1 1,0-2-1639,-3 5 3004,6-26 0,17-19 0,3 12 0</inkml:trace>
  <inkml:trace contextRef="#ctx0" brushRef="#br0" timeOffset="319958">14805 6967 7713,'0'-27'3276,"5"-6"-2055,2 44-952,6 20 1,8 18 0,0 4 0,-4-7-360,-4-1 1,1 4 384,-2-11 1,4 10-1,2 6 1,0 0-1,0-2 1,-2-6-1,-3-11-1631,1-1 0,-1-3 1336,3 20 0,1 6 0,-3-30 180,-3-51-495,-5-16 0,-1-6 315,-2 19 0,2-5-34,2 1 0,2-9 1,2-7-1,2-4 0,0-1 1,0 2-1,0 5 0,-3 7 304,4-9 0,-1 8 0,1-7-817,-1 2 1,1-8 0,1-3 0,0 2 0,-2 6 0,-2 10-164,-1 0 0,-4 19-2567,-6 42 3134,0-18 0,-11 33 0,-2-19 1</inkml:trace>
  <inkml:trace contextRef="#ctx0" brushRef="#br0" timeOffset="320452">14890 7214 7533,'-28'-15'1638,"55"1"0,24 0-1341,-16 6 1,5 0 0,2 1 0,-2 1 0,4-1 0,-1 0 0,0 3 0,-3 5-1,0-1 1,-1 1 0</inkml:trace>
  <inkml:trace contextRef="#ctx0" brushRef="#br0" timeOffset="322593">15543 7338 7892,'0'-20'2159,"-6"5"-1439,5 15 1798,-5 0-988,44 15-1980,-1 5 90,-14 5 0,1 7 0,-9 1 540,-11 3 0,-9 0-240,-3-2 0,-4 0 0,-4-6-840,-8-6 1,-1-8-2378,-9-8 3118,42-24 1,15 5 0,6 1-1,0-2 1,1 0 0</inkml:trace>
  <inkml:trace contextRef="#ctx0" brushRef="#br0" timeOffset="322954">16084 7303 8432,'-11'-46'3276,"-3"3"-6553,-26 32 856,16 5 3620,-14 27 0,-1 15-107,19-10 0,3 5 0,3 2-885,0 8 1,3 3-1,0-2-207,-7 4 0,14-6-1093,32-12 1,16-4 0,-5-13 1026,-14-16 0,-1-6 0,26-3 1,-7-7-1,-32-6 0,0-1 0</inkml:trace>
  <inkml:trace contextRef="#ctx0" brushRef="#br0" timeOffset="325618">16835 6685 9242,'0'-19'1169,"0"3"-449,-6 8-1,-6-10-449,-29 7-270,11-5 90,-3 17 0,-8 6 0,8 1-180,4 3 779,3 17 1,-1 11 0,9-2-735,18-5 0,5 5-60,-3-3 0,-1 9 0,1 4 0,-1 1 0,0-1 0,-1-5 172,2-1 1,-1-3-1,-1-1 1,-1 5-552,-3 2 0,-3 4 1,0 3-1,-1-1 0,0-4 1,2-6 453,1-3 0,1-6 0,-3 2-143,-7 8 1,-4 4-1,1-4 1,6-11 442,6-6 539,-6 15 1,6-6 359,21-31-1439,27-5 1,6-4 269,-13 2 0,-1-1 0,8-1 0,-12 6 0,-26 11 0</inkml:trace>
  <inkml:trace contextRef="#ctx0" brushRef="#br0" timeOffset="326867">17143 7056 7533,'13'0'1529,"-2"-8"-1349,-11 6 1619,0-22-1529,0 20-91,0-19 181,-5 29 314,-2 26 1,1 8-315,-2 3-396,5-2 0,-1 15 0,1 4 0,2-6 0,1-18-3241,6-10 3051,-5 25 0,-2 14 1,2-32-1,4-52 0,1-11 1,1 2-1</inkml:trace>
  <inkml:trace contextRef="#ctx0" brushRef="#br0" timeOffset="327403">16884 7003 7533,'-24'-8'1638,"-1"0"0,8 4 0,32-11 0,17-1-674,7 8 0,9 6 0,1 0-1784,-9-1 1,0 0 0,0 1 0,-1 0-274,4 0 1,-1 1 0,-7 6 783,-3 10 1,-16 3 0,-42 4 0,-10 11 0</inkml:trace>
  <inkml:trace contextRef="#ctx0" brushRef="#br0" timeOffset="327888">16921 7585 7533,'-24'17'3276,"10"-7"0,46-2-2852,0-8 1,6-4-1,2 0-1517,4 1 1,1 0 0,0-1 866,0 1 0,1 0 1,-6 0-1,-3-2 0,-10 2 1,-17 3-1</inkml:trace>
  <inkml:trace contextRef="#ctx0" brushRef="#br0" timeOffset="328468">17795 6967 9152,'-20'-35'1169,"8"15"-1304,-13 33 0,-5 14 555,11-3 0,1 4 0,-1 4-989,-2 5 1,-2 4 0,0 1 0,3-3 628,0-6 0,2-1 0,5 3 469,6 5 1,4 7 0,5-3 0,6-9-620,18-7 0,4-5-1003,-11 6 1,-1 2 0,2-7 1027,11-5 1,-3-14 0,-16-21 0,-13-3 0</inkml:trace>
  <inkml:trace contextRef="#ctx0" brushRef="#br0" timeOffset="329122">17893 7338 7982,'-22'-18'3276,"40"32"-1638,8 6 0,1 5-1406,-1 3 0,-9 3-1401,-23 5 0,-12-4-900,-18-4 2069,-7-13 0,71-38 0,7 8 0,0 1 0</inkml:trace>
  <inkml:trace contextRef="#ctx0" brushRef="#br0" timeOffset="329455">18201 7338 9332,'-26'-20'1394,"-11"34"0,1 11-1304,17 5-420,4 5 0,0 9 1,12-10-2370,41-4 2699,-12-2 0,1-9 0,3-36 0,0-15 0,-5-1 0,0-1 0</inkml:trace>
  <inkml:trace contextRef="#ctx0" brushRef="#br0" timeOffset="329801">18374 6809 9512,'21'19'819,"-4"5"0,2 10 0,1 5 0,-5-1-64,-3 5 0,-3 2 0,-2 3 0,-2 1-1187,-2-1 0,0 3 1,-3 2-1,-2-3 0,-4-5-661,-6 5 1,-4-4 0,-5-5 545,-2-7 1,-3-3 0,3-8 0,-4-5 0,27-1 0</inkml:trace>
  <inkml:trace contextRef="#ctx0" brushRef="#br0" timeOffset="352627">19136 7179 9871,'-7'10'2249,"2"-2"539,43-8-2668,-7 0 0,7 0 0,1 0-795,0 0 1,2 0-1,0 0 1,-1 0 464,7-1 0,-2 1 0,-2 1-883,-3 1 1,-1 1 0,-12 0 591,-14-2-668,-8 7 1169,-5-8 0,-22 16 0,-5 4 0</inkml:trace>
  <inkml:trace contextRef="#ctx0" brushRef="#br0" timeOffset="353234">19136 7461 7083,'-11'20'2339,"3"-4"-720,-10-16 989,17 0-1529,31-3 1,23-2-1050,-18 1 0,0 1 0,5 0-480,3 0 0,5 1 1,0 0-1,-3-1-510,4-2 1,-2-1 0,-3 1 329,6 4 0,-9 0-2428,-12 1 3058,-27 10 0,-29 8 0,7 0 0</inkml:trace>
  <inkml:trace contextRef="#ctx0" brushRef="#br0" timeOffset="353942">19603 7108 12660,'37'16'112,"-1"0"1,-3-4-1,3 1 1,-1 1-24,3 5 1,0 3 0,0 0 0,1-2 0,0 1 0,-6-1-270,-11-2 0,-6 1 180,-4 6-179,-31 7-914,-9-10 1,-9 1 0,4 0 584,6 0 1,0 1 327,-6 3 0,-6 4 0,-1 0 0,7-8-90,8-8 1,2-3-856,-10 13 1,6-8 1124,17-19 0,35-24 0,7-1 0</inkml:trace>
  <inkml:trace contextRef="#ctx0" brushRef="#br0" timeOffset="354888">20957 7038 10861,'7'-33'1889,"-18"3"-2249,-20 3 450,-7 26 0,-13 10 0,2 6 22,13 0 1,0 4-1,0 4 1,0 1 174,1 0 1,-3 3 0,1 3 0,2 0 0,5 2 251,1 5 1,3 1 0,6 2-1,9 0 1,10 9 0,12 0 0,9-6-1020,13-10 0,10-7 0,2-5 480,-2-5 0,3-5 0,-3-5 0,10-3 0,-8-8 0,-8-12 0</inkml:trace>
  <inkml:trace contextRef="#ctx0" brushRef="#br0" timeOffset="355820">21388 7108 7173,'1'-26'1638,"0"0"0,-3-20-597,-10 11-1041,-6 10-179,-23 38 403,7 18 1,-1 7-180,6-5 0,3 7 153,10-5 0,0 7 0,1 4 0,4 0 0,6-4 26,6-3 1,6-1 0,2-2 0,-2 2-563,-1 5 1,-2 3 0,2-3 0,4-4 337,7-2 0,3-4 0,0-13 0,10-20 0,-19-20 0</inkml:trace>
  <inkml:trace contextRef="#ctx0" brushRef="#br0" timeOffset="356320">21388 7426 7533,'16'-43'3276,"27"29"-1638,-17 12 0,1 6-1586,9 13 0,-10 11-682,-35 18 1,-11 2-91,10-1-373,-16-21 1,-9-1 0,17-13 1045,19-12 1,31-16 0,3 7 0,1-1 0</inkml:trace>
  <inkml:trace contextRef="#ctx0" brushRef="#br0" timeOffset="356614">21782 7426 7533,'-28'-14'1092,"0"1"0,0 26 0,0 11 193,-8 3 0,7 7-1675,21 0 1,7 5-1,9-5 390,20 2 0,8-15 0,-3-23 0,-1-13 0,-7-11 0,-1 1 0,1-1 0</inkml:trace>
  <inkml:trace contextRef="#ctx0" brushRef="#br0" timeOffset="357015">21893 7038 7533,'9'-29'1092,"1"1"0,9-5 0,2 9 1119,-4 20-1222,16 21 0,1 15-607,-19 0 1,-5 7-1,-3 4 1,-2 0-361,-1 5 1,-3 1-1,-2 2 1,-3-1-527,-1-8 0,-2 1 0,-2 0 1,-1-2-1,-2-4-589,-9 9 1,-2-5 0,-2-7 758,-5-4 0,3-11 0,10-11 0,10-8 0</inkml:trace>
  <inkml:trace contextRef="#ctx0" brushRef="#br0" timeOffset="358320">22164 6791 7533,'-21'-10'3058,"10"-13"-2204,30 15 1,12 4-698,2-1 1,6-1-1,2 1 1,-4 3-248,12 4 0,0 4 299,-2-1 1,2 3 0,-20 7 60,-31 8 0,-10 6-330,1 8 0,-1 5 0,1 5 222,3-6 0,2 4 0,0 3 0,0-1 0,0-1-108,1-4 0,-1-1 0,0 0 0,1 0 0,0 2-84,1 0 0,1 3 0,0 1 0,0-1 0,0-4 0,0-5 75,-4 13 0,-1-4-165,-2-6 0,0 1 0,2-11 30,5-12-90,-8 29 989,6-45-809,3 14 720,-3-14 809,-1 6-2608,-22-8-91,-6-1 1,-5 2 1169,3 5 0,3 3 0,-1 3 0,48 13 0</inkml:trace>
  <inkml:trace contextRef="#ctx0" brushRef="#br0" timeOffset="522107">14226 9049 7533,'-41'0'3276,"23"0"-526,-14 0-1850,30-8-1,-3-10 91,5 7-361,11-21-359,8 28-90,22-4 0,9 1-315,-9 5 0,3 4 90,-8 1 0,6 3 0,-1 1 0,-6 0 180,8 1 0,-9 6 315,-7 15 0,-13 8-391,-23-6 1,-12 2 0,0-1-810,3 1 1,1 0 0,6-3 749,9 1 0,8-5 0,20 0 0,14-43 0,1 0 0</inkml:trace>
  <inkml:trace contextRef="#ctx0" brushRef="#br0" timeOffset="522808">14928 8625 7533,'4'45'297,"-1"-1"1,1 1 0,0-1 0,0 1 0,0 0 0,0-1 0,13-63 0,5-30-1,3-11 1,-1 10 0,-2 30-80,-3 43 0,-3 28 1,0 11-1,1-10 1,1-30-1,2-35 1,2-22-1,0-14 1,0-6-1,-2 3 0,-2 11 1,-3 3-1,1 0 1,-1 0-1</inkml:trace>
  <inkml:trace contextRef="#ctx0" brushRef="#br0" timeOffset="525354">14940 8608 7533,'-19'-18'2428,"1"1"-179,5-1 629,7 8-1079,0 41-1619,6-13 269,3 11 1,1 13 0,3 6 0,1 0 53,3-3 1,2 2 0,1 1 0,1 0 0,-2-1-289,-3-5 1,-1-1 0,0 0 0,0 0 0,2 0-216,2 4 0,2 3 0,1-1 0,-3-6 0,-2-11 0,1 4-180,-7-27-180,-5 1 450,0-6-90,0 14 90,0-14-180,0 6 180,0 0-180,0-30-225,14-18 1,5-12 224,-8 16 0,0-4 0,1-3 0,-1 0 0,2 1 162,0 1 0,0 0 0,1 1 0,-1-1 0,1 0 18,1-1 0,0-2 0,0 1 0,-1 2 0,-2 5-1,2-12 1,-2 10-629,4 5 629,-16 25 270,0 0-360,0 6-1170,0-21 451,0 19-2558,0-20 1606,-5 22 1671,-2 10 0,-22 27 0,13-7 0,0-1 0</inkml:trace>
  <inkml:trace contextRef="#ctx0" brushRef="#br0" timeOffset="525860">15088 8978 7533,'-37'-8'3276,"10"-1"0,10-9 0,22 8 0,41 18-4162,-4-6 1,4 0-754,1 6 1,-1 0-1,-7-8 1,-4 0 982,3 0 1,-69 31-1,13-11 1,0-1 0</inkml:trace>
  <inkml:trace contextRef="#ctx0" brushRef="#br0" timeOffset="526484">15493 9119 7533,'-35'-15'3276,"19"-5"0,10-15 0,43 15-4739,-6 25 0,1 6 1508,-7-6 0,-3 6 151,1 15 1,-3 10-1,-7-2-736,-9-7 1,-9 0 179,-8 7 0,-7 3 1,1-6 449,5-9 0,-4-4-135,-32 4 0,5-13-2744,33-17-488,1 6 3073,48-6 1,-9 8 0,2 0-1,7 0 1,0 0 0</inkml:trace>
  <inkml:trace contextRef="#ctx0" brushRef="#br0" timeOffset="526866">15899 9155 7533,'0'-26'1638,"0"1"0,-16-15 1638,-26 29-1638,6 29 0,2 17-546,7 2 0,3 8 0,15-2-573,17-7 0,12-1 0,4-6-519,12 2 0,7-11 0,-5-14 0,3-7 0,-5-6 0,-3-18 0,-1 1 0</inkml:trace>
  <inkml:trace contextRef="#ctx0" brushRef="#br0" timeOffset="527966">17057 8449 7533,'-37'-23'1092,"0"1"0,-3 1 0,0 7 546,10 8 0,2 10-1227,-2 25 1,6 8-412,5 5 22,13-5 1,2 12 0,1 7-1,0-1 143,0-8 0,2 2 0,-1 1 0,1 2 0,-2-1 0,0-2 205,-1-2 0,0-1 0,-2-1 1,1 1-1,-1 0 0,1 1-165,0-3 1,1 3 0,0 0-1,0 0 1,-1-3 0,0-4-1,-1-6-67,-8 21 0,2-17 2560,7-23-1978,52-17-1575,-9-2 1,6 0 854,-5 4 0,2 2 0,-2-4 0,2-4 0,-2-3 0,-5-1 0,-1 0 0</inkml:trace>
  <inkml:trace contextRef="#ctx0" brushRef="#br0" timeOffset="528583">17451 8767 7533,'-14'-12'1638,"1"47"0,4 26-819,3-19 0,1 5 0,1 1 0,-1-1-703,1-6 0,1 0 0,-1-1 0,0 1-521,-2 10 0,-1 5 0,2-9 1,7-25-2873,3-24 1966,2 12 1311,0-43 0,-1-1 0,-6-3 0</inkml:trace>
  <inkml:trace contextRef="#ctx0" brushRef="#br0" timeOffset="529000">17167 8767 7533,'-20'-46'3276,"14"11"-1638,45 23 0,18 7-546,-14 1 0,4 2 0,1 0-1818,-6-3 1,2 0-1,-1 1 1,-4 2 725,18 3 0,-20 10 0,-47 32 0,-20-15 0,-1 0 0,1 0 0</inkml:trace>
  <inkml:trace contextRef="#ctx0" brushRef="#br0" timeOffset="529305">17155 9402 7533,'-21'22'1638,"-1"1"0,29 4-546,18-21 0,14-8 0,1-2-728,3-1 1,1-2-1,1-1-364,2 2 0,0-1 0,-5 1 0,-4 0 0,-7 4 0,-5 12 0</inkml:trace>
  <inkml:trace contextRef="#ctx0" brushRef="#br0" timeOffset="530104">18090 8643 7533,'6'-43'3276,"-5"6"-1515,-23 56-2031,0 9 0,-4 9 0,2 4 854,3 1 1,2 4 0,0 2 0,1 0-10,1-5 1,-1 0 0,1 1 0,3 0-1,6-2-1395,8 2 1,6 0 0,3-2 0,-2-4 691,-2 16 1,9-11-478,29-17 1,3-11-2673,-16-7 2457,7-8 1,-20-8 0,-17-2 0</inkml:trace>
  <inkml:trace contextRef="#ctx0" brushRef="#br0" timeOffset="530537">18139 9066 7533,'15'-35'3276,"34"39"-1638,-19 14 0,-3 9-822,-2 16 1,-12 6-727,-23-1 0,-12-4-1395,-3-4 1,-6-11-335,4-22 1,4-4 1423,13 1 0,42-28 0,12 14 0</inkml:trace>
  <inkml:trace contextRef="#ctx0" brushRef="#br0" timeOffset="530888">18595 8996 7533,'-17'-33'3276,"8"19"0,-31-10-3494,18 49 0,0 13 1027,-7-1 1,1 4-1,11-6 1,0 5 0,6 0-1,11-6-1902,20-4 1,13-4 0,-5-1 623,-13 11 1,2-10 0,18-24 0,8-13 0,-14-5 0,-25-21 0</inkml:trace>
  <inkml:trace contextRef="#ctx0" brushRef="#br0" timeOffset="531315">18730 8555 7533,'27'-30'1638,"9"43"0,1 22-983,-20-3 0,-3 11 1,-3 6-1,-1 1 0,-2-3 0,-2-4 0,0-1 1,-3 1-1,-2 0 0,-2 2-554,-3 0 0,-1 4 0,-3 1 0,-2-2 0,-2-4 0,-1-6-251,-9 4 0,-3-8 0,-2-4-1489,-10 2 1,7-9 1198,22-14 0,2 9 0,13 0 0</inkml:trace>
  <inkml:trace contextRef="#ctx0" brushRef="#br0" timeOffset="532151">19407 9454 7533,'-30'0'3276,"37"-23"-1638,6-5 0,6-5-1514,1 1 1,3-2 0,0 0 114,2 1 1,0 1 0,-1 3 1379,-2-1 0,0 15-585,4 40 1,-2 19-1305,-11-13 0,-3 3 1,1 1-824,2 0 1,2 0 0,1-5 811,8-4 1,-1-13 0,-1-33 0,7-15 0</inkml:trace>
  <inkml:trace contextRef="#ctx0" brushRef="#br0" timeOffset="533117">20872 8767 7533,'17'-46'1638,"-9"16"0,-8 2 1638,-27 4-3044,-15 18 0,-8 12-210,18 8 1,-1 7-1,0 4 1,2 1 606,-3 5 1,2 2 0,2 2-1,4 4 190,1 4 0,4 4 0,5 2 0,7-2-42,8-5 1,7 0 0,4-2 0,3-2-719,8 10 1,5-4 0,5-12-1153,3-18 1,4-10 0,-2-1-547,4 4 1,-3-8-1,1-22 1,-9-3 818,-18 17 1,-6 32 0,-25 16 0</inkml:trace>
  <inkml:trace contextRef="#ctx0" brushRef="#br0" timeOffset="533609">21413 8678 8792,'-29'-17'3276,"-4"23"-2306,-3 6 1,-4 11-152,12 3 0,1 7 0,1 4 0,1 2-164,3-3 0,1 2 1,1 1-1,4 1 0,6-1-1475,9 5 1,6 0 0,4 0 0,0-3 454,-3 7 1,1-3 0,11-13 0,15-19 0,10-13 0,-9-7 0,-16-12 0,-1 1 0</inkml:trace>
  <inkml:trace contextRef="#ctx0" brushRef="#br0" timeOffset="534531">21572 8996 7533,'-18'-10'3276,"0"-21"-796,22 25-1041,21-8 1,7 4-1350,-7 13 0,-2 10-570,-4 18 0,-5 13 0,-9-5-105,-12-10 1,-9 0 374,-10 11 0,-7 3 1,1-12 253,6-20 1,-1-6-810,-7-4 1,14-2 764,40 1 0,14 0 0,-8 0 0,1 0 0,7 0 0,0 0 0,1 0 0</inkml:trace>
  <inkml:trace contextRef="#ctx0" brushRef="#br0" timeOffset="534825">22003 8996 7533,'-34'-12'819,"0"0"0,0 24 0,-2 10 0,6 3 819,5 3 0,8 5-546,6 10 0,7 7 0,13-12-2731,31-17 1,11-9 1100,-11 11 1,-1-6 0,4-17 0,-13-8 0,-32-2 0</inkml:trace>
  <inkml:trace contextRef="#ctx0" brushRef="#br0" timeOffset="535207">22126 8714 7533,'17'-2'3276,"-7"-4"-2184,8 25 0,6 20 0,-5 5-273,-8-7 0,-4 4 0,-4 2 0,-2 0-860,-3-4 0,-4 2 1,-2 0-1,0-1 0,0-1-779,3 4 1,0 0 0,-2-4 0,-6-5 375,-15-4 1,-5-6 0,13-7 0,20-10 0,21 3 0</inkml:trace>
  <inkml:trace contextRef="#ctx0" brushRef="#br0" timeOffset="536241">22410 8502 8522,'13'-18'3276,"27"9"-2457,0 8 0,14 5 0,2 2 0,-9 0 492,-2 0 1,-7 10-1312,-8 12 0,1 12 0,-6 4 0,-13-3-30,-18-7 0,-12-1 0,0 9 90,9-5 0,-2 8 0,1 5 0,-1 3 0,1 3 0,0-1 0,0-2 0,1-5 0,0-6 254,-2 9 1,1-8 0,1 0 0,1 5-161,3-4 0,2 6 0,0 3 1,1 0-1,-1-3 0,0-7 0,-1-11 71,-2-1 0,-5-11 2653,-35-12-2069,10-10 1,-5 2-1770,0 8 1,-2 5 0,4-3-680,9-6 1,6 2 1209,-5 33 1,51-36 0,13-6 0,2 3 0,0 0-1</inkml:trace>
  <inkml:trace contextRef="#ctx0" brushRef="#br0" timeOffset="602283">24379 8749 7623,'-13'-28'1799,"1"3"269,-1 15-1168,1 2-91,5 8 811,-9 40-991,16 3 1,8 10-451,0-16 1,2 5 0,2 2 0,2 0 0,0-2-68,2 4 1,2-2-1,2 0 1,2 1 228,2-2 1,4 2 0,0 0 0,0-4 0,-3-6 18,9 5 0,-5-5-270,-1 1 0,-12-8-900,-24-16-2467,-10 4 1697,11-16-1697,7 0 2499,7 0 1,11-16 0,1-3-1</inkml:trace>
  <inkml:trace contextRef="#ctx0" brushRef="#br0" timeOffset="602743">24280 9666 7533,'-47'8'3148,"12"-6"-1889,-8 6-604,48-28 0,16-16 1,9-10-1,4 0 0,-4 6 164,1 1 0,2 4 0,1-1 0,0-3-663,-9 8 0,1-2 0,-1-2 1,1 0-1,1-1 0,1 2 1,0 1-209,3-1 1,2 0-1,2 0 1,0 1 0,-3 2-1,-3 3 1,-5 4-1568,4-7 0,-2 3 899,2 0 1,6-6-1,-3 4 1,-13 10-2558,-13 13 3061,-5 7 1,-27 23 0,-7 7 0</inkml:trace>
  <inkml:trace contextRef="#ctx0" brushRef="#br0" timeOffset="605900">14582 10442 7713,'-6'-10'899,"-5"3"1080,-1 7-270,-7 0-90,5-8-1349,3 6 1169,60 2-1079,-5 3 0,7 4-293,-14-2 1,3 2-1,1 0 1,-2-1 171,0-2 1,-2-2 0,-4 4-150,8 7 0,-15 5-360,-37 10 225,-6 0 0,-1 4 45,6 10 0,5 5 135,1-11 0,2 5 0,-1-1 0,2-3-135,-1 10 0,1 2 90,0-10 0,0 7 0,-1 1 0,1-2 0,-1-6 134,0 12 1,0-4-195,0-6 0,0 1 0,0-2 60,-1 7 0,-1-7-360,-6-9 540,-2 6 630,-9-13 899,-2-48-1350,3 10 1,-3-1-675,-3-4 0,-2 1-225,-6 3 1,-2 4-811,6 6 1,1 2-2018,-13 3 3087,32-7 0,42 5 0,-3-2 0,-1 0 0</inkml:trace>
  <inkml:trace contextRef="#ctx0" brushRef="#br0" timeOffset="606434">14964 11024 9961,'-7'-27'3276,"-9"1"0,8 17-2642,-18 5 1,-16 5-1,-1 2-140,4-2 1,-4 2 0,0 0 0,1-1-1315,2 1 1,0-1 0,1 1 0,3-1 720,-23 1 1,26 2 0,45 3-1,26-3 1,1 0 0</inkml:trace>
  <inkml:trace contextRef="#ctx0" brushRef="#br0" timeOffset="608233">15395 11113 7533,'-25'-36'3148,"6"9"-630,13-14-1708,12 19-46,23 9 1,5 8-315,7 31-1543,-13 1 1,1 7 0,-5-1 470,-10-5 0,-6 3 608,-2 15 1,-3 7 0,-12-9-347,-24-15 0,-5-3 360,14 11 0,-2-4-570,-14-20 0,-7-9 1,16-5-2399,25-3 809,15-19 2159,20 20 0,11 4 0,-4-8 0,5-3 0,2-2 0,0 1 0,-3 2 0,0-1 0,1 0 0,-1 0 0</inkml:trace>
  <inkml:trace contextRef="#ctx0" brushRef="#br0" timeOffset="608476">15974 11183 7533,'-25'-29'1092,"0"-1"0,-5-3 0,-6 11 0,1 26 0,-3 13 0,4 7-488,1 13 0,6 10 1,13-1-785,16-6 0,11-1 0,6-1 180,6 5 0,6-3 0,7-11 0,-1-18 0,6-9 0,0-5 0,-3-5 0,-1-13 0,-1 0 0,1 0 0</inkml:trace>
  <inkml:trace contextRef="#ctx0" brushRef="#br0" timeOffset="609750">16945 10319 7533,'-23'-17'1092,"0"0"0,0 3 0,0-1 1838,-17-12-2930,14 55 0,3 22 292,14-18 0,2 4 1,2 3-1,-2 3-267,0-4 1,-1 4 0,0 2 0,-1 1 0,0 2 0,-1-2-1,1 0 180,0-3 1,-1 1 0,0 0-1,0-1 1,0 0 0,0 0 0,1 0-12,-1 4 1,0 0 0,0 1 0,0-2 0,1-2 0,-1-4-173,-1 2 1,-2-2-1,3-3 1,2-5 696,1 6 1,8-9 1889,35-11-3419,-2-14 0,6-4-283,-6 4 1,3-1 0,-2-1 545,4-4 1,-3-2 0,4 5 0,-7 0 0,-14 0 0</inkml:trace>
  <inkml:trace contextRef="#ctx0" brushRef="#br0" timeOffset="610160">17303 10760 7533,'-11'-45'3276,"2"17"-166,-8 28-3155,5 39 0,6 20 45,1-16 0,1 6 0,1 0 0,1-2-820,1-7 1,1-1 0,0-1 0,-1 0 464,0 22 1,-1 0 0,3-33 0,4-44 0,-8-12 0,-1 1-1</inkml:trace>
  <inkml:trace contextRef="#ctx0" brushRef="#br0" timeOffset="610484">17081 10724 7533,'-32'-33'1638,"47"14"0,12 1 0,2-2 0,6 3-1095,1 6 0,8 2 0,0 3 1,-6 6-2183,8 13 1,-4 6 1169,4-6 1,-14 7 0,-42 16 0,-16 4 0,-3-8 0,0-1 0</inkml:trace>
  <inkml:trace contextRef="#ctx0" brushRef="#br0" timeOffset="610760">17068 11307 7533,'-28'29'1638,"50"-18"0,12-6 1638,3-15-3071,-6 6 1,10 1 0,1 1 0,-6 1-206,1 1 0,-3 0 0,6-3 0,-3 0 0,6 1 0</inkml:trace>
  <inkml:trace contextRef="#ctx0" brushRef="#br0" timeOffset="611249">17893 10601 7533,'0'-30'1092,"0"-1"0,3 3 0,-1 1-141,0-10-681,-19 61 299,-3 10 1,-6 12 0,2 3-157,7-14 1,1 3 0,0 1 0,1 1 0,2 2-220,0 0 1,0 3 0,1 2 0,2-1 0,3-2 0,3-3-1015,6 1 1,4-3 0,3-2 0,0-1 350,2 11 1,2-3 0,6-15 0,14-23 0,-3-12 0,-19-4 0</inkml:trace>
  <inkml:trace contextRef="#ctx0" brushRef="#br0" timeOffset="611572">17868 11007 7533,'-1'-26'3276,"41"38"-1638,-10 9 0,-6 11-1364,-21 8 1,-11 7-1,1-1-724,7-10 1,0-2-1,-5-2 450,-27 20 0,8-22 0,45-57 0,14-5 0,1-1 0</inkml:trace>
  <inkml:trace contextRef="#ctx0" brushRef="#br0" timeOffset="611816">18176 11042 7533,'-35'4'819,"0"0"0,16 23 0,6 12 0,5-1-2458,7 1 1,5 2 1593,-3-1 0,0 2 0,11-10 0,28-12 0,5-17 1,-22-17-1,-1-1 0</inkml:trace>
  <inkml:trace contextRef="#ctx0" brushRef="#br0" timeOffset="612183">18336 10601 7533,'24'35'468,"0"1"0,-15 0 0,-3 11 0,-2 5 0,0 1 0,1-2 0,3-6 19,5-5 1,3-4 0,0-1 0,-5 7-399,-5-2 1,-1 8 0,-2 3 0,-3 0 0,-2-3 0,-5-7 0,-5-11 207,-14-6 1,-8-11-1,4-1-297,4 8 0,0-3 0,-13-5 0,12-10 0,40-19 0</inkml:trace>
  <inkml:trace contextRef="#ctx0" brushRef="#br0" timeOffset="612853">19074 11201 7533,'-45'-8'3276,"70"-25"-2184,7 20 0,10 3 0,2 1-1912,-8 0 1,1-1 0,1 1 0,0 2 428,12-2 0,0 2 0,-13 7 1,-14 16-1,-48-6 0,1 0 0</inkml:trace>
  <inkml:trace contextRef="#ctx0" brushRef="#br0" timeOffset="613099">19136 11307 7533,'-27'-10'3276,"10"-14"0,62 20-3129,0 7 1,3 2 0,-5 1 0,-1 2 0,-7 3 0,0 0 0,-1 0 0</inkml:trace>
  <inkml:trace contextRef="#ctx0" brushRef="#br0" timeOffset="613703">19370 10918 7533,'-10'-25'1638,"41"19"0,18 8-546,-7 3 0,5 4 0,2 3-568,-11-3 1,2 2-1,1 0 1,-1 2-1,-4-1-584,9 6 0,-4 1 1,-4 1 59,15 11 0,-22-5 539,-39-14-2068,-16 27 1214,-7-7 0,-8 5 495,10-7 0,-2 4 0,-2 1 0,1-1-113,0-3 1,0-1-1,-1-1 1,3-2-1161,-3 3 1,1-3 0,4-5 436,-1-4 1,12-11-1,47-30 1,4 23 0</inkml:trace>
  <inkml:trace contextRef="#ctx0" brushRef="#br0" timeOffset="614550">20441 11254 8342,'-25'-10'3276,"39"-6"-1638,6 7 0,10 0-1240,9 0 1,11-2 0,5 0 0,-1 0-1,-8 3-488,-7-1 0,-5 2 1,3 5 908,9 3 0,7 3 0,-6 6 0,-16 8-1672,-23 12 1,-12 8 0,-2-2-787,-1 11 1,3-4 1579,14-4 0,6-15 1,5-32-1,2-11 0,2-4 1,0 0-1</inkml:trace>
  <inkml:trace contextRef="#ctx0" brushRef="#br0" timeOffset="615249">21979 10742 7533,'-3'-25'1638,"0"-1"0,-4 3-443,-30 9 0,-14 12-1083,18 10 1,-1 6 0,-3 4-1,0 1-22,2-3 0,-2 2 0,-2 1 0,1 3 0,1 1 0,3 2 434,1 4 1,0 3 0,2 3 0,2 0-1,5 2 1,4-1-98,1 12 0,6 3 1,8-2-1,8-1-1247,11-3 1,10 0 0,5-4 0,1-5 614,7-4 0,3-7 0,2-6-888,6-6 1,3-6 0,-11-3 934,-4-4 1,1 0-1,-21 0 1</inkml:trace>
  <inkml:trace contextRef="#ctx0" brushRef="#br0" timeOffset="616221">22311 10724 9691,'-41'-2'270,"15"20"0,1 13-917,9 0 1,-1 9 0,1 3 0,0 0-1,2-5 767,-2 0 0,1-3 0,3 5 431,3 6 1,0 9 0,4 2 0,4-6-1,8-13-2190,16-11 1,5-5 1479,-5 19 1,3-7 0,1-29-1,-3-10 1,-6-15 0</inkml:trace>
  <inkml:trace contextRef="#ctx0" brushRef="#br0" timeOffset="616565">22336 11113 7533,'16'-26'3276,"-6"14"-1638,24 21 0,4 14-2171,-14 7 1,-12 6 562,-18-3 0,-9 2 0,2-3-1560,9 3 1,-5-5 1529,-26-9 0,9-11 0,67-27 0,-1 3 0,0 0 0</inkml:trace>
  <inkml:trace contextRef="#ctx0" brushRef="#br0" timeOffset="616834">22718 11130 7533,'-29'-10'1092,"1"1"0,-5 22 0,6 13-1921,13 16 1,10 8-162,1-1 1,9 0 989,15 2 0,9-18 0,0-41 0,2-15 0,2-12 0,-1 1 0</inkml:trace>
  <inkml:trace contextRef="#ctx0" brushRef="#br0" timeOffset="617184">22828 10830 7533,'6'-33'1638,"21"38"0,7 15-1769,-12 3 1,-1 6-1,0 0-19,5-5 0,0-1 1,-6 8 394,-11 9 1,-4 10 0,-6 4 0,-4-2 0,-3-9-606,-11-4 0,-5-6 0,1 1 482,3 12 1,2 2 0,-1-11 0,-7-12 0,8-16 0,31-52 0</inkml:trace>
  <inkml:trace contextRef="#ctx0" brushRef="#br0" timeOffset="618054">23099 10636 7533,'-1'-38'1092,"-1"0"0,24 5 0,14 7-273,-2 15 0,8 5 0,1 5 0,-4 5-65,-2 5 0,-4 6 1,-5 10-378,-8 10 1,-6 12 0,-3 6 0,-4 0 0,-4-6-446,-4-4 1,-5-3-1,-3 1 1,1 6-183,1-9 0,0 4 0,-2 4 0,0 3 0,0-1 1,1 1-1,0-3 0,2-3 0,2-4 340,1 12 0,2-6 0,1-2 0,1 2-90,2 7 0,1 3 0,0-4 0,-4-11 45,-4-8 0,-3-15-765,-7-44 2358,-18 27 0,-4 7-147,6-1-742,-13 5 1,-11 3 0,7-7-2389,18-13 1,3-2 1373,-8 7 1,12-2 0,54-22 0,1 19 0,0 0-1,0 0 1</inkml:trace>
  <inkml:trace contextRef="#ctx0" brushRef="#br1" timeOffset="843007">14272 3018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3:22:15.259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10042 8890 5914,'0'-20'809,"0"-3"-359,0 13-180,0-8-360,0 9 180,0 1-90,-6 8 90,5 0 90,-4 0 179,-6 8-179,2 1 90,-14 25-270,-1 3 45,11-16 0,-1 3-45,-6 16 0,0 2-45,3-5 0,0 3-145,2 3 1,-1 4 0,0 0 189,1-5 0,0 0 0,1 1 22,1-3 1,1 2-1,0 0 1,0-1-1,2-4 1,1-1-1,-1 0 1,1 0-23,-2 1 0,0 0 0,1 1 0,1-1-230,-1 12 0,3 0 0,-2 0 252,-1-11 1,0 0-1,-1-1 1,1 1 6,-1 10 1,0 0 0,0 1-30,-1-9 0,0 1 0,0 0 0,0 0 45,2-1 0,0 0 0,1 0 0,0-2-45,-4 6 0,0-1 0,2 2 0,2-1 0,2 2 0,0 1 0,0-2 60,-2 2 0,1-2 0,0 2-105,3-6 0,0 0 0,0 2 0,1 1 9,0-2 0,0 2 0,0 1 0,1 0 0,0-2-326,0 5 1,2-3-1,-1 2 1,1 1 346,0-8 0,0 3 0,0 0 0,0 0 0,0-1 0,0-2 15,1 7 0,0-2 0,0-1 0,0 2 90,0-3 0,0 2 0,0 0 0,0-1 0,0-1-90,0 2 0,0-2 0,0 0 0,0 0 67,0 5 0,0 1 1,0 0-1,0-1 0,0 2 1,0-1 0,0 1-1,0-1-49,0-8 0,0 0 0,0 0 0,0-1 0,0 1 27,1 9 0,1 0 0,-1-1 0,1 2-27,-1-6 0,0 1 0,0 0 0,1-1 0,0-3 42,2 9 0,0-2 0,0-1-60,-1-7 0,0 0 0,0 0 0,1-3-283,1 2 1,2-2-1,-1 0 223,-2-3 0,0 1 1,1 1 81,2-1 0,0 2 1,1 1-1,-1-1 98,0 3 0,-1-1 0,1 2-188,0-1 1,1 3 0,-1 0-1,1-1 90,0-4 1,-1-1 0,1-1-1,0 0 0,-2 1 1,0 0 0,1 0-1,0-1-45,1 1 1,1 0 0,0-1-1,0-1 23,0 4 0,-1-1 0,1 0 60,4 1 0,1 1 0,0-3-27,2 8 0,1-1-33,3-1 0,2 0 165,-6-13 1,0 1 0,0-1-166,6 6 0,1 0 30,-7-6 0,1 1 0,0-1 15,10 10 0,-1-1 0,-12 0 0,0 0-90,10 0 0,-2-2-45,-14-6 0,-2-1 360,6-4 0,0-1 349,-6 5 0,0-3-799,7-5 968,-1 9-788,-5-40 681,-2 6-681,-5-14 553,0 14-643,0-6-450,6 16-989,-5 2-450,10 8 1979,-4-8 0,11-18 0,0-12 0</inkml:trace>
  <inkml:trace contextRef="#ctx0" brushRef="#br0" timeOffset="700">9832 15840 5914,'-24'-10'1709,"5"2"-1260,-4 8 91,14 0-450,-7 0 180,14 0 539,-3 8-359,5-6 45,9 18 0,4 7-316,9 6-149,-5-3 0,3 6 0,2-2-210,2-5 0,1-1 1,-1-1 89,4 12 0,1-3 45,3-6 0,-1-11-135,-7-19 180,-5-18 0,-1-9 315,-14 3 0,-2-3-46,2 0 1,-2-1-225,-2 1 0,0-1-45,0-2 0,0 1-270,0 0-539,0 3 809,16 3 0,11 27 0,17-10 0</inkml:trace>
  <inkml:trace contextRef="#ctx0" brushRef="#br0" timeOffset="3317">19641 12294 7533,'19'0'-900,"-1"-15"990,-6 11 270,-5-20 0,-2 22 0,-5 2-91,-5 2 91,-2 22 0,-11 3-225,9-2 0,-1 3-45,-2 10 0,-1 2-45,-1 5 0,-2 1 15,5-14 0,-1 0 0,-2 2-43,-5 7 0,-4 3 0,0-2-47,1-5 0,-1 0 0,-3 1-498,3-7 0,-2 3 0,-1 0 0,0-1 0,2-3 528,-6 7 0,2-4 0,-4 3 36,0-3 0,-4 3 0,-1 0 0,-1-1 0,4-2-168,4-5 1,2-3 0,0 1 0,-4 2 86,-1 2 0,-2 2 0,-3 2 0,0 0 0,1 0 0,1-3 45,0-2 0,2-1 0,0-1 0,0 1 0,-2 1-240,0 0 0,-1 1 0,-1 1 1,0 0-1,0-1 0,1-1 204,-3 1 0,2-1 0,-1-1 0,0 0 0,0 0 36,0 0 0,0 0 0,-1 0 0,0 1 0,-2-1 0,2-1 0,-1 0 0,-1 0 0,-1 0 0,1 0 0,-1 1-13,6-4 0,1 1 0,-1-1 1,0 1-1,-1-1 0,0 1 0,0-2-26,-3 1 1,0 0-1,-1-1 1,-1 0-1,1 0 1,0 1 0,0 0 12,1 1 0,0 1 0,-1 0 1,1 1-1,1-1 0,0-1 1,1-2 10,-1 0 0,2-2 0,1-1 0,-1 1 0,0-1 0,-2 3 2,0 0 0,-2 1 0,-1 1 0,1 1 0,-1-1 1,2-1-1,1-1 28,2-1 0,1-2 0,1 0 0,0-1 0,-1 2 0,-3 1-15,2-2 0,-1 2 0,-3 0 0,0 1 0,-1 0 0,0 1 0,1-1 0,1-1 0,3-1-13,-2 0 0,2 0 0,1-1 0,0-1 0,0 1 1,-1 0-1,-2 2 3,2-2 0,-3 1 0,-1 1 0,0 0 0,-1 0 0,1 0 0,1-1 0,2 0 0,2-2 10,-10 5 0,3-2 0,1 0 0,1-1 0,-3 1 12,7-3 1,-1 0 0,-1 1 0,0-1 0,1 0 0,0-1 0,1 0-13,-5 1 0,1-1 0,1 0 0,0 0 0,-1 1 0,3-1 0,0 1 0,0 1 0,-1-1 0,0 1 0,-1-1 30,-1 2 0,-1-1 0,0 1 0,0-1 0,-1 0 0,1 0-30,-1 0 0,0-1 0,-1 0 0,1 0 0,0 0 0,1 1-30,4-1 0,0 0 0,2 0 0,-1 1 0,-1-1 0,-2 0-9,1-1 0,-2-1 1,-2 1-1,1-1 1,0 0-1,1 0 1,3 1 74,-5 4 0,2 0 0,2 0 0,-1 0 0,-1-2 0,-1-2 0,-1-2 0,-1-1 0,1 1 0,0 1-49,3 1 1,-1 1-1,2 1 1,0-2 0,1-3 34,1-3 1,1-2-1,0-1 1,0 1 22,-4 5 0,-2 1 0,2 0 0,3-4 89,-11-1 1,3-2 821,-2 0 1,3-3-777,15-5 0,2-2 80,-3 1 0,1 0-260,-20 0 793,21 7 1,0 2-884,-12 3 0,-2 13 1404,9-7-1044,2 7-360,0-5 90,-9 5 0,15-15 90,7-2-90,2-8-90,16-16-90,-5 12-809,6-19 539,0 13-90,0 0-1438,0 2 1978,0 8 0,11 0 0,3 0 0</inkml:trace>
  <inkml:trace contextRef="#ctx0" brushRef="#br0" timeOffset="4070">11691 17110 7533,'13'2'1799,"-7"4"-990,-19-22-629,0 14-270,-5-6-90,-5 16 180,3-6-360,-22 21 181,4-3 134,8 0 0,0 3 45,7-4 0,0-1 224,-8-3 1,3-2 135,0 10 0,0-21-270,21 6-180,1-8 90,6 8 90,0-6 0,-5 6 0,3-8 0,-9 0 0,10 8 0,-10-6-90,9 13 90,-3-13 179,10 6 361,19 0-540,1-1 0,5 4-390,6 4 0,5 3 0,-3-1 165,0 0 1,-1 0-136,-2 0 0,2 3 0,-8 0-1709,3 15 1124,-19-13 1,-1 1 854,6 14 0,-18-3 0,-7-17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3:35:25.172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15524 13573 24575,'-16'11'0,"2"-2"0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3:40:19.211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20674 8026 5914,'0'-30'359,"0"1"1,0 3 180,-5-13-90,-8 39-540,0 0 180,0-8 449,8-1 361,-6-1-900,3 2 450,-4 16-91,6-6-359,6 6 315,20-2 0,15 3-349,-7 2 0,6 4 0,5 4 1,4 1-1,2 1 0,1 0 1,-2-1-1,-3-2-124,1-1 0,0 0 0,-1-2 1,0 0-1,1 1 0,1 0 0,1 2 258,0 0 0,2 1 0,1 1 0,2 1 0,-1 0 0,-1-1 0,-2-1 0,-2-1 0,-4-2 223,5 3 1,-2-2 0,-3-1 0,-4-3 0,-5-3 440,10-2 1,-17-6-2294,-23-4-1709,-3-8 3238,-8 2 0,11 16 0,0 2 0</inkml:trace>
  <inkml:trace contextRef="#ctx0" brushRef="#br0" timeOffset="1687">22741 8220 8972,'-19'-18'839,"-1"0"1,-6-6-1,-5 5-839,-11 17 0,-4 14 90,8 7 0,0 8 0,5 6 247,12-1 1,3 6-1,4 2 1,4-2-159,4 10 1,5-2 0,12-14-90,28-21 0,8-20 629,-11-22 1,-1-13 0,1 17-2115,11 37 1,0 5 1394,4-33 0,-6 9 0,-28 42 0,-7 16 0,7-15 0,26-42 0,0 0 0</inkml:trace>
  <inkml:trace contextRef="#ctx0" brushRef="#br0" timeOffset="2844">23111 7708 7533,'-18'-37'2698,"5"4"-2428,0 31-90,4 20 0,2 13 179,3 0 1,2 5 0,-1 4-198,1 3 0,-2 6 0,2 3 0,-1-1 0,2-4-5,2-5 0,0-2 1,1-2-1,0 0 203,-2 17 0,-1-1 0,4-29-540,8-51 270,-4-7 0,-1-10 0,3 5-495,7 1 0,7 12 810,19 20 0,6 18 224,-17 7 1,-2 8 0,-3 4-61,-3 4 1,-5 5 0,-6-1-570,-7-2 0,-6 0 0,-7-4 209,-10-6 1,-7-3 0,-1-5-165,-7 0 0,-1-9-1214,6-9 0,4-8-2108,0-33 2949,18-4 0,27 25 1,13 10-1</inkml:trace>
  <inkml:trace contextRef="#ctx0" brushRef="#br0" timeOffset="3792">23824 8220 7533,'13'-27'1638,"-1"1"0,2-11-237,-3 11-412,-22 3-1079,-9 12 1,-6 2-361,-4-4 0,-1 6 270,-3 15 0,4 8 810,5 25 89,30-5 1,11 8 0,-5 1-1,-7 3 1,-4 0-1,-6-6-1708,-8-10 0,-6-4 134,-4 19 1,-1-17 854,-1-47 0,12-5 0,59 30 0,-4-4 0,1 1 0</inkml:trace>
  <inkml:trace contextRef="#ctx0" brushRef="#br0" timeOffset="4618">23972 8396 7533,'21'-8'3148,"1"6"-2249,-21-6 45,22-2 1,9-3-765,-4-7 0,0-5 90,-3 2 0,1-1 0,-6-2-1909,-4-6 1,-8 0 1580,-3 3 1,-10 7-1582,-26 14 1,-5 6 667,14-4 1301,-9 21 0,-9 13 0,6 0 119,14-7 1,4 5 89,-3 2 1,-2 7 0,3 1 0,6-2 179,8 10 1,12-2 156,5-8 0,6 0 0,4-6-1955,14-1 0,5-9 211,-1-7 1,0-6 867,-9-4 0,-5-4 0,-3-13 0,-6 7 0</inkml:trace>
  <inkml:trace contextRef="#ctx0" brushRef="#br0" timeOffset="5321">24452 8396 7533,'7'-35'3276,"-12"23"-1335,-3 6-1672,-2 30 1,2 9-270,1-13 585,27-55 0,9-9 494,-9 36-1019,-1-30 0,2-16 0,-5 27-15,-10 47 0,-1 15-225,6 11 0,1 2 180,-7-18 0,1 1-270,4 18 0,7-10 270,12-31 0,-1-40 0,-4 13 0,0-1 0</inkml:trace>
  <inkml:trace contextRef="#ctx0" brushRef="#br0" timeOffset="5819">24957 7832 6633,'14'-45'3276,"-4"25"0,-15 61-3004,3-10 1,1 9 0,-1 5 0,1 0 0,0-4-363,1-1 0,-1-3 0,1 1 0,0 2-18,0 3 0,-1 5 0,1-1 0,0-3 0,2-9-1531,4 1 1,1-11-1471,-1-9 3109,-1-18 0,-10-22 0,-2 5 0</inkml:trace>
  <inkml:trace contextRef="#ctx0" brushRef="#br0" timeOffset="6092">24858 8255 7533,'-6'-34'819,"-1"0"0,1 0 0,2-7 0,15 6-567,18 21 0,17 7 0,8 4 0,-1 0 0,-9-4 0,-8-5 0,-5-3 0,3 1 0,11 2 0,-1 1 0,1-1 0,-1 0 0</inkml:trace>
  <inkml:trace contextRef="#ctx0" brushRef="#br0" timeOffset="7062">25769 8273 8072,'0'-10'3276,"38"-22"-1856,-7 22 1,3-1-1556,3-12 0,-1-5-135,11-8 0,-23 3-270,-64 18 1,-16 3 314,36-7 0,0 9 880,-8 23 0,-8 17 1,-1 10-1,9 1 0,15-5 437,26 2 0,19-1 0,-5 4-459,-20 1 0,-7 5 1,2-3-1,14-12-633,15-18 0,14-9 0,5-6 0,-4-4 0,-12-1 0,8-15 0,-7-1 0,0 1 0,-1-1 0</inkml:trace>
  <inkml:trace contextRef="#ctx0" brushRef="#br0" timeOffset="7884">26545 7655 7533,'13'-45'1638,"-7"18"0,-1 3 213,-5 11-997,-3 35 1,0 20-586,1-1 1,-1 6 0,2 4-234,0-7 0,0 3 0,0 2 0,1-1 0,1-4-126,1 8 0,0-3 0,1-3-135,5 13 1,-8-22-91,-20-59 0,-9-9 630,-6 26 0,-5 12 777,1 1 0,-2 5 0,7 7-505,9 9 0,5 6 0,12 1 162,14 2 1,12 0-1,6-10-749,21-16 0,7-15 0,-15 0 0,0-5 0,-3-4 0,3-18 0,0-1 0</inkml:trace>
  <inkml:trace contextRef="#ctx0" brushRef="#br0" timeOffset="9093">26987 8326 8612,'7'-26'3276,"-1"6"-3610,-28-8 1,-11 7 782,1 30 1,1 14-90,2 15 0,8 6-360,11-6 0,13-3-315,25-7 0,8-17-465,-11-33 1,-1-18-1,-3 0 240,3-14 1,-5 24 1194,-9 49 0,-3 26 1,-3 15-1,-2 4 0,-3-9 0,-2-12 0,-4-2 1,-2 0-1,-1 2 0,1 4-328,3-1 1,2 6 0,0 3 0,-1 2 0,-1-3 0,-3-5 0,-4-7 0,-4-11-628,-22 2 0,-7-14 0,3-18 210,5-20 0,4-18 0,4-7-360,12 9 0,2-7 1,3-2-1,4 0 1,4 4-371,5 0 1,4 2 0,4 1 0,1 3 554,3-5 1,2 3 0,4 11-1,13 11 1,1 12 0,0 12 0</inkml:trace>
  <inkml:trace contextRef="#ctx0" brushRef="#br0" timeOffset="10015">27344 8396 9512,'-13'0'2518,"2"0"-719,44 0-1499,-1-10 0,7-7 0,-4-3-345,1-7 0,-4-5 254,-5 1 1,-1-4 0,-16 3-255,-22 3 0,-12 9-270,-23 19 1,-4 20 823,22 6 1,4 10 0,7 5 277,9-1 0,6 6 0,5-1 0,8-4-1125,8-7 1,7-3 0,5-2 0,-2-1 337,0 1 0,2 1 0,-1-5 0,-1-7 0,15-8 0,-18-10 0,-54-9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4:03:38.30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5525 3563 6993,'7'-18'3276,"-12"-7"-1155,2 13-1851,-8-3 269,5 15-251,1 21 0,1 24 0,1 13 0,0 4 0,1-5-124,0-13 1,1 1 0,0 0 0,-1 0 0,1 1 0,-2 1 130,0-3 1,0 2-1,-1 0 1,0 1 0,-1-2-1,1-2 1,0-2-364,1 14 1,0 0-1,-1-9 1,-5-18-383,-12-20-809,3-40 719,13 40 720,5-6-180,5 22 0,-3-20 0,14-12 0,-2-22 0</inkml:trace>
  <inkml:trace contextRef="#ctx0" brushRef="#br0" timeOffset="881">5525 3545 7533,'-29'-21'1638,"0"-1"0,14-15 0,44 10 0,21 11-1024,-15 18 1,6 9-1,3 6 1,-1 2-1,-2-1-412,4 0 1,0 1-1,-5 5 1,-9 7-671,-12 7 0,-5 8 0,-6 5 1,-8-3-1,-7-6 468,-12-4 0,-10-4 0,-7-3 0,0-3-18,3-4 0,-5 0 0,0-3 0,2-4 0,4-5 18,-13-2 0,20-10 0,31-8 0,21 18 0,0 0 0</inkml:trace>
  <inkml:trace contextRef="#ctx0" brushRef="#br0" timeOffset="2423">6240 4233 9242,'-14'-8'1079,"-3"-9"540,5-11-629,-24 1-811,7 17 1,-6 4 0,-1 4-150,3 6 0,-1 4 0,-1 4-788,0 4 0,-2 4 0,1 1 0,5 0 758,-6 5 0,8 5 329,5 14 1,5 8 0,18-8-120,25-12 0,15-6 0,2-14-143,-7-20 1,3-12-1,1-4 1,-1 5-158,14 8 0,-1 2 0,-6-11 144,-16-10 0,-1-11 0,-4-3 0,-9 4 0,-10 13 306,-27 7 179,4 52 1,9 20-855,18-5 1,13-2-779,1-15 1,5-3 0,3-7 933,16-4 1,0-16-1,-12-15 1,-8-7-1,-11-5 1</inkml:trace>
  <inkml:trace contextRef="#ctx0" brushRef="#br0" timeOffset="2963">6669 3634 6633,'-5'-36'3276,"4"40"-2184,0 23 0,1 19 0,1 5-586,-1-9 1,0 5 0,0 2-1,0 1 1,1-1-537,0-7 0,0 2 0,0-1 0,0 1 0,0-2 0,-1 0-438,1 2 0,-1 2 1,0-2-1,0-4 0,-1-7-1171,1 7 1,0-15 1243,0-21 0,-10-51 0,-3 8 0</inkml:trace>
  <inkml:trace contextRef="#ctx0" brushRef="#br0" timeOffset="3246">6498 4128 8612,'-7'-33'1092,"0"1"0,16-7 0,15 3-437,4 19 0,10 4 1,5 2-1,0 1 0,-4-1-614,6-6 1,-2 0-1,2 2 1,1 2 0,5 2-1,-3 1 1,-13 2 0,-5 1-1</inkml:trace>
  <inkml:trace contextRef="#ctx0" brushRef="#br0" timeOffset="3913">7051 4198 8162,'14'-16'3276,"-3"28"-1638,-9 16 0,-4 11-2731,-1 4 1,-2 5 0,2-2-1,1-10 1,2-2 0,-1 0 1002,-3 7 1,1 0-1,4-21 1,17-44-1,8-5 1</inkml:trace>
  <inkml:trace contextRef="#ctx0" brushRef="#br0" timeOffset="4567">7298 4410 11580,'39'-10'839,"-9"-2"1,4-5 0,-3-1-525,-2-8 0,-4-5-76,-3-2 1,-1-5 0,-12 3-780,-16-2 1,-13 13 419,-7 28 0,-7 14 0,5 7 1212,8 12 0,7 8 0,2 1-835,-4 1 0,2 2 1,11-2 161,16-1 1,9-2 0,7-13-510,17-17 0,6-16-320,-15-5 0,0-6 1,-1 0-1,9 1 1,-5-4-1,-13-12 0,1 0 1</inkml:trace>
  <inkml:trace contextRef="#ctx0" brushRef="#br0" timeOffset="5114">7840 4286 9242,'-6'-37'1638,"-3"61"0,6 13 1202,21-8-1940,22-48-46,-14 7 1,2 4-1080,6 6 0,-3 10-1414,-7 17 1,-6 11 1245,-5 2 0,-2 5 0,3-13 1,18-18-1,-20-34 0,-1-1 0</inkml:trace>
  <inkml:trace contextRef="#ctx0" brushRef="#br0" timeOffset="5698">8319 3616 7533,'-4'42'364,"0"-1"0,0 1 0,0-1 0,-1 1 0,6 4 0,2 1 0,2 1 0,-1 0 0,0 0-911,0-3 1,1 5 0,0-1 0,-2-3 0,-2-8 0,-6-13 547,-15-8 1091,8-37 0,2-20 0,2-6-437,1 8 0,-1-7 1,3 0-1,5 2 0,9 9 437,19 1 0,12 10 0,3 2-1059,-9 5 1,3 2-1,0 1 1,0 1 0,9-1-1,-1 1 1,-5 0 0,-11 0-1,1 1 1</inkml:trace>
  <inkml:trace contextRef="#ctx0" brushRef="#br0" timeOffset="6414">8836 4198 14099,'-23'-32'90,"-1"-1"0,-21 36 0,0 14 180,6 6 659,39 8 1,13 9-1,4-3 285,11 3 1,1 1-1395,-8 1 0,-3 5 0,-13-7-1459,-21-8 1,-10-5 1361,-1-4 1,-5-2 0,2-12 0,-5-22 0,5-12-1,15-1 1,0 0 0</inkml:trace>
  <inkml:trace contextRef="#ctx0" brushRef="#br0" timeOffset="6795">7322 3881 7533,'-27'-13'467,"1"0"1,30-30 0,20 16 0,1-1-1</inkml:trace>
  <inkml:trace contextRef="#ctx0" brushRef="#br0" timeOffset="8947">1782 8590 7892,'-10'-29'3276,"2"-3"-2216,7 59 1,2 23-791,-3-11 0,-1 9 0,-1 3 0,0 1 0,1-3 35,1-7 1,-1-2 0,1 0 0,0 1 0,-1 2-291,1 1 0,-1 5 0,0 1 0,0-3 0,0-4 0,0-8-285,-2 5 0,2-11-3007,3-8 2747,0-28 0,23 14 0,7 3 0</inkml:trace>
  <inkml:trace contextRef="#ctx0" brushRef="#br0" timeOffset="9813">1764 8590 7533,'-1'-40'1092,"0"0"0,24 8 0,11 17-546,-9 25 0,6 14 0,3 10 0,1 4 0,-2-2 0,-3-6-182,10 1 1,-3-2-1,-2 9-774,-16-4 0,1 8 1,-1 6-1,-1 3 1,-2-1-1,-3-2 0,-4-6 1,-4-8-693,-5 8 1,-12-4 1005,-4-4 0,-7 5 0,-5-1 0,-2-5 0,0-12 36,-9-16 0,-2-14 0,0 5-433,0 12 0,0 5 0,5-6 493,-2-11 0,17 0 0,62 6 0,8 2 0,0 0 0</inkml:trace>
  <inkml:trace contextRef="#ctx0" brushRef="#br0" timeOffset="10347">2487 8961 13919,'3'40'-90,"-1"1"0,0 0 0,1-1 0,-2 4 0,-1 6 0,0-2 0,0-5 0,-1-12-3187,-1 0 3069,-1 18 0,6-14 0,15-44 0,9 1 0</inkml:trace>
  <inkml:trace contextRef="#ctx0" brushRef="#br0" timeOffset="11263">3210 8996 7533,'0'-28'1638,"0"1"0,-31-8-1612,6 31 0,-5 8 94,-9 3 0,-5 5 0,6 4-345,3 4 0,11 7 1034,9 16 1,16 6-1164,12-13 1,9 3 0,4-1 0,-1-4 383,3-3 0,0-3 0,-5 3 149,-6 16 1,-6 5 0,-16-16-495,-22-24 1,-11-10-376,3 0 0,-5-2 1,8-2-2588,-6-4 3028,7-17 1,66 17 0,20 4-1,-13-3 1,1 0 0</inkml:trace>
  <inkml:trace contextRef="#ctx0" brushRef="#br0" timeOffset="11796">3351 9313 7533,'6'-27'1092,"0"-1"0,14-6 0,7 2 0,3 11 0,3 1 0,-4-2-995,-5-14 0,-5 0-97,4 6 0,-12 5-315,-37 2 0,-13 12 405,-2 26 0,2 17 599,13 5 1,5 7 0,5-1-241,1 6 1,12 0-1500,17-7 1,11 0 0,3-12 779,5-18 1,5-9 269,0-3 0,3-3 0,-9-2 0,-4-4 0,0 0 0,1 0 0</inkml:trace>
  <inkml:trace contextRef="#ctx0" brushRef="#br0" timeOffset="12448">3951 9102 7533,'-9'-31'1092,"0"1"0,2 5 0,-3 3 1658,-31-6-3290,14 42 1,-1 14 741,7-2 0,-1 7 1,2 3-1,2 0 248,0 9 0,4 1 0,5 0-630,6 2 0,4-1 0,11-18-90,18-28 0,7-18 562,-8-8 1,3-10-1,-3-4 1,-6 3 1101,-2-13 0,-4 6-1394,2 8 0,-5 17-1093,-17 41 1,-8 24 0,5 0 827,13-9 0,6-1 0,1-2 0,0 13 0,7-12 0,12-34 0,1 0 0</inkml:trace>
  <inkml:trace contextRef="#ctx0" brushRef="#br0" timeOffset="12865">4357 9066 7533,'-31'-32'1092,"1"0"0,-2 15 0,1 14 103,8 23 0,7 13-356,10 4 1,7 6 0,4 2-256,5-1 1,5 3 0,-1-1 0,-6-4-645,-8-5 0,-5-3 0,-4-3-570,-5 5 1,-9-12 629,-20-28 0,0-15 0,16-7 0,60 28 0</inkml:trace>
  <inkml:trace contextRef="#ctx0" brushRef="#br0" timeOffset="13668">4604 9313 7533,'-18'-25'1638,"31"8"0,11-1-572,3-5 1,4-3 0,-2-2-1037,-1-2 0,0-1 0,-5 0-30,5-9 0,-17 11 0,-37 25 0,-12 16 427,12 12 0,-2 13 1,4 4-1,8-2-98,10 3 1,7 0 0,4 0-1423,1 4 1,4 0 0,9-13 212,22-15 0,6-14 880,2-10 0,-5-6 0,-5-5 0,-3 8 0,-1 0 0</inkml:trace>
  <inkml:trace contextRef="#ctx0" brushRef="#br0" timeOffset="14132">5329 9066 7533,'-10'-23'1092,"-1"-1"0,-5 3 0,-6 9 0,-9 22 0,-4 14 0,2-3-1040,8-10 0,0 1-112,-13 13 0,-2 5 0,23-4 869,37-10 1,20-3 0,-1 1-136,6 10 1,-10 7-1768,-22 2 1,-9 7 0,-1-3 1007,3-3 1,-10-4-1,-24-3 1,-14-3 0,7-8-1,7-10 1</inkml:trace>
  <inkml:trace contextRef="#ctx0" brushRef="#br0" timeOffset="14697">2575 8767 7533,'-34'-12'409,"0"0"1,55-25-1,-9 2 1,6-1-1,23 9 1,0 1 0,0-1-1</inkml:trace>
  <inkml:trace contextRef="#ctx0" brushRef="#br0" timeOffset="16179">15297 6103 7533,'-3'-25'1638,"0"-1"0,2-5-1561,-21 12 0,-13 2 1,-1 4-438,-7 3 0,-7 8 480,13 3 0,-6 1 0,-4 2 0,-2 1 0,1 4 0,3 1 299,2 5 1,0 3 0,1 3 0,1 0-1,1 0 1,0-3-402,-3-2 0,-1-4 0,2 1 0,4 3 0,7 7 207,-2 17 0,6 8 0,11 2 0,15-5-207,16-15 0,15-3 0,6 0 0,2 1 0,-6 5-6,-7 1 1,0 5 0,-1 2 0,0 1 0,-2 1 0,-1-1 0,-2-3 642,4 4 0,0-1 1,-3 0-1,-5-2 0,-9 1-553,-8 7 1,-9 1 0,-7-4 0,-5-11-133,-7-10 0,-7-9 1,-4-9-169,-2-9 0,-8-10 0,-1-4 0,7 0 0,14 4-3079,7 0 3119,4-15 0,13 1 0,29 21 0,17 9 0,2 0 0,-1-3 0,-1 0 0,0 0 0,1 0 0</inkml:trace>
  <inkml:trace contextRef="#ctx0" brushRef="#br0" timeOffset="16946">15112 6950 10231,'0'-43'2519,"-6"13"-3149,-17 13 1214,1 43 1,6 20-585,15-9 0,7 7 0,6 0 0,2-8-405,14 3 1,9-14 404,-3-14 0,4-9 0,-4-11 224,-10-17 1,-5-16 0,-1 2 0,-1 17 225,14 25-360,-22 19 0,-6 16 0,-3 9 0,-2 5 0,0 0 189,-1-10 1,-1 5 0,0 2 0,-2 2 0,-1 1 0,0 1 0,0-2 0,-1-1-1,1-3 80,0 4 1,2-1 0,0 0 0,-2-2 0,-2-2 0,-4-3 0,-5-5-196,-7 2 1,-7-1 0,-2-2 0,-2-7 0,0-11 0,3-13-634,5-17 1,0-14 0,0-10 0,1-6 0,1-3 0,2 2 0,2 6-188,-1 1 1,1 1-1,2 1 1,4-2 0,3-3 428,3-6 0,3-5 0,2-3 0,5 3 0,5 6 0,8 11 0,19 7 0,10 13 0,2 1 0,2 1 0,0-1 0,0 0 0</inkml:trace>
  <inkml:trace contextRef="#ctx0" brushRef="#br0" timeOffset="17661">15567 7091 8432,'-3'-30'1638,"0"1"0,-3 4 1473,-11 56-3156,11 6 0,3 6 90,-5 9 0,9-17 134,17-44 1,5-14 240,-6-10 0,-1-10 0,0 2-540,2 3 0,1 1 0,0 10-960,21 7 630,-13 56 1,4 8 1348,6-27 1,4-14-211,-3-18 1,1-11 0,-4-4-31,-11 1 1,-3-4 0,1 7-1920,8 3 1,0 15 1259,-11 31 0,-3 19 0,1-3 0,9 1 0,4-4 0,0-14 0,0 1 0,0-1 0</inkml:trace>
  <inkml:trace contextRef="#ctx0" brushRef="#br0" timeOffset="18746">16392 7073 7533,'-33'-2'3276,"10"28"-3019,17 11 0,6 14 0,0 2-167,0-6 0,1 3 0,-1 0 0,-1-1 449,-2-5 1,-1-1 0,-1-1 0,1-5 224,-1 20 1,0-25-885,0-51 0,-1-25 0,5-7 7,3 16 1,4-6-1,2-4 1,1-2 0,2-1-1,-1 0 1,1 4 0,-1 3 148,1-4 0,-1 2 0,1 3 0,2 0 0,3-2 23,2-1 1,2-6 0,2 0 0,1 5 0,1 11 0,-1 16-801,9 22 0,1 17 1,-3 2 830,6 9 0,-6 7 269,-8-4 1,-2 4 0,-17-12-270,-35-21 0,-13-7-450,5 12 0,-1-2-90,3-13 1,-1-3-1,8 5-2827,7 17 2808,49-2 1,4-11 0,7-2 0,-1-4 0,13-7 0,0-1 0</inkml:trace>
  <inkml:trace contextRef="#ctx0" brushRef="#br0" timeOffset="19147">17167 6138 7533,'-18'-37'3276,"10"66"-2859,5 3 1,1 10 0,1 6 0,2 1-733,1-7 0,3 4 0,0 1 0,1 1 1,0-1-1,-2-1-232,0-2 1,-2 0 0,1 0 0,0-1 0,0-1 0,0-2 77,4 14 1,2 0 0,-3-6 0,-5-12 0,-13-4 0,-14-52 0</inkml:trace>
  <inkml:trace contextRef="#ctx0" brushRef="#br0" timeOffset="19346">17020 6685 7533,'22'-34'546,"1"0"0,-1-1 0,1 1 0,1 4 0,0 3 0,8 2-294,2 3 0,8 0 0,4 1 0,1 1 0,-2 3 0,-7 5 0,1 4 0,-5 4 0,2 0 0,13-3 0,-1 0 0,1 0 0</inkml:trace>
  <inkml:trace contextRef="#ctx0" brushRef="#br0" timeOffset="20113">17659 6773 7533,'-5'-27'1619,"-23"9"0,-6 10-1844,5 24 0,5 13 674,10 10 1,5 9 0,2-3-585,-9 5 0,14-6 555,39-13 0,19-8 0,-11-20-121,-27-25 1,-8-14 0,-2-2-510,2-11 0,-3-3 1,-6 6-1430,-10 7 1,-8 9 1463,-16 11 1,8 15 0,33 23-1,13 7 1,13-10 0,1 1-1</inkml:trace>
  <inkml:trace contextRef="#ctx0" brushRef="#br0" timeOffset="20863">17980 6738 7533,'-6'-29'3276,"5"29"-2576,0 37 1,7 18-296,6-25 0,1 1-271,-7 23 1,4-18 195,7-52 0,4-20 0,-4 1-285,-10 10 0,-1 1-810,10-8 1,2 12 494,4 41 1034,6-1 1,3-1-585,5-1-60,-7-38 0,5-19 0,-8 2 464,-14 1 1,0 7-1305,24 19-373,-21 33 1,-2 17 0,-3 1 85,-3 0 1,-3 1 0,3 1 1006,4 6 0,2 1 0,4-18 0,13-24 0,1-28 0</inkml:trace>
  <inkml:trace contextRef="#ctx0" brushRef="#br0" timeOffset="21347">19049 6597 7533,'-25'-24'1638,"0"1"0,4-10 0,-26 32 0,-1 17-2531,27 11 1,8 7 1656,-5 10 1,10 4-376,19-7 1,10 1 0,3-1-1191,-2-6 0,2-1 1,1-3 1025,16 1 0,-15-2 179,-36-1 1,-14-3-2044,-11-6 1,-5-3 1479,11 2 1,0 2 0,2-6-1,-20-1 1,50-20 0</inkml:trace>
  <inkml:trace contextRef="#ctx0" brushRef="#br0" timeOffset="25753">9476 12594 7533,'-30'16'3276,"9"-12"-1065,9-28-1897,17-4 1,8-8-45,-1-3 0,3-7 0,1-4 0,1-2-226,-3 9 1,0-3 0,1-1 0,1-1 0,-1 1 0,-1 2-81,2 0 0,-1 2 0,-1 0 0,1 0 1,-1-2 154,0-3 1,0-4 0,-1-1 0,0 2 0,-2 6 0,-2 9-75,-1 3 0,-1 6-315,2-17 0,-1 17 630,3 70-390,-4-5 0,1 7 0,1 0 60,0-8 0,2-1 0,2 2-210,2 4 0,2 4 0,3-5 1,3-17 358,15-22 1,2-18-240,-11 2 0,0-7 0,-4-8-45,-6-5 0,-3-8 0,-1-5 0,-1-3 1,-2 2-1,0 4 127,0-2 1,-2 3-1,-1 0 1,1-1 228,-1 2 1,1-3 0,-1 0 0,0 6 0,0 10-162,11-6 143,-11 50 1,1 21 0,-1 13 0,0 3 0,-1-5-270,-3-4 0,-1 0 0,-1 1 0,0 2 0,1 4-115,0-9 1,0 4 0,1 2-1,0 1 1,0 1 0,0 0 0,-1-1-1,0-2 1,-1-4 329,0 6 1,0-3 0,-1-1 0,0-1 0,-1-2 0,1-1-203,-1 12 1,0-2 0,1-3-1,1-8-472,1 0 1,3-13-2783,5-18 2972,18-8 0,3-16 0,9-4 0</inkml:trace>
  <inkml:trace contextRef="#ctx0" brushRef="#br0" timeOffset="26613">10792 12471 9152,'25'-10'959,"10"-9"1,11-8-1,-4-5-689,-13-1 0,-3-4 0,0-2 0,3 4-248,4 7 0,4 4 1,-2-2-1,-8-5 135,-2-15 1,-5-7-1,-9 3 1,-16 16-248,-25 21 0,-15 13 0,0 8 180,9 4 0,0 8 0,1 4 0,2 2 337,-4 4 0,0 5 1,7 2-1,14 4-104,15 1 1,12 7 0,8 0 0,5-4 0,4-11-1144,10-8 1,8-10 0,3-5 0,2-1 553,-5 1 0,4-1 1,0-2-1,-2-5 0,-5-7 1,-2-12-1,-2-7 0,-5-5 1,-5 2-1,-1-10 0,1 0 1</inkml:trace>
  <inkml:trace contextRef="#ctx0" brushRef="#br0" timeOffset="27198">11949 11077 8612,'-26'34'3276,"9"-27"-3025,11 17 1,5 16 0,3 13-1,2 6 1,2 2 0,0-5-1,-1-8-409,2 4 1,3-5 0,-1-1 0,-2 3 381,-3-6 1,1 2 0,-2 2 0,-1-2 0,-4-4 0,-4-7-1170,-15 12 1,-12-9 1763,-3-13 0,-11-1 0,2 1 0,12 3 273,15 4 0,8 3 0,8 0-2185,6 9 1,9 1 0,11-9 1037,16-13 1,12-10 0,0-11 0,-12-8 0,1-7 0,-4-3 0,-10 0 0,-1-14 0</inkml:trace>
  <inkml:trace contextRef="#ctx0" brushRef="#br0" timeOffset="27464">12282 11959 7533,'-9'40'273,"1"1"0,-1-1 0,0 0 0,9 9 0,5-1 0,1 0 0,-2 1 0,1 1 0,7-8 0,13-10 0,1 1 0</inkml:trace>
  <inkml:trace contextRef="#ctx0" brushRef="#br0" timeOffset="28312">12872 12012 8162,'13'-31'1092,"0"-1"0,-7 2 0,-11 7-415,-23 21 0,-16 13 0,3 8-48,12 5 1,3 7 0,1 4 0,0-2-293,-4-2 0,-3 0 1,7 0-1,14 2-945,18 5 1,15 3 0,7-3 0,3-12 607,8-14 0,6-12 0,2-2 0,-5 1 0,2-1 0,-1-2 0,-7-5 0,3-16 0,0-1 0</inkml:trace>
  <inkml:trace contextRef="#ctx0" brushRef="#br0" timeOffset="28605">13192 12030 7533,'-12'-22'3276,"5"-5"-1638,2 61 0,5 22-2531,8-8 1,6 0 892,-3-6 0,5-4 0,2-9 0,2-13 0,15-31 0</inkml:trace>
  <inkml:trace contextRef="#ctx0" brushRef="#br0" timeOffset="29139">13413 12136 8252,'14'0'3276,"-8"31"-615,3-47-2212,1-12 1,3-14 0,1-1 0,1 9 404,5 12 1,2 1-526,3-23 1,2-8 0,-5 29-30,-7 44 0,-3 24 0,-1 2-1393,0 1 1,-2 2 0,2-3 981,-1-9 1,0-3 0,0-2 0,1 7 0,3-15 0,11-37 0</inkml:trace>
  <inkml:trace contextRef="#ctx0" brushRef="#br0" timeOffset="29986">14005 12136 7533,'-26'0'3276,"8"0"-2126,37-7 1,11-2-972,-6-3 315,6-2 1,10-6 0,0-3 0,-10 0-45,-9-7 0,-5-3-91,8-10 1,2-6 0,-14 6-450,-20 6 0,-12 11-855,-23 15 1,-3 20 1214,17 21 0,4 17 0,4 2 427,3-10 0,1 2 0,5 1 0,7-2-427,9-1 0,6 1 0,5-3 0,4-10-1909,23-3 1,6-14-1,0-10 1,-1-10 1091,-12-10 1,-1-6 0,-8 7 0,-5 13 0,24-7 0</inkml:trace>
  <inkml:trace contextRef="#ctx0" brushRef="#br0" timeOffset="30459">14792 11853 7533,'-14'-33'1092,"1"0"0,-16 19 0,-4 8 546,1-1 0,1 8-282,2 15 0,9 9-277,25 15 1,15 5-900,1-9 0,6 2 0,-4-1-120,-6-5 0,-3 0 0,-5 2-1153,-8 12 1,-8 2 0,-8-6 1036,-7-16 0,-7-4 1,-2-4-1,-6 0 0,-3-3 1,1-5-1,-10-7 1,1 0-1</inkml:trace>
  <inkml:trace contextRef="#ctx0" brushRef="#br0" timeOffset="30786">13278 11589 7533,'-41'-18'584,"41"0"1,14 9 0,25 1-1</inkml:trace>
  <inkml:trace contextRef="#ctx0" brushRef="#br0" timeOffset="31030">12614 11553 7533,'-31'-1'0,"1"1"0,2 1 0,43 17 0</inkml:trace>
  <inkml:trace contextRef="#ctx0" brushRef="#br0" timeOffset="43943">5771 5098 7443,'13'-16'2338,"5"-4"-1708,-10-7 90,8 9-1170,-14 3 1439,3 20-539,-10-10-270,-2 20-360,-11-5 270,-12 8-90,4 2 0,-4 6 0,-2 0 30,0-3 0,-1-1 0,-1 4-30,3 0 0,0 4 0,-2 1 0,-1 2 0,0 0 75,1-4 0,-1 1 0,-2 1 0,1 0 0,1 0 0,1 1-286,2-1 0,2 2 1,0-1-1,1 1 0,-1 0 1,0-1 210,-2 0 0,1 0 0,-1 0 0,0 0 0,1 0 0,1 2-15,0 2 0,0 1 0,1 1 0,1-1 0,1-1 0,2-3 15,-1 2 0,4-4 0,-1 0 0,-2 4-30,-2 0 0,-3 5 0,-1 1 0,1 0 0,1-2 0,5-4 30,0 6 0,4-4 0,-4 5 60,2-4 0,-5 6 0,-1 2 0,0 1 0,3-4 0,4-7-60,5-2 0,4-4 0,-4 4-13,-1-1 0,-3 6 0,-3 3 0,-1 1 0,1 0 1,0-2-1,3-3-6,-3 5 1,3-3 0,0 0 0,-1 3 123,2-3 0,0 2 0,-1 2 0,0 1 0,2-1 0,0-2 20,0 3 1,0 0 0,1 0 0,2-2 0,2-1-36,1 0 0,1-1 0,2-1 0,1-3-30,0 2 0,2-4 0,0-3 1289,-3 19-4626,8-51 1120,0-20 2157,0 1 0,9-4 0,5-1 0,16-15 0</inkml:trace>
  <inkml:trace contextRef="#ctx0" brushRef="#br0" timeOffset="44847">3563 7691 7173,'-37'-20'1638,"49"50"0,13 18-546,-12-13 0,-1 2 0,2 1-684,4 0 0,4 1 1,-1 1-1,-3-2-348,-5 2 0,-2-1 0,-2-6 120,7 10-360,-7-12 1080,1-19 989,22-18-1597,-10-13 0,5-12 1,1-5-1,2-1-547,-2 3 0,3-2 0,0-1 0,1-2 1,-1 1-1,-1 2-401,0-1 1,-2 0-1,1 0 1,-1 1 0,0 1 648,3-2 1,4-3-1,-2 3 1,-8 4 0,-14 11-1,-19 7 1,-11 15 0</inkml:trace>
  <inkml:trace contextRef="#ctx0" brushRef="#br0" timeOffset="46671">3087 5627 7533,'-10'-28'2158,"-6"-5"-1258,14 13-270,-5 3 449,-1 32-989,6-1-113,-1 14 1,1 14-1,0 7 1,1-1 345,2-1 1,3 3 0,0 1 0,0 0 0,-1-3-167,-3 2 1,0-1-1,0-2 1,3-1-338,4 0 0,2 2 0,1-9 0,-4-23 90,-2-46-90,4-1 0,5-10 0,1-2 1,-2 5-1338,0-2 1,-1 2 1516,0 1 0,0-2 0,3 11-90,9 13 600,-12 36 0,-3 22 0,-1 0-630,0-1 0,0 1 0,0 0-973,2 3 1,-1 2 0,1-5 865,0 3 1,-3-10 0,-4-20 0,6-16 0</inkml:trace>
  <inkml:trace contextRef="#ctx0" brushRef="#br0" timeOffset="47496">3651 6121 7533,'-13'-23'1638,"-1"1"0,-4-21 123,10 23-2301,0 4-90,-9 24 630,-3 2-315,4 8 1,-1 5 718,-5 10 1,1 5 180,4 7 0,2 2-450,-3 1 0,11-6-315,40-5 225,-5-44 0,1-13 104,-4-4 1,0-5 0,-2-1 300,8-16 0,-9 8 269,-20 24-629,-8 57-225,0 2 1,2 3-1505,3-14 1,6-6 1580,28-4 0,-5-42 0,7-9 1</inkml:trace>
  <inkml:trace contextRef="#ctx0" brushRef="#br0" timeOffset="48046">4039 6015 7533,'-8'-26'3276,"-1"7"-2531,-13 7 1,-5 6-1016,-2 16 0,1 4 315,2-8 0,3 3-45,0 10 0,7 4 900,16 10-136,16-15 1,7 1-406,0 5 1,3 3 0,-3-2 45,4 0 0,-7 1-1080,-9 17 1,-16-3-965,-28-18 1,-10-5 1303,7 2 1,3-3 0,-6 0 0,59-16 0</inkml:trace>
  <inkml:trace contextRef="#ctx0" brushRef="#br0" timeOffset="50680">9599 4463 7533,'-25'9'90,"12"-1"1439,-9-23-900,19 3-629,-8-14-90,55 17 180,-22 1-135,9 4 0,12 3 0,5 0 1,-3-1 103,1-1 1,-1-1 0,8 1 97,-12 1 1,5 1-1,4-1 1,2 1-1,2 0 1,-1 0-1,-3 0 1,-3 0-335,0 1 1,-4-1 0,-1 1 0,0 0-1,3 0 1,5 1 221,-10 1 0,2-1 0,2 1 0,3 0 0,0 1 0,2-1 0,0 1 0,0 1 0,-1-1 0,-1 1 0,-1 0 0,-3 0-143,4 0 0,-2 2 0,-1-1 0,-1 1 0,-1 0 0,2 0 0,0 1 0,2 0 0,2 0 91,-3 0 0,1 0 0,1 0 0,2 1 0,0 0 0,2 0 0,-1 0 1,1 0-1,0 1 0,0-1 0,-1 1 0,-1 0 0,0-1-8,0 1 0,0 1 0,-1-1 0,1 1 0,-1-1 0,0 1 0,0 0 0,-1 0 0,1 0 0,0 0 0,0 1 0,0-1 30,0 0 0,1 1 0,-1 0 0,1 0 0,0 0 0,-1 0 0,1 0 0,-1 0 0,0 0 0,-1 1 0,0 0 0,0-1-176,1 2 1,0-1 0,1 1 0,-1 0 0,0 1 0,-1-1 0,-1 0 0,0 0 0,-3-1-1,0 0 1,-3-1 190,11 3 0,-4-1 0,-2-2 0,-1 1 0,1 2 0,3 1 37,-2 1 1,4 2-1,2 2 1,0 0-1,-2 0 1,-3-2-1,-5-1 1,-7-3-78,10 3 0,0 1-55,-10-3 1,8 2 0,5 3 0,2 1 0,-3-1 0,-5-1-1,-8-3-115,7 5 1,-5 1 535,7 0 0,4 3 0,-9-4 363,4 7-2238,-31-13-1758,-27 1 3666,6-12 1,-24 27-1,14-11 1</inkml:trace>
  <inkml:trace contextRef="#ctx0" brushRef="#br0" timeOffset="51613">15235 5292 6993,'-16'-26'629,"1"1"1,-4 1 540,2-23-721,21 35 1,19 18-180,11 19 0,5 11-240,-11-7 0,1 4 0,0-1 119,1 2 1,0 0 0,-3-2-15,3 1 0,-12-5 675,-23-5-1440,-34-23 720,-2 10 0,-8 4 67,10-3 1,-5 3-1,-2 0 1,1 0-136,0 0 1,0 0-1,0 1 1,1 1-91,4-1 1,0 1-1,2 0 1,3-3-1572,-15 1 1,23-2 1447,56 3 1,7 3 0,-9-4 0,-1 0 0</inkml:trace>
  <inkml:trace contextRef="#ctx0" brushRef="#br0" timeOffset="53167">12355 3545 4908,'0'-47'2338,"0"-2"-133,6 77-1486,-3 10 1,1 12-630,-3-15 0,-1 6 0,1 3 0,0 2 0,0-2 0,1-3-180,3 6 0,1-3 0,0 0 0,-1 1 201,-4 11 1,-3 5 0,3-8 0,9-25 203,14-28 0,3-16-154,-3-16 0,-2-12-305,-4 11 0,2-6 0,0-3 0,0 3 0,-2 4 384,-1-1 0,-2 4 0,5 8 1398,21 3 0,-4 18-1247,-23 28 1,-6 13-505,1-2 1,0 8-1,0-1 1,-1-7 112,-1-9 0,0-1 0,6 21 0,1-8 0,-4-31 0,13 23 0</inkml:trace>
  <inkml:trace contextRef="#ctx0" brushRef="#br0" timeOffset="53954">13192 4004 7533,'-12'-25'3276,"0"-19"-3115,4 20 0,-2 1-386,-11 0 0,-5 9-1414,-8 29 1,-2 9 1510,10-14 1,2 4 773,0 19 0,2 11 1,13-2-422,25 3 0,11-5-450,-8-6 0,6-6-45,13-4 0,4-18 809,-11-32 1,-3-17 0,-3 2 45,-5 8 0,-4 3 1053,-5-1 0,-5 13-2345,-11 46 0,-1 19-932,6-7 1,4 0 1584,4 0 1,7-13 0,29-37-1,-26-9 1,0 1 0</inkml:trace>
  <inkml:trace contextRef="#ctx0" brushRef="#br0" timeOffset="54571">13709 3916 9512,'4'-28'899,"-1"1"1,-20 1-1,-10 9-1169,-10 21 0,-4 13 630,9-1 0,-1 3 0,5 3 44,-3 11 1,17 3 554,33-2 1,19 1 0,-1-6-286,-3-12 1,0-1-765,1 4 0,2 3 0,-19-1-945,-40 5 1,-18-1-605,3-1 1,-2-1 1322,-1-1 0,6-3 0,12-4 0,36-16 0</inkml:trace>
  <inkml:trace contextRef="#ctx0" brushRef="#br0" timeOffset="84853">6387 9049 7533,'-24'-18'-450,"4"0"1439,-3 9 181,15 1-1170,-3 8 449,11 0-269,22 0 270,21 0-360,-18 1 0,4-2 202,8-4 0,9-4 1,2 0-1,-4 0-292,-3 2 0,-1 0 0,4-2-117,-8 1 0,3-2 0,3 0 0,2-2 0,1 1 0,-1-1 0,-2 0 222,5-1 0,-1 0 0,0 0 0,1-1 0,0 0 0,1 1-54,-2 1 0,-1 0 1,1 1-1,1-1 1,1 0-1,2 0 0,2-1-2,-9 2 0,3-1 0,1 0 0,2-1 0,0 0 0,1 1 1,0-1-1,-1 0 0,-1 1 0,-1 1 0,-1 0-215,-1 0 0,-1 1 0,-2 1 0,0-1 0,0 1 0,0 0 0,2 0 0,1-1 1,4-2 171,-6 2 0,2-1 1,3 0-1,1-1 1,1 0-1,1-1 0,0 1 1,1-1-1,-1 0 1,-1 1-1,-1-1 1,-1 1-1,-2 1 0,-2 0 4,6-2 0,-3 1 0,-2 1 0,-1-1 0,-1 1 0,1 0 0,0-1 0,3-1 0,3 0-23,-6 1 0,1 0 0,3-1 0,1 0 1,1-1-1,1 0 0,0 0 0,0 0 0,0 1 1,-2-1-1,0 0 0,-3 1 0,-1 1 1,-4 0 23,9-3 0,-4 2 0,-2 0 0,-2 1 1,-1-1-1,3 0 0,1-1 0,4-1 27,-8 2 1,2 0-1,1-1 1,3 0 0,0-1-1,1 0 1,1-1-1,-1 1 1,1-1 0,-1 1-1,-1-1 1,-2 1 0,0 0-1,-3 1-29,4-2 0,-2 1 0,-1 0 0,-1 0 0,-1 0 0,0 0 0,1 0 0,-1 0 0,2-1 0,0 0 7,2 0 0,1-1 1,1 0-1,1 0 1,0-1-1,0 1 0,-1-1 1,-1 1-1,0 0 1,-3 1-1,-1 0-243,8-3 1,-1 0-1,-1 1 1,-2 0-1,-2 1 1,-2 1-1,-1 0 227,1-1 0,-2 1 0,-2 1 0,-2 0 0,-3 1 60,4-1 0,-4 2 0,-2-2 120,5-6 0,-2-1 257,-2 4 0,-3-1-572,-7-3 0,-1 1 575,20-7-1070,-8 3 1686,9 7-3125,-22 0 2069,-3 16 0,-23 12 0,0 18 0</inkml:trace>
  <inkml:trace contextRef="#ctx0" brushRef="#br0" timeOffset="85830">13020 6844 7533,'-32'-4'224,"1"0"1,2 10 855,0-12-181,55-2 1,32-3-1,1-1-719,-19 1 0,1-1 0,1-1 0,2 0-54,1-2 0,2 0 0,2-1 0,-1-1 0,-2-1 107,-4 1 1,0-1 0,-1 0 0,-3 1 0,-4 1-1134,11-6 1,-7 3 719,-1-2 0,-14 11 540,-31 27-225,-5 12 0,-2 9 164,1 2 1,-1 5 0,1 1-1110,0 2 1,1 0 0,-1-1 29,1-6 0,1-1 1,0-3 779,2 2 0,-2-8 0,-22-5 0,10-8 0,1 1 0</inkml:trace>
  <inkml:trace contextRef="#ctx0" brushRef="#br0" timeOffset="88362">9709 8431 7533,'30'-15'899,"-14"11"675,6-22 0,-1-3-1214,-8 11 539,2-6 1,-2-1-720,-13 8-900,-25 15 1,-11 10 809,7 2 0,-2 5 0,-1 3 67,-3 2 0,-2 4 1,-1 2-1,5 2 158,4-1 0,3 3 0,3 0 0,2 2 194,-3 12 1,5 2 0,16-5-1380,24-9 1,15-5-1,0-3 870,5 1 0,3-7 0,-6-10 0,2-3 0,-5-4 0,10-9 0</inkml:trace>
  <inkml:trace contextRef="#ctx0" brushRef="#br0" timeOffset="89096">10079 8555 7533,'0'-26'1638,"0"1"0,-5-6 663,-2-11-3381,-28 40 1215,5 15 0,-1 8 314,-4 8 1,2 6-120,7 1 0,2 4 0,8-2-465,10 4 0,14-6 315,20-8 0,7-12-180,-8-14 0,1-10 45,1-9 0,4-7 0,-2-5 0,-8 1 179,-6-15 1,-5-2 285,4 9 0,0 1 0,-7 6-690,-17 1-540,-4 51 1,3 17-920,9 3 1,10 2 1620,2-11 0,6-1 1,2-12-1,5-15 0,1-10 1,6-16-1,-1-1 0</inkml:trace>
  <inkml:trace contextRef="#ctx0" brushRef="#br0" timeOffset="89645">10399 8502 7533,'-7'-45'3276,"-4"17"-1695,-7 60-1087,10-5 1,1 5-765,0 6 1,7-2-1,15-8 0,6-13 585,15-37 0,3-20 74,-13 14 1,-1-3 0,-2-1 419,3-7 1,-1-2 0,-11 12-271,-12 17-629,-2 18-810,-6 23 1,-1 15 0,9-6-740,20-14 1,3-2 200,-12 9 1,1-2 1437,12-11 0,-1-12 0,-8-30 0,2-5 0</inkml:trace>
  <inkml:trace contextRef="#ctx0" brushRef="#br0" timeOffset="90497">11014 8343 6993,'6'-31'1092,"0"-1"0,-13 4 0,-6 4 1479,-22-4-3201,-5 52 630,11-7 539,31 13 1,14 11 0,0 0-181,-2-4 1,2 0 0,-4 1-90,-1 1 0,-4 0 0,-6-2-1876,-16 11 0,-10-11 1606,3-22 0,-4-9 210,-9-9 0,-5-8 0,15 2-3487,21 5 2897,17-12 0,19 7 0,9 2 0,-4 1 0,0-1 0,0 1 0</inkml:trace>
  <inkml:trace contextRef="#ctx0" brushRef="#br0" timeOffset="91047">11211 8537 8882,'22'-33'1638,"4"8"0,3-3-751,-8 3 0,1-3 0,-4 1-977,7-13 0,-16 5 135,-26 15 0,-10 11 434,-2 16 1,-3 12 0,6 8 479,10 16 1,10 9-1,10-4-2052,11-16 1,8-3 0,4-2 1059,10 4 0,7-2 0,-2-13 0,7-16 0,-12-13 0,-26-11 0</inkml:trace>
  <inkml:trace contextRef="#ctx0" brushRef="#br0" timeOffset="96737">9094 11994 7533,'7'-9'3276,"-1"-7"-2325,-6 14-681,0-6-720,-6 16 540,-17 25 270,-10-1-180,0-8 0,-7 3 0,-2-4-270,6-9 0,-1-4 0,-5-1 153,1 1 1,-4 0 0,-3 0 0,-1-3 0,1-2 277,1-5 1,0-2 0,-1-2 0,0-1 0,-1 0-341,4 1 1,-1 0-1,0 0 1,0-1-1,0-1 1,0 0 43,3-2 0,1-1 0,1 0 0,-2-2 0,-2 0 0,-5-2-173,11 2 1,-3-1-1,-3 0 1,-2-2-1,-1 0 1,-1-1 0,0 0-1,0 0 1,2 0-1,1 1 1,3 0 0,3 0 75,-7-2 1,3 1-1,4 0 1,0 1 0,-1-2-1,-3-1 1,-4-2 102,10 5 0,-3-3 1,-3 0-1,-2-1 1,-2-1-1,0 0 0,-1-1 1,1 0-1,0 1 1,2-1-1,1 1 0,3 1 1,3 0-1,4 2 24,-10-7 0,5 2 0,4 1 0,1-1 0,-1 0 0,-4-3-8,1 1 1,-2-2-1,-2-1 1,0-1-1,-1-1 1,2 1-1,1 0 1,2 1-68,-4-5 0,1 1 0,2-1 0,1 1 0,1 1 0,1 1-18,-1 2 0,2 0 0,0 2 0,1-1 0,0-1 54,-1-2 0,0-1 0,0 0 0,1-1 0,3 1-358,1-4 0,1 0 0,3 1 0,1 2 412,2 5 0,1 3 0,0-3-30,-10-12 0,-1-3 0,7 5 210,2-6-990,3 18 734,4-19-3291,3 25 3349,5-1 1,1 0 0,1 1 0</inkml:trace>
  <inkml:trace contextRef="#ctx0" brushRef="#br0" timeOffset="97496">4886 10724 7533,'-36'-7'3276,"0"-27"-2390,23 8 1,2-7 0,1-2-775,2 0 1,1-3-1,1-2 1,0 0 112,-1-4 0,0-2 0,1 0 0,0 0-906,1 1 0,1-1 1,-1 1-1,2 5 771,-1 3 0,0 4 0,2 3 789,-3-8 1,10 11-386,30 28 1,15 12-1315,-6-10 1,6 0 0,2 0 0,-5 1 790,0 4 0,-2 1 0,-1 2 0,11 0 1,1 2-1,-28 2 0,-51 15 0</inkml:trace>
  <inkml:trace contextRef="#ctx0" brushRef="#br0" timeOffset="98580">5600 12047 7533,'-14'-11'655,"8"28"0,3 21 1,2 13-1,1 2 0,-1-7-395,-1 1 0,1-1 1,-1 0-1,1 4-807,1-8 1,0 4 0,0 1 0,0 0 0,0-3 0,-1-4 477,-2 17 1,-1-5-1,6-24 1,3-26 0,2-14-1</inkml:trace>
  <inkml:trace contextRef="#ctx0" brushRef="#br0" timeOffset="98863">5402 12629 7533,'14'-32'819,"1"-1"0,-1 0 0,18-1 0,9 2-431,-7 11 0,5-2 0,4 1 0,-1 2 1,-4 4-389,4 0 0,-4 4 0,0 5 0,16 1 0,-18 12 0,-39 13 0</inkml:trace>
  <inkml:trace contextRef="#ctx0" brushRef="#br0" timeOffset="99480">6055 12718 7353,'-9'26'1638,"0"1"0,-10 18 1638,5-26-3179,8-36 0,2-15-37,0-1 0,3-5 0,0-1 509,-1-3 1,2-1 0,6 5-750,17-5 0,10 13-1459,8 23 1,4 13 1119,-3 9 1,-2 9 0,-4 3 0,-11 3 0,-26 7 0</inkml:trace>
  <inkml:trace contextRef="#ctx0" brushRef="#br0" timeOffset="100013">6350 12700 8792,'20'-26'1638,"0"-1"0,-1-2-713,16 6 1,2-1-656,-18 2 0,-6-1 0,-9-26-900,-41 21 540,10 37 0,-5 14 0,3 4 449,4 4 1,2 4 0,7 3-240,5 7 0,6 4 0,13-8-1213,12-14 1,9-6 0,1-2 815,9 4 1,3-11 0,-5-21 0,2-10 0,-4-2 0,-8-3 0,1 1-1</inkml:trace>
  <inkml:trace contextRef="#ctx0" brushRef="#br0" timeOffset="100996">6830 12647 7982,'-3'-25'1638,"0"-1"0,-14-13 0,-8 28 0,-4 10-1811,-4 21 1,1 13 501,7-2 1,2 4 0,6 1-195,3 14 0,15-6-855,22-15 1,10-15 749,-6-23 0,3-13 0,-1 0 15,12 1 0,-5-5 434,-12-11 1,-4-7 0,-14 14 689,-15 18-2878,-1 37 1440,-9 9-811,15 6 1,6 11-1,11-15-559,17-22 1,5-14 398,-2-10 1,-1-14 1239,-8-9 0,-2-12 0,-2-5 0,-3 0 655,-6 8 0,-3-3 1,-1 0-1,-2 0 0,1 4 437,1-13 0,-2 3 0,1 15 811,-1 21-2559,-3 31 1,-2 23-1,-1 13 1,0 2 0,1-10 77,2-1 0,0-4 0,0 5-78,-1 3 1,1 9-1,-1 0 1,1-8 0,-1-16-2622,0-12 2995,-19-56 1374,8 0 0,2-9 0,4-3-273,4 1 0,3-3 0,6 1 0,9 9-591,10 12 0,8 6 1,3 4-1,-3 2 136,-2-3 0,-2 4 0,2 5 0,6 10 0,4 7 0,-3 2 0,-9 1 0,-1 8 0</inkml:trace>
  <inkml:trace contextRef="#ctx0" brushRef="#br0" timeOffset="115680">8380 3263 7533,'-26'0'1079,"9"0"900,17 0-900,67-15-1079,-34 11-224,5-9 1,11-7 0,3-2 367,-14 6 0,2-2 0,1 0 0,1 0 0,0 0-287,-2 0 1,0 1 0,0 0 0,2-1 0,2 0 0,2 0 172,-4 2 0,1 0 0,2-1 0,2 0 0,0 0 0,1 1 0,1 0 0,-1 0 0,0 2-12,-3 1 0,1 0 0,-1 1 0,2 1 0,-1 0 0,1 0 0,-1 0 0,1 0 0,0 0 0,0-1-148,0 0 1,1 0 0,-1-1 0,0 1-1,0-1 1,1 1 0,1-1 0,0 1 0,1 0-1,1 0 117,-8 2 0,1 0 0,1 1 0,0-1 1,1 1-1,0-1 0,1 1 0,0 0 0,0-1 1,0 1-1,0 0 0,0 0 0,-1-1 0,1 1-189,-1 0 1,0 0-1,0-1 1,0 1 0,0 0-1,1-1 1,-1 1-1,0 0 1,0 0 0,0 0-1,0 0 1,-1 1 0,0 0-1,0 0 209,4 0 1,-1 0-1,-1 0 1,0 1-1,-1-1 1,1 1-1,0 1 1,0-1-1,1 0 1,1 1 0,1 0-1,1 0 4,-5 0 0,1 1 0,1-1 1,1 1-1,1 0 0,1 0 0,0-1 1,0 2-1,0-1 0,-1 0 1,1 1-1,-1 0 0,-1 0 0,0 1 1,-2 0-1,-1 0-65,5 0 0,-2 1 0,0 1 0,-2-1 0,0 1 0,-1 1 0,0-1 0,1 1 0,0-1 1,2 1-1,0 0 0,2-1 54,-4 1 0,1 0 0,2-1 0,1 1 0,0 0 0,1 0 0,1 0 0,-1 0 0,1 0 0,-2 0 0,1 0 0,-2 0 0,-2 1 0,0-1 0,-3 0 0,-1 0-87,10 0 1,-3 0-1,-1 0 1,-3 0 0,0 0-1,-1 1 1,1-1 0,0 2-1,1-1 87,-2 1 0,0 0 0,1 1 0,0-1 0,0 1 0,-1 1 0,0-1 0,0 1 0,-1 0 0,-2 1-12,5 0 1,0 1 0,0 0 0,-2 1 0,0 0 0,-2 0 0,-1-1-1,-2 0 12,7 2 0,-5-2 0,0 1 0,2 0 0,7 1 37,-12-2 1,2 0-1,4 1 1,2 1-1,1 0 1,2 0-1,1 0 1,0-1 0,-1 1-1,0 0 1,-2-1-1,-1 0-46,2 0 0,-2 0 0,0-1 0,0 0 0,-1 0 0,0 0 0,1 0 0,1 1 0,0-1 0,3 2 9,-9-2 0,1 0 0,0 1 0,1-1 0,1 1 0,0 0 0,0 0 0,1 0 0,0 0 0,1 0 0,-1 1 0,1-1 0,-1 1 0,1 0-23,-3-1 1,1 0-1,0 1 1,1 0-1,0-1 1,0 1-1,0 0 1,0 0 0,1 0-1,-1 0 1,0 1-1,-1-1 1,0 1-1,0-1 1,-1 1-1,-1 0-19,5 1 1,-1 0-1,0 0 1,-1 1-1,-1-1 1,0 1-1,0 0 1,0 0 0,0 0-1,0 1 1,1-1-1,0 2 1,1-1 29,-3 0 0,0 0 0,1 1 0,0-1 0,1 1 0,-1 0 0,1 1 0,0-1 0,-1 1 0,0 0 0,0 0 0,-1 0 0,0 0 0,-1 0 0,-1 0 71,4 2 1,-2-1 0,0 1 0,0-1 0,-2 1 0,1 0 0,-1 1 0,0-1 0,1 1 0,0 1 0,1 1 0,1 0-16,-3-1 1,1 1-1,0 0 1,2 1 0,-1 1-1,1-1 1,0 2-1,0-1 1,0 1 0,-1 0-1,0 0 1,-1 0-1,-1 0 1,-1 0 0,-1-1-98,3 3 1,-2 0-1,-1 0 1,-1-1-1,0 1 1,-1 0-1,0 1 1,0-1-1,0 2 1,1-1-1,0 1 1,1 1 46,-2-2 0,0 1 0,0-1 0,1 2 0,1-1 0,0 1 0,0 0 0,-1 1 0,1 0 0,-1 0 0,0 0 0,-1 0 0,-1 0 0,-1 1 0,-1-1 1,4 4 0,-1 1 1,0-1-1,-2 1 0,0-1 1,0 1-1,-2 1 1,1-1-1,-1 1 0,-1 0 1,0 1-1,1 0 50,-2 0 0,1 0 0,-1 0 0,0 0 0,0 1 0,-1 0 0,-1 1 0,0 0 0,-1 1 0,-1 0 0,-2 1 0,0 1-23,-2 0 1,-1 2-1,-1 0 1,0 1-1,-2 1 1,0 0-1,-2 0 1,0 0-1,-1 1 1,-1 0-1,-1-1 1,0 0 38,-1 2 1,-1-1-1,-1-1 1,0 1-1,-1 0 1,-2 1-1,0-1 1,-2 2 0,-1 0-1,-1 1 1,-1 2 27,-2-4 1,-1 2 0,-1 0 0,-1 2 0,-2 1 0,0 0 0,-1 0 0,-1 1 0,0-1 0,-1 0 0,-2-1 0,1-1 0,-2 0 0,1-2-83,-2 1 1,-1-1-1,0 0 1,-1-2-1,0 1 1,-2-2-1,0 1 1,-2 0-1,-1 0 1,-1 1-1,-1 1 1,-2 0-25,2-7 0,0 1 1,-2 0-1,-1 1 1,-1 1-1,-1 0 0,0 0 1,-2 0-1,1 0 1,-2 1-1,0-2 0,0 1 1,0-1-1,0-1 1,-1 0-1,1-2 0,0 0 1,0-2 35,-5 5 0,1-2 0,-1 0 1,-1-1-1,0-1 0,0 0 1,-1-1-1,1-1 0,-1 0 1,1 0-1,0-1 0,0 0 0,0 0 1,1-1-20,-1 2 0,0 0 0,1-1 0,0-1 0,0 0 0,1 0 0,-1-1 0,-1 0 0,1 0 0,-1 0 0,-1-1 0,-1 1 48,1-1 0,-1-1 1,0 0-1,-1 1 1,0-1-1,0 0 1,-1-1-1,0 1 1,0-1-1,-1 0 0,0 0 1,0 0-1,0-1-90,-1 0 1,-1 0-1,0 0 1,0-1-1,-1 0 1,0 0-1,0 0 1,-1 0-1,1-1 1,-1 1 0,0 0-1,-1 0 1,1 0 17,4-2 0,-1 0 0,1 0 0,0 0 0,0 0 0,-1 0 0,1-1 0,-1 2 0,-1-1 0,0 0 0,-1 1 0,0 0 0,-1 0 0,-2 0 0,0 1 85,6-4 0,-2 1 1,-1 0-1,0 0 0,-1 1 1,-1 0-1,-1 0 0,0 1 1,0 0-1,-1-1 0,0 1 1,0 0-1,0-1 0,0 0 1,0 1-1,1-2 0,-1 1 1,2-1-1,-1-1 0,1 1 1,1-2-1,1 0-29,-4 2 1,0-1 0,1 0 0,0-1 0,0 0 0,1-1 0,-1 1 0,2-1 0,-1-1 0,0 1 0,0-1 0,1 0 0,-1 0 0,0 1 0,0-1 0,0 0 0,-1 1-65,1 0 0,-2 0 0,1 0 1,-1 0-1,1 0 0,-1 0 0,0-1 1,0 1-1,1 0 0,-1-1 1,1 0-1,0 0 0,0 0 0,1-1 1,0 0-1,1-1 0,0 0 50,-4 2 1,-1-1 0,0 1-1,1-1 1,0-1 0,1 1 0,0-2-1,0 1 1,2-1 0,0-1-1,2-1 1,1 0 0,1 0 173,-13 4 1,1 0 0,2-2 0,2-1 0,2 0-1,2-3 1,1-1-28,-7 1 0,4-4 0,1 0 0,0 1-165,1 4 0,0 2 0,2-1 0,3-1-30,-7 2 0,2-1 30,2 1 0,-2 0 0,1-6 0,-5-6 0,3-10 0,13-9 0,-1-1 0</inkml:trace>
  <inkml:trace contextRef="#ctx0" brushRef="#br0" timeOffset="116430">16515 11783 7533,'-5'-43'1529,"3"21"-2069,-42 38 420,9 5 0,-6 7 0,-2 3 300,10-7 0,-1 1 0,-1 1 0,-1 1 0,-1-1-90,-3 1 0,-2 1 0,0 0 0,1-1 0,4-2-90,2-3 0,2 0 0,3-3 0,2 0 674,-16 8 1,22-7 144,42-16 0,25-9 0,9-2 0,-3-1-989,-12 2 1,0-2-1,2 0 1,0 1-1,0 1 170,5 3 0,1 1 0,1 1 0,-2 0 0,-2 0 0,2-2 0,0-3 0,-6 4 0,-13 9 0,-13 38 0</inkml:trace>
  <inkml:trace contextRef="#ctx0" brushRef="#br0" timeOffset="117904">23258 4727 7982,'-19'-39'1638,"7"60"0,1 13-1207,6-10 0,2 5-431,0 7 0,0 9 0,0 2 0,1-3 60,1 6 0,2-1 0,-1-3-30,0-10 0,1-3 0,-2 0-120,0 9 0,-1-1 0,0-22-3187,0-25 3129,-3 12 0,16-29 1,3 3-1</inkml:trace>
  <inkml:trace contextRef="#ctx0" brushRef="#br0" timeOffset="118446">23234 4657 7533,'-2'-33'1638,"-1"1"0,29-5 0,-1 18 0,5 10-1364,9 24 1,5 15-1,-3 4-244,-8-4 0,-2 4 0,-4 2-60,-4 4 0,-4 3 0,-7-5 30,-6-9 0,-10-5-510,-20-6 1,-12-5-1,2-5 375,4-5 1,1-2-901,-14 6 1,5 2-2243,14-1 2457,17-6 1,46 6 0,-12-8 0</inkml:trace>
  <inkml:trace contextRef="#ctx0" brushRef="#br0" timeOffset="119011">23800 4921 10501,'-7'28'3276,"1"-42"-2689,3-15 0,2-11 0,0-1 72,0 6 1,0 0 0,2-1-780,0-8 0,2-2 0,4 7-150,3 10 1,6 9-1370,22 19 1,6 10 1527,-6-1 1,-1 3 0,0 9 0,-4 4 0,-14-2 0,0 1 0</inkml:trace>
  <inkml:trace contextRef="#ctx0" brushRef="#br0" timeOffset="119520">24120 4798 11940,'11'-18'2069,"30"-7"-2069,-13 11 0,4 0 0,0-1 90,0-4 0,-1-2 0,-6-2-90,-4-14 0,-11 1 0,-17-3 329,-20 39 1,-13 14 0,7 5 524,4 20 1,9 9-945,9-10 0,3 3 0,7-3-1259,10 7 0,12-9 1349,14-18 0,3-11 0,10-19 0,-25-5 0,-1-1 0</inkml:trace>
  <inkml:trace contextRef="#ctx0" brushRef="#br0" timeOffset="119970">24772 4621 7533,'-8'-36'1638,"0"0"0,-2-9-983,-13 54 1,1 13-251,17 2 0,3 5 164,-4 4 1,0 3 0,4-1-166,13 7 1,-4-4-405,-20-5 0,-9-3 0,-4-2 0,-4-5 0,1-12 0,0-2 0,5-2 0,1 1 0</inkml:trace>
  <inkml:trace contextRef="#ctx0" brushRef="#br0" timeOffset="120637">25252 4657 7533,'7'-31'1638,"0"1"0,-18-9-983,-28 27 1,-10 14-701,11 15 0,2 11 464,3 1 1,2 5 0,15 1-1513,24-1 1,13 1 0,2-2 883,0 8 0,7-10 1,11-17-1,9-10 0,-4-6 1,-4-13-1,0 1 0</inkml:trace>
  <inkml:trace contextRef="#ctx0" brushRef="#br0" timeOffset="121554">25400 4957 13559,'10'-45'0,"0"1"0,0 0 0,0 0 0,-2 0 0,1 3 0,3 3 180,6 2 0,4 3 0,3 12 90,13 15 0,2 13 944,-11 6 0,0 0-584,1-9 0,-7-6-2609,-19-6 180,-18 45 449,15 8 1,13-3 1304,17-21 0,5-15 465,-10-20 0,0-13 0,-1-6-277,-5 0 1,0-5 0,-1-4 0,-2 1 0,-3 2 126,2-10 0,-3 2 0,-10 12-2069,-16 14 1889,3 46 0,0 31 0,7 4-72,7-14 0,4 7 0,4 1 0,4-6 0,1-10 1466,17 3 0,3-21-675,3-33 1,-10-18-1800,-28 0 1,-13-7 0,-4 2 989,-8-6 0,-5 3 0,-1 20 0,-10 37 0,6 20 0,26 7 0,0-1 0</inkml:trace>
  <inkml:trace contextRef="#ctx0" brushRef="#br0" timeOffset="122465">26200 4780 8432,'34'-8'1092,"0"-1"0,0 1 0,9-4-325,-7 2 0,6-2 0,-10-5-722,-16-8 0,-8-3-45,-3-6 0,-8 1-405,-11 8 0,-6 11 585,-11 39 0,-2 17-135,8-21 0,5 5-45,8 12 0,6 7 0,13-9-1639,31-12 1,10-11 1472,-14 1 0,2-6 1,4-12-1,4-8 1,-5-5-1,-14-9 1,0 1-1,-1-1 1</inkml:trace>
  <inkml:trace contextRef="#ctx0" brushRef="#br0" timeOffset="123004">26939 4163 8612,'-10'-24'819,"0"1"0,3 40 0,1 23 0,1 3-649,2-2 1,2 5-1,0 2 1,0-1-149,-1 0 1,1 1-1,-1 0 1,1-3-1116,1 13 1,-1-3 0,-3-23-392,-3-28 1873,-14-26 1,-9-5 659,-5 23 1,-6 10-1,7 8-1204,10 14 0,9 6-1484,2 0 1,11 1 1540,17-4 1,10 0 0,2-11 0,5-15 0,-9-12 0,-29-20 0</inkml:trace>
  <inkml:trace contextRef="#ctx0" brushRef="#br0" timeOffset="123287">25633 4357 10411,'3'-39'90,"35"23"0,-3 26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4:06:33.567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11507 4039 6363,'-7'-9'2699,"-4"-7"-1530,9 14-269,-3-22 89,5 13-449,0-7 269,0 2 271,0 6-271,0 1-449,0 1-540,0 8-539,0 0 719,5 0 449,-3 8 811,9 25-1027,-8 2 1,-1 12 0,-2 7 0,1 2 0,0-5-641,0-10 1,1-2-1,-1 0 1,0 3 0,0 3 484,0-1 1,0 5 0,-1 3-1,1 1 1,-1 0 0,0-1 0,-1-2-1,-1-5 569,0 4 1,-2-3 0,0-2 0,0-2 0,1 0-536,-1 5 0,1-1 1,-1-2-1,-1-6-22,-3 6 0,-2-14 270,5-22-1439,-1-34-271,5-3-1927,-4-14 0,5 15 2801,0 11 1,16-7 0,5 5 0</inkml:trace>
  <inkml:trace contextRef="#ctx0" brushRef="#br0" timeOffset="1137">11432 4039 7443,'-23'-43'546,"44"32"0,20 2 0,14 4 0,4 4 0,-3 4 0,-12 6 273,-3 11 0,-5 6 0,-6 6 0,-6 2 0,-10 2 0,-8 5 0,-3 0 0,0 0-641,4-1 0,1 1 0,-6-2 0,-13-4 0,-20-7 0,-21-1 0,-9-4 0,4-3 0,14-5 1,27-5-1,43-9 0,0 0 0</inkml:trace>
  <inkml:trace contextRef="#ctx0" brushRef="#br0" timeOffset="4791">5563 8467 12210,'-13'-10'1889,"6"2"-720,2 0-629,-1 6-270,-12-37-270,-18 23 270,3-3 0,-7 5-181,-3 19 1,-6 9 0,3-2-135,1-8 0,0 2 81,11 7 0,-5 4 0,-1 4 0,2 1 0,4-1 204,-3 5 0,5 1 0,0 5 209,2 0 1,-2 4 0,1 4 0,2 1 0,5 0-1,2 4 1,5 1 0,4 1 0,4 1-458,6-6 1,2 1-1,4 1 1,2-2-1,3-3 308,6 8 0,5-5 0,8-4 82,4-10 0,7-3 1,3-3-1,-1-5-83,4-3 1,0-5 0,2-5-165,-5-1 0,1-4 0,1-2 0,-1-3-131,1-6 1,-1-3 0,-1-2 0,-4 0-125,-5 0 0,-4 0 0,-1-2-630,3-6 1,-1-2-1,-14 5-2527,-19 2 438,0 4 2839,-30 32 0,29-4 0,-4 13 0</inkml:trace>
  <inkml:trace contextRef="#ctx0" brushRef="#br0" timeOffset="9951">11445 13035 7713,'-7'-10'2788,"-4"-5"-1349,4 13-989,0-6 629,-4-8-629,5 4-1080,-23-21 90,7 24 1,-5 6 246,-4 8 1,-7 4 0,-1 4 0,0 0 584,4-2 0,0 1 1,0 1-1,-3 3 22,1 3 1,-4 3 0,0 1 0,0 2 0,2-1 0,6-1-315,-8 6 0,6-1 0,4 3 0,-1 5 0,3 3 0,17-4 135,24-6 0,16-3 89,7-6 1,10-1 0,4-1 0,-5-1-195,-4-1 0,-4-1 0,5 3 60,0 0 0,6 2 0,0 1 0,-3 3 0,-10 1-191,-8 7 1,-9 2 0,0 2 250,4 1 0,0 2 0,-14 2-719,-18 1 1,-15 3-1,-3-2 1,4-6 703,2 0 0,-4-4-68,1-4 1,-5 1-1,-4-3 1,-1-9 199,-2-11 1,-3-9 0,0-3 0,3-1-358,4 1 0,3-2 0,-3 0-730,-9-2 1,-7-1 0,4 1 0,14 0 557,9-3 0,20 24 0,22 10 0,1 1 0</inkml:trace>
  <inkml:trace contextRef="#ctx0" brushRef="#br0" timeOffset="13709">18816 7955 7533,'0'-27'2338,"0"-22"-1708,-6 33-180,5-23 719,-10 84-869,5-15 0,1 5 0,-1 6-262,1-6 1,0 5-1,-1 4 1,0 3-1,1-1 1,0-1-1,-1-2-49,0 6 1,1-2 0,-1-1 0,1 1 0,-1 1 69,1-2 1,-1 2 0,1 1 0,0-1 0,0-5 0,2-7-870,-1 13 1,3-14-1529,1-19 2338,0-33 0,-17 5 0,-3-4 0</inkml:trace>
  <inkml:trace contextRef="#ctx0" brushRef="#br0" timeOffset="14153">18053 8308 7533,'-26'-29'1638,"0"-1"0,17-3-983,23 12 0,15-4 1,9-1-1,4 1 0,1 2-246,-4 6 1,3 2-1,3 1 1,2 0-1,2 1 1,1 0 0,-1 0-1,-2-1-774,-3 0 1,0 0 0,1 0 0,-1 0 0,1-1 0,0 1 0,-1 1 0,1 0 0,-2 0-23,5 0 0,0 0 0,1 0 0,-1 1 0,-1 1 0,-2 0 0,-4 1 0,-3 1-433,6-2 1,-3 1 0,-5 3 0,-8 4 547,5 9 1,-22 3 0,-25 19 0</inkml:trace>
  <inkml:trace contextRef="#ctx0" brushRef="#br0" timeOffset="22341">10731 4657 7533,'18'-26'449,"6"-9"-89,-9 13 0,2-1 629,9-8 1,1 1-720,3-9 179,4 6-179,-34 33 0,-23 9-270,-10 17-90,-5-12 0,-5-1 45,1 5 0,-1 0 135,5-9 0,-2 0 0,-4 0-18,3 1 0,-3 2 0,-3 0 0,0 0 0,-1-1-104,6-3 1,0-1-1,-1 0 1,-1 1 0,-2 0-1,-2 3 7,8-1 1,-1 1-1,-3 2 1,-2 1-1,-1 0 1,1 0-1,-1 1 1,2-1-1,1-1 1,2-1-1,3-1-115,-8 1 0,4-3 0,2 0 1,1 0-1,-3 2 0,-3 2 122,7-1 0,-4 3 0,-2 1 0,-2 2 0,0 0 0,1 0 0,1-1 0,3-1 0,4-1 0,4-2 18,-5 2 0,6-3 0,1 1 0,-5 2-23,2 0 1,-3 2-1,-3 2 1,-1 0 0,-2 1-1,1 0 1,0 0-1,3-1-80,-2 1 0,0-1 0,2 0 1,-1 0-1,1 1 0,0 0 1,-1 0 102,-2 2 0,1 1 0,-1 0 0,0 0 0,1 1 0,-1 0 0,1 0 11,3-2 0,1 0 0,0 0 1,-1 1-1,1 0 0,0 0 0,1-1 1,0 1 13,-2 2 1,1 0 0,1 0-1,0 0 1,0 0 0,0 1 0,-2 0-15,2-1 0,-1 1 0,-1-1 1,0 2-1,1-1 0,-1 1 0,0 1 1,0-1 7,4 0 1,-1-1 0,0 1 0,1 1 0,-1-1 0,1 1 0,-1 0 0,2 0 0,-1 0 25,-3 4 0,0 0 0,0 0 0,0 0 0,1 0 0,1-1 0,1 0 0,2-2-45,-5 6 0,2-2 0,1-1 0,1 1 0,0 3 30,1-1 0,-1 3 0,0 1 0,1 0 0,2-1 0,2-4 15,-3 3 0,4-4 0,0 0 0,-1 1-9,4-3 0,0 1 0,0 1 0,0-2 0,1-1 144,-12 14 0,1-3 0,10-10-1799,11-12-1658,3-13 3061,22-23 1,14-9 0,14-1 0</inkml:trace>
  <inkml:trace contextRef="#ctx0" brushRef="#br0" timeOffset="22985">5698 6932 7533,'-7'-34'1394,"0"-1"0,-4 2-1169,10 52 0,2 17 14,0 2 1,-1 7 0,-1 5-45,-1-8 0,-2 6 0,0 2 0,-1 1 0,1-1 0,1-5-38,1 6 0,0-3 1,1-2-1,1 0 0,-2-3 1,-2 3-1,5-7 1,9-17 381,24-22 1,10-21-576,-10 0 0,5-8 0,2-4 0,0-1 1,-3 4-785,1 0 1,-1 0 0,-1 2 0,1 2 509,1 2 0,1-1 0,-2 5 0,-7 11 0,4 19 0,-44 29 0,1 0 0</inkml:trace>
  <inkml:trace contextRef="#ctx0" brushRef="#br0" timeOffset="24218">6510 4480 7533,'-4'-41'1638,"0"0"0,5 43-1351,2 21 0,0 20 0,0 7-47,0-7 0,-1 7 0,2 4 0,-1 1 0,2-4 0,-1-7-211,2 5 1,1-6 0,5-3-420,6-1 1,3-3-1,0-21 750,-6-35 0,0-20 0,4 10 134,19 15 1,-1 18-2134,-12 26 1,-5 15 1566,-2-4 1,-2 5-1,0-5 1,-3-5-1,0-13 1,3-24-1</inkml:trace>
  <inkml:trace contextRef="#ctx0" brushRef="#br0" timeOffset="25117">7273 4886 7533,'-3'-31'1092,"-1"-1"0,0 1 0,-3 2-950,-11-9-952,-14 49 1,-6 16 1168,3 4 1,1 8-90,12-9 0,0 4 0,3 2 0,7-3-151,6 4 1,7-2 0,8-7-120,12-7 0,7-12 180,4-21 0,3-13 0,-4-1-45,-1-2 0,-5-3 224,-2-5 1,-3-3 0,-13 18-540,-17 25 900,13 39-450,-9-10 0,1 3-1215,6 1 1,3-2-2333,9 6 3106,5-33 1,7 0 0,-1 2 0</inkml:trace>
  <inkml:trace contextRef="#ctx0" brushRef="#br0" timeOffset="25835">7753 4833 7533,'5'-34'1638,"1"-1"0,2-14-263,-4 21 0,-7 6-2050,-22 19 1,-7 11 449,5 5 0,1 4 360,-14 8 0,7 5 270,27-3 0,5-1-225,1 1 674,41-10 1,11-3-631,-29 0 1,-1 0-495,21 2 1,-13 5-451,-39 8 0,-16 1 0,-10-5 1,-5-3 719,-4 1 0,3-1 0,10-5 0,10-1 0,17 2 0</inkml:trace>
  <inkml:trace contextRef="#ctx0" brushRef="#br0" timeOffset="32426">10226 13705 7533,'-35'34'3276,"8"-13"-2949,4-17 1,-9-2 0,-8-3-1,-6-1 1,-5-3 0,-3-3-1,-3-1 1,-1-3 0,1-1-1,1-3-185,20 4 0,-2-2 1,0 0-1,-2-1 1,0-2-1,-1-1 1,-1-1-1,-1 0 1,0-2-1,-1-1 1,0 0-1,0-1 1,-1-2-1,0 1 0,0-2 1,0 0-1,0-1 1,0 0-1,1-1 1,0-1-1,0 0 1,0 0-1,1-1-245,7 4 1,-1-2-1,1 0 1,-1-1 0,0-2-1,1 0 1,-1-1-1,0-1 1,1 0 0,-1-1-1,0-1 1,1 0-1,-1 0 1,0-1 0,1 0-1,-1 0 1,0 0-1,1-1 1,-1 1 0,1 0-1,-1 0 1,1 0-1,0 0 1,-1 1 0,1 0-1,0 1 1,0 1-1,0-1 1,0 2 0,0 1-1,0 0 1,0 1 12,-4-3 1,-1 2 0,-1 0 0,1 1 0,-1 1 0,-1 1 0,1 0 0,0 1 0,0 0 0,-1 0 0,1 0 0,1 1 0,-1-1-1,1 0 1,1 0 0,0 0 0,0-1 0,1 0 0,1-1 0,1-1 0,1-1 0,0 0 0,2-2 0,0-1 0,2-1 115,-1-3 0,1-4 0,-1-2 0,0-3 1,1-1-1,-1-2 0,1-2 0,1 0 1,1-1-1,0 0 0,1 0 0,1 1 1,1 0-1,2 2 0,1 2 0,1 1 1,2 3-1,2 2 0,2 4 0,2 3 1,1 3-1,3 5 0,3 5 0,2 4 105,2-27 1,-7 11-1,-7-11 1,-1-3 0,6 7-1,14 17 1,41 20 0</inkml:trace>
  <inkml:trace contextRef="#ctx0" brushRef="#br0" timeOffset="34317">5796 10425 9332,'-19'0'3276,"1"-16"-2486,10-7 1,4-5-476,-1-14 0,3-6-158,2 8 0,1-3 1,1-3-1,0 2 0,0 3 1,-1 0-1,1 1 1,1 2-8,1-9 0,1 2 0,4 9 119,6 10 1,5 13 225,13 29 0,6 15-376,-1-3 1,3 4 0,-1-4-540,-10-8 1,0-3-1,0-3-673,8-2 1,1-3 0,-9-6-488,-6-9 1580,6-20 0,-10-3 0,-31 13 0,6-25 0</inkml:trace>
  <inkml:trace contextRef="#ctx0" brushRef="#br0" timeOffset="36092">5784 12594 7533,'0'-19'989,"0"-5"-89,0 22-181,0-14-449,0 14-180,0-5 360,0 22-226,0 8 1,0 5-165,-4 9 0,-3 5 0,1 1-60,2 2 0,-1 0 0,-1 6 90,1-12 0,-2 4 0,-1 2 0,0 0 0,1-2 0,1-5 180,0 9 0,1-5 0,0-2-1363,0-1 1,0-1 0,4-15-2108,4-19 3200,3-30 0,-1-13 0,0 4 0,2-10 0</inkml:trace>
  <inkml:trace contextRef="#ctx0" brushRef="#br0" timeOffset="36867">5821 12577 7533,'36'-3'819,"1"0"0,-42 26 0,-14 12 0,5 1-2278,20 7 1,-1 2 1458,-15 4 0,-8 2 0,-5-20 0,-8-31 0,10-8 0,53 8 0</inkml:trace>
  <inkml:trace contextRef="#ctx0" brushRef="#br0" timeOffset="38617">6153 12700 6993,'-20'6'3276,"3"37"-1638,16-14 0,2 1-1091,-1 9 0,0-15-8,0-30-89,2-20 0,2-14 0,1 2-181,3-6 1,3 0-300,2 5 0,3 0 0,3 9-375,6 13 1,2 10-1235,2 13 1,-2 4 1467,10 2 1,-30 37 0,-15-2 0</inkml:trace>
  <inkml:trace contextRef="#ctx0" brushRef="#br0" timeOffset="39268">6523 12682 8522,'0'-27'3276,"0"1"-1695,-6 9-2300,-12 15-720,-19 19 1349,8-3 135,5 15 0,3 5 1034,6 7-360,14 3 1,12-2-270,15-15 0,9-13-1,0-17 1,3-12 0,-3-6-151,-4-6 1,-3-7 0,-5-3-300,-1-3 0,-4-2 0,-13 3-750,-17 4 1,-11 4 0,-2 12-890,0 24 1,-3 6 1239,-8-9 1,8 6 0,27 22-1,13 3 1,22-4 0</inkml:trace>
  <inkml:trace contextRef="#ctx0" brushRef="#br0" timeOffset="40068">6855 12665 7533,'0'-36'989,"-6"1"-3591,-6 0 2872,3 15-90,-2 5 3096,11 46-1995,11 16-562,5-12 1,6 6 0,-2-5-451,-4-1 1,3-13-224,17-30 1,7-18 0,-9-3-1172,-20-1 1,-4-5 31,8-12 1,2-6 0,-3 20 436,-6 27 1,3 51-1,-2-14 1,1 1 0</inkml:trace>
  <inkml:trace contextRef="#ctx0" brushRef="#br0" timeOffset="40267">7186 12612 11490,'31'4'2879,"-16"17"-2879,-3 12 0,1 9 0,0-7 0,14 0 0,-2-5 0,-1-1 0</inkml:trace>
  <inkml:trace contextRef="#ctx0" brushRef="#br0" timeOffset="41218">7679 12347 8252,'0'-28'819,"0"-1"0,-1-4 0,-1-5 0,0 6 852,0-16-1356,-1 16 0,1 12 404,4 52 1,1 26-570,0-18 0,-1 3 0,0 3-150,1-1 0,0 4 0,0-1 0,1-4-270,-1-3 0,0-3 0,3-9-449,6-3 539,-16-50-540,-8-2 1,-6 7 854,-15 24 0,-2 11 1214,2 3 0,4 6-450,7 2 1,2 5 0,14-3 134,25 2 0,12-7-2673,3-16 1,4-7 1489,-4-2 0,3-4 1,-3-2-1,2-7 1,-5 0-1,11-1 1</inkml:trace>
  <inkml:trace contextRef="#ctx0" brushRef="#br0" timeOffset="42167">7974 12753 10861,'0'-18'1574,"21"2"0,7-1-1169,1-4 0,-2-3-720,-1-11 0,-2-1 135,-1 14 0,-11 3-540,-38-3 1,-15 13 449,7 35 0,0 12 1799,-8-8 0,11 3-437,32 1 0,11 3 0,2-4-931,-5-6 0,6-7-191,25-7 0,13-9 0,-6-5 30,-13-8 0,-4-2 0,4 5 0,-4 0 0,2 1 0</inkml:trace>
  <inkml:trace contextRef="#ctx0" brushRef="#br0" timeOffset="42751">8651 12594 7533,'5'-30'1638,"1"-1"0,-3-16 0,-27 33 0,-7 9-1316,1 14 0,0 9-382,-4 3 0,-1 4 0,16 2 1184,32 6 0,16 0-614,-7-9 0,4-1 0,2-3 59,5-5 1,2-2 0,-10 2-3719,-11 22 1530,-48-1-20,-6-18 1,0-3 1153,11-3 0,-6-20 0,18-22 0</inkml:trace>
  <inkml:trace contextRef="#ctx0" brushRef="#br0" timeOffset="43067">7409 12330 7533,'-24'-13'341,"1"0"1,9-6 0,10-7 0,44 8 0</inkml:trace>
  <inkml:trace contextRef="#ctx0" brushRef="#br0" timeOffset="53501">11322 8079 7982,'6'-10'3276,"-11"10"-2261,-2 29 1,0 14-207,-2-10 1,-1-1-135,0 4 0,2-15-765,9-42 0,2-19 202,-1 3 1,1-7-1,1-3 1,1 3 314,4 1 0,1 1 0,1 1 1,2 2-578,0-10 0,2 2 0,7 16-570,20 23 1,5 18 719,-14 2 0,-1 6 0,-1 1 0,4 5 0,-2-1 0,-6-8 0,1 1 0</inkml:trace>
  <inkml:trace contextRef="#ctx0" brushRef="#br0" timeOffset="55034">11838 8149 11940,'37'-16'809,"0"1"1,-7 5 0,-1-4-1020,8-14 0,1-8 0,-12 2 120,-18-13 405,-35 15 0,-14 13-195,10 30 0,-1 15 0,1 4 239,-3 4 1,2 5 0,12 2-180,14 2 0,12 3 0,9-6-1273,15-7 1,10-7 0,0-7 814,9-7 1,0-10 0,-14-5 0,0-4 0,-6-3 0,12-15 0</inkml:trace>
  <inkml:trace contextRef="#ctx0" brushRef="#br0" timeOffset="55968">12491 8114 11670,'-18'-26'1799,"-12"-1"-2024,7 14 1,-4 6 358,-9 18 1,-1 10 674,1 4 1,6 9-151,15-1 1,4 5 0,10-4-345,12 2 0,11-13-585,22-24 0,6-21 660,-18-8 0,-3-8 0,-4 2-1020,0-3 0,-12 17-449,-41 61 1603,16-7 1,0 12 0,0 7 0,-1 3-1,2-2 1,0-5-166,-1-4 1,0-2 0,1-1 0,1-1 0,3 2-252,-1 8 0,1 7 0,3-3 0,4-12 0,8-20-18,18-32 0,8-19-910,-8 6 1,3-5 0,1-2 0,-3 3 441,0-1 1,-1 1-1,0 1 1,3-5 0,1 0-1,-11 19 1,-13 31-1</inkml:trace>
  <inkml:trace contextRef="#ctx0" brushRef="#br0" timeOffset="56518">12749 8237 7533,'-3'-36'1638,"0"0"0,-4 14 1638,-21 60-2492,17-6 0,4 8 1,9-5-1235,17 0 0,10-13 540,0-17 0,3-14 729,-1-15 0,3-14 0,-3-5 0,-5 5 781,-3-10 0,-4 6-2949,-2 16 0,0 15 1349,-3 36 0,-2 27 0,1-2 0,-1-12 0,0-1 0,5 0 0,5-7 0,0 1 0,0-1 0,1 0 0</inkml:trace>
  <inkml:trace contextRef="#ctx0" brushRef="#br0" timeOffset="57235">13328 8220 7533,'19'-26'1484,"-2"2"0,0-3-1124,5-14-90,2-2 1888,-18 35-1079,-13 32 1,-4 17-2025,0 5 1,7 2 944,19-1 0,7-6 0,2 0 0,14-56 0,-1-1 0</inkml:trace>
  <inkml:trace contextRef="#ctx0" brushRef="#br0" timeOffset="57867">13561 8290 11041,'-1'36'3276,"30"-72"-2486,-10 15 1,3-3-1181,2-1 0,4-2 1,3 5 389,8 7 0,3 5 0,-3 1 1124,0 0 0,-2-1-1124,5-3 0,-16-2-450,-41-4 1,-12 5 674,2 20 0,-1 10 224,-6 10 1,9 10-270,19 6 0,11 6 0,7-6-1350,11-7 1,9-10 1169,-3-14 0,4-7 0,-1-5 0,6-8 0,-2-7 0,-3-9 0,-1 1 0</inkml:trace>
  <inkml:trace contextRef="#ctx0" brushRef="#br0" timeOffset="58351">14447 8043 7533,'-3'-45'3276,"-28"18"0,-12 27-2595,21 14 1,8 7 532,22 15 1,13 6-766,-5-9 1,3 1 0,-5-1-945,-5 15 1,-10-3-1145,-5-12 1,-10-6 1389,-20-9 1,-4-12-1,13-11 1,4-6 0,2-8-1</inkml:trace>
  <inkml:trace contextRef="#ctx0" brushRef="#br0" timeOffset="58668">13586 7743 7533,'-36'-29'819,"43"13"0,20 21 0,0 0 0</inkml:trace>
  <inkml:trace contextRef="#ctx0" brushRef="#br0" timeOffset="91418">6153 9172 6543,'41'6'315,"0"0"0,7 0-225,-11-11 0,12-4 0,6-3 0,-1 0 0,-7 1 29,0-1 1,-5 1 0,11 1-394,-18 4 1,6 1 0,5 0 0,4-1 0,2 1 0,2 0 0,0 0 0,1 0 0,-3 1 0,-2-1 0,-3 1 0,-6 0-5,9-2 1,-7 1 0,-3 1 0,1-1 0,4 1 0,7 0 266,-14 2 0,4 1 1,4-1-1,2 1 1,4 0-1,1 0 0,1 0 1,2 0-1,0 0 1,-1 1-1,0-1 1,-1 0-1,-3 1 0,-1-1 1,-4 0-1,-3 0 1,-4 0 85,18-2 0,-9 0 0,-4 1 0,0-1 0,5 0 0,8 1-47,-20 1 0,4 0 1,2 0-1,3 1 1,3-1-1,1 1 0,2-1 1,2 1-1,-1-1 1,1 1-1,0 0 0,-1-1 1,0 1-1,-3 0 1,-1-1-1,-2 1 1,-3-1-1,-3 1 0,-4-1-41,15 0 0,-7-1 0,-5 0 1,0 1-1,0-1 0,5 1 0,8 0-2,-15 1 1,4 0 0,4 0 0,3 0 0,2 1 0,2-1-1,1 1 1,2 0 0,0-1 0,1 1 0,-1 0 0,0 1-1,-2-1 1,-1 0 0,-2 0 0,-2 1 0,-4-1 0,-2 1 0,-5-1 39,15 2 1,-8-1 0,-4 1-1,-1 0 1,0 1 0,5-1-1,7 1-20,-13-2 0,3 1 0,4-1 0,2 1 0,3 0 0,1 0 0,2 0 0,0 0 0,2 0 0,-1 0 0,0 0 0,-2 0 0,0 0 0,-2 0 0,-2 0 0,-3 0 0,-3-1 0,-4 1-31,16 0 0,-6 0 1,-5 0-1,-2 0 1,2 0-1,4 0 0,6 0 41,-15-1 1,3 1 0,2-1 0,2 1 0,2-1 0,1 1 0,2 0 0,0-1 0,1 1 0,0 0 0,-1-1 0,1 0 0,-2 1 0,-1-1-1,-1-1 1,-2 1 0,-2-1 8,9 1 1,-3-2-1,0 1 1,-2-1 0,-1 0-1,0 0 1,-1 0-1,1 0 1,0 0 0,1 1-1,1-1-24,-1 1 0,0 0 0,1 1 0,-1-1 0,1 1 0,0-1 0,1 1 0,-1-1 0,1 1 0,1-1 0,-1 0 0,1 0-26,-3-1 0,2 1 1,1-1-1,1 0 0,0 0 1,1 0-1,-1 0 0,0 0 1,-2 0-1,0-1 0,-3 1 1,-2 0-1,-2 0 0,-3 0 26,13 0 0,-7 0 0,-2 0 0,-2 0 0,4 0 0,5 0 15,-11 0 0,4 1 0,3-1 0,2 1 0,2 0 0,-1 0 0,1-1 0,-1 1 0,-2 0 0,-3 0 0,-2-1 0,-5 1-15,14-1 0,-6 1 0,-4-1 0,2 0 0,4 1 22,-7-1 1,2 1-1,2 1 1,1-1-1,0 0 1,0 0 0,-2 0-1,-3 0 241,11-1 1,-3 0 0,-1-1 0,0 1 0,-1 1-300,-2 0 0,0 0 0,0 1 0,-2 0 0,-1-1 36,0 0 0,-1 0 0,-1-1 0,-2 0-30,5 1 0,-3-1 0,-1-1 1467,7-2 1,-2-3-1258,-10-2 0,0-2 0,-1 2 238,5 1 1,-1 2-1949,5-1 1,-6 5 1529,-11 10 0,-43 1 0,-22-2 0</inkml:trace>
  <inkml:trace contextRef="#ctx0" brushRef="#br0" timeOffset="92101">17376 8872 7533,'15'-37'359,"15"23"1,14 5 0,3 7-198,-8 5 0,3 6 0,2 2 0,1 2 0,1-2-192,-3-3 0,2 0 0,1-1 0,0 2 0,-2 0 0,-3 3 30,1 1 0,-1 2 0,-2 1 0,-4 1 0,-8 2 359,9 18 1,-24 0-300,-33-14 0,-20-4 0,-9 2-90,17-7 0,-5 1 0,-5 1 0,-3 0 0,-2 0 0,1 0 0,1 1 0,2 0 0,5-1-133,-3 4 0,4 0 0,2 0 0,0 0 0,-1 0 0,-4 0 1,0-3-1,-4 1 0,-3-1 0,0 0 0,1 0 0,3 1 0,6-1 1,6 1-1,3 10 0,-1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10399-CDF7-3EB8-B91E-A8D74123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0DD39-6385-A983-EC34-E28BE563E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080BA-A69F-8DF1-BFA5-3F7E35635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24483-1755-7A4A-150B-FEBEF68B30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21DF9-CBB2-77AA-681F-4EBF0CC93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1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3, 5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6B4127-BD14-E70B-7635-0A912EEB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C5A242-B5D5-15D5-0BDB-05D6D88E9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Last week, we: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Understood and practiced how to write logic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Understood how logic programming are solved by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Extended our understanding of logic to include variable, predicates, and quantifiers (first order logic)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This week we will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Review the exercises on first order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Understand how to solve first order logic problems using logic programming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Introduce the idea of a knowledge graph and build a simple example</a:t>
            </a:r>
          </a:p>
        </p:txBody>
      </p:sp>
    </p:spTree>
    <p:extLst>
      <p:ext uri="{BB962C8B-B14F-4D97-AF65-F5344CB8AC3E}">
        <p14:creationId xmlns:p14="http://schemas.microsoft.com/office/powerpoint/2010/main" val="122471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FB8B-25BA-1979-20DB-F3C0F91F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0067" cy="632219"/>
          </a:xfrm>
        </p:spPr>
        <p:txBody>
          <a:bodyPr/>
          <a:lstStyle/>
          <a:p>
            <a:r>
              <a:rPr lang="en-US" dirty="0"/>
              <a:t>Recap of 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3251D-EEF1-EA33-5638-E708B9D5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7C245D-EE58-DEF8-BAC7-49B61CC8F90A}"/>
                  </a:ext>
                </a:extLst>
              </p14:cNvPr>
              <p14:cNvContentPartPr/>
              <p14:nvPr/>
            </p14:nvContentPartPr>
            <p14:xfrm>
              <a:off x="488160" y="1066680"/>
              <a:ext cx="7828920" cy="3366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7C245D-EE58-DEF8-BAC7-49B61CC8F9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60" y="1050480"/>
                <a:ext cx="7861320" cy="33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20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 dirty="0"/>
              <a:t>Solutions to 1.13 Exercises 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9FC80-D746-656F-2C53-34E1A582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27E8F8-2008-E8E7-7112-E2A32F32AB80}"/>
                  </a:ext>
                </a:extLst>
              </p14:cNvPr>
              <p14:cNvContentPartPr/>
              <p14:nvPr/>
            </p14:nvContentPartPr>
            <p14:xfrm>
              <a:off x="279360" y="935640"/>
              <a:ext cx="8714160" cy="330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27E8F8-2008-E8E7-7112-E2A32F32A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160" y="919440"/>
                <a:ext cx="8746560" cy="33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12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8DC1-07EA-227A-B1D4-BB5E15A4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5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25B6B-63D2-4394-F252-60710713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87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762E-8602-FD1C-D034-74CB9C7D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4E65-C342-DF9D-23D9-2538ED9F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851265" cy="632219"/>
          </a:xfrm>
        </p:spPr>
        <p:txBody>
          <a:bodyPr/>
          <a:lstStyle/>
          <a:p>
            <a:r>
              <a:rPr lang="en-US" dirty="0"/>
              <a:t>First Order Logic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892CB-BED0-B7EE-C699-7A8069B545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We have developed an understanding of how to express systems of propositions as a logic program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How do we extend this to First Order Logic?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619A0-8A54-628E-75D4-8672184B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9B68E-D723-A71A-3CCC-ED0D338D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2024500"/>
            <a:ext cx="59309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2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8AAB-5C02-9A12-F098-EB04234A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367FD-B14B-BB26-CE8D-65DD15B8C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3600" dirty="0"/>
              <a:t>Open 1.14 First Order Logic in </a:t>
            </a:r>
            <a:r>
              <a:rPr lang="en-US" sz="3600" dirty="0" err="1"/>
              <a:t>Kanren</a:t>
            </a:r>
            <a:r>
              <a:rPr lang="en-US" sz="3600" dirty="0"/>
              <a:t> </a:t>
            </a:r>
            <a:r>
              <a:rPr lang="en-US" sz="3600" dirty="0" err="1"/>
              <a:t>nocode.ipynb</a:t>
            </a:r>
            <a:r>
              <a:rPr lang="en-US" sz="3600" dirty="0"/>
              <a:t> and code along.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1FAC8-73EF-7A4B-8FA5-72C9BA6E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5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0CE6-3C99-F04E-240B-3F8EFB77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F9B22-7772-7A7E-0D79-A0A0EBFA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Now try yourself</a:t>
            </a:r>
          </a:p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3600" dirty="0"/>
              <a:t>1.15 Exercises First Order Logic </a:t>
            </a:r>
            <a:r>
              <a:rPr lang="en-US" sz="3600" dirty="0" err="1"/>
              <a:t>Kanren.ipynb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B76CD-7403-0F79-7FAB-27BCD29B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564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/>
              <a:t>Graph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B0EB6-F325-968A-A7F4-1980D6EB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4981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3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intensive, requiring extensive subject matter expertise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 programming not intuitive to most programmers used to other paradigms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746C-ECCF-2ECB-5D57-EF6581BF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755D-D1BA-584D-9D8D-7C875CE9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5BC0-F3E9-D82B-A3B7-3EB45B9B0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order logic overcomes some of these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Explicitly models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Introduces a notion of “types” through variable domains which prevents for example:</a:t>
            </a:r>
          </a:p>
          <a:p>
            <a:pPr lvl="1"/>
            <a:b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Teaches(“T. Rex”, “ECS8052”)</a:t>
            </a:r>
            <a:endParaRPr lang="en-GB" sz="2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EB29D-0FC7-75D9-203F-195E7FC9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F85EBA4F-1E06-C9B9-5E81-89552B01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55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05161" cy="632219"/>
          </a:xfrm>
        </p:spPr>
        <p:txBody>
          <a:bodyPr/>
          <a:lstStyle/>
          <a:p>
            <a:r>
              <a:rPr lang="en-US" dirty="0"/>
              <a:t>A Knowledge Base in 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683AF2-80E1-5148-CD86-151C9F5A3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258055" cy="5750147"/>
          </a:xfrm>
        </p:spPr>
        <p:txBody>
          <a:bodyPr>
            <a:noAutofit/>
          </a:bodyPr>
          <a:lstStyle/>
          <a:p>
            <a:r>
              <a:rPr lang="en-GB" sz="1800" dirty="0"/>
              <a:t>Student(Alice)</a:t>
            </a:r>
          </a:p>
          <a:p>
            <a:r>
              <a:rPr lang="en-GB" sz="1800" dirty="0"/>
              <a:t>Student(Bob)</a:t>
            </a:r>
          </a:p>
          <a:p>
            <a:r>
              <a:rPr lang="en-GB" sz="1800" dirty="0"/>
              <a:t>Student(Chen)</a:t>
            </a:r>
          </a:p>
          <a:p>
            <a:r>
              <a:rPr lang="en-GB" sz="1800" dirty="0"/>
              <a:t>Professor(Diana)</a:t>
            </a:r>
          </a:p>
          <a:p>
            <a:r>
              <a:rPr lang="en-GB" sz="1800" dirty="0"/>
              <a:t>Professor(Edward)</a:t>
            </a:r>
          </a:p>
          <a:p>
            <a:r>
              <a:rPr lang="en-GB" sz="1800" dirty="0"/>
              <a:t>Professor(Faye)</a:t>
            </a:r>
          </a:p>
          <a:p>
            <a:r>
              <a:rPr lang="en-GB" sz="1800" dirty="0"/>
              <a:t>Course(AI)</a:t>
            </a:r>
          </a:p>
          <a:p>
            <a:r>
              <a:rPr lang="en-GB" sz="1800" dirty="0"/>
              <a:t>Module(ECS8050)</a:t>
            </a:r>
          </a:p>
          <a:p>
            <a:r>
              <a:rPr lang="en-GB" sz="1800" dirty="0"/>
              <a:t>Module(ECS8051)</a:t>
            </a:r>
          </a:p>
          <a:p>
            <a:r>
              <a:rPr lang="en-GB" sz="1800" dirty="0"/>
              <a:t>Module(ECS8052)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Alice,AI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Bob,AI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Chen,AI</a:t>
            </a:r>
            <a:r>
              <a:rPr lang="en-GB" sz="1800" dirty="0"/>
              <a:t>)</a:t>
            </a:r>
          </a:p>
          <a:p>
            <a:r>
              <a:rPr lang="en-GB" sz="1800" dirty="0"/>
              <a:t>Teaches(Diana,ECS8050)</a:t>
            </a:r>
          </a:p>
          <a:p>
            <a:r>
              <a:rPr lang="en-GB" sz="1800" dirty="0"/>
              <a:t>Teaches(Edward,ECS8051)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6B9846-6A57-56A5-5789-3AF9EA10CAC0}"/>
              </a:ext>
            </a:extLst>
          </p:cNvPr>
          <p:cNvSpPr txBox="1">
            <a:spLocks/>
          </p:cNvSpPr>
          <p:nvPr/>
        </p:nvSpPr>
        <p:spPr>
          <a:xfrm>
            <a:off x="5831542" y="1107853"/>
            <a:ext cx="4117130" cy="575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Teaches(Faye,ECS8052)</a:t>
            </a:r>
          </a:p>
          <a:p>
            <a:r>
              <a:rPr lang="en-GB" sz="1800" dirty="0"/>
              <a:t>Requires(AI,ECS8050)</a:t>
            </a:r>
          </a:p>
          <a:p>
            <a:r>
              <a:rPr lang="en-GB" sz="1800" dirty="0"/>
              <a:t>Requires(AI,ECS8051)</a:t>
            </a:r>
          </a:p>
          <a:p>
            <a:r>
              <a:rPr lang="en-GB" sz="1800" dirty="0"/>
              <a:t>Requires(AI,ECS8052)</a:t>
            </a:r>
          </a:p>
          <a:p>
            <a:r>
              <a:rPr lang="en-GB" sz="1800" dirty="0"/>
              <a:t>Passed(Alice,ECS8050)</a:t>
            </a:r>
          </a:p>
          <a:p>
            <a:r>
              <a:rPr lang="en-GB" sz="1800" dirty="0"/>
              <a:t>Passed(Alice,ECS8051)</a:t>
            </a:r>
          </a:p>
          <a:p>
            <a:r>
              <a:rPr lang="en-GB" sz="1800" dirty="0"/>
              <a:t>Passed(Alice,ECS8052)</a:t>
            </a:r>
          </a:p>
          <a:p>
            <a:r>
              <a:rPr lang="en-GB" sz="1800" dirty="0"/>
              <a:t>Passed(Bob,ECS8050)</a:t>
            </a:r>
          </a:p>
          <a:p>
            <a:r>
              <a:rPr lang="en-GB" sz="1800" dirty="0"/>
              <a:t>Passed(Bob,ECS8052)</a:t>
            </a:r>
          </a:p>
          <a:p>
            <a:r>
              <a:rPr lang="en-GB" sz="1800" dirty="0"/>
              <a:t>Passed(Chen,ECS8050)</a:t>
            </a:r>
          </a:p>
          <a:p>
            <a:r>
              <a:rPr lang="en-GB" sz="1800" dirty="0"/>
              <a:t>Passed(Chen,ECS8051)</a:t>
            </a:r>
          </a:p>
          <a:p>
            <a:r>
              <a:rPr lang="en-GB" sz="1800" dirty="0"/>
              <a:t>Passed(Chen,ECS8052)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EF59B-97B9-D2F9-5330-377E45014DC2}"/>
              </a:ext>
            </a:extLst>
          </p:cNvPr>
          <p:cNvSpPr txBox="1"/>
          <p:nvPr/>
        </p:nvSpPr>
        <p:spPr>
          <a:xfrm>
            <a:off x="5063744" y="5657671"/>
            <a:ext cx="5314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This is a Graph!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Unary Predicates correspond to nodes in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Binary Predicates correspond to directed edges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2374-0917-7503-433C-3B2C21EC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9AD3-8044-713B-54EA-6E56CA0F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05161" cy="632219"/>
          </a:xfrm>
        </p:spPr>
        <p:txBody>
          <a:bodyPr/>
          <a:lstStyle/>
          <a:p>
            <a:r>
              <a:rPr lang="en-US" dirty="0"/>
              <a:t>A Simple Knowledge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3FA24-8D31-8CC5-2A68-2BA13B3F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D0712-7307-C222-5351-810E65550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250385"/>
            <a:ext cx="9087543" cy="5349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F5E06F-9D44-5891-81AD-4000ABD15577}"/>
                  </a:ext>
                </a:extLst>
              </p14:cNvPr>
              <p14:cNvContentPartPr/>
              <p14:nvPr/>
            </p14:nvContentPartPr>
            <p14:xfrm>
              <a:off x="3353400" y="3168720"/>
              <a:ext cx="3739680" cy="319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F5E06F-9D44-5891-81AD-4000ABD155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7200" y="3152520"/>
                <a:ext cx="3772080" cy="322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07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2C6F2-C688-F6C4-906A-EFD19E13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353" y="1336580"/>
            <a:ext cx="6504486" cy="43432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336580"/>
            <a:ext cx="5492262" cy="4894155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in the graph represent "things" (entities).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Edges in the graph represent relationships between the entities.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and Edges can have a </a:t>
            </a:r>
            <a:r>
              <a:rPr lang="en-GB" sz="2000" i="1" dirty="0">
                <a:solidFill>
                  <a:schemeClr val="tx2"/>
                </a:solidFill>
              </a:rPr>
              <a:t>type</a:t>
            </a:r>
            <a:r>
              <a:rPr lang="en-GB" sz="2000" dirty="0">
                <a:solidFill>
                  <a:schemeClr val="tx2"/>
                </a:solidFill>
              </a:rPr>
              <a:t> that specified the nature of the entity or relationship.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Structure is governed by a "grammar" or </a:t>
            </a:r>
            <a:r>
              <a:rPr lang="en-GB" sz="2000" i="1" dirty="0">
                <a:solidFill>
                  <a:schemeClr val="tx2"/>
                </a:solidFill>
              </a:rPr>
              <a:t>schema</a:t>
            </a:r>
            <a:r>
              <a:rPr lang="en-GB" sz="2000" dirty="0">
                <a:solidFill>
                  <a:schemeClr val="tx2"/>
                </a:solidFill>
              </a:rPr>
              <a:t>/</a:t>
            </a:r>
            <a:r>
              <a:rPr lang="en-GB" sz="2000" i="1" dirty="0">
                <a:solidFill>
                  <a:schemeClr val="tx2"/>
                </a:solidFill>
              </a:rPr>
              <a:t>ontology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and Edges can have attributes (properties).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The graph is properly normalised, with each entity and relationship represented only once.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The graph is explicit and declarative, and has intrinsic meaning.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Readable by both humans and machines.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Scales efficiently, often to millions of nodes.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BF2F84-3388-50B4-0FEA-2885159F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30154" cy="632219"/>
          </a:xfrm>
        </p:spPr>
        <p:txBody>
          <a:bodyPr/>
          <a:lstStyle/>
          <a:p>
            <a:r>
              <a:rPr lang="en-US" dirty="0"/>
              <a:t>Another Example of an Ontology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01431-1B0E-AEC3-49BA-977F9219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F3028-DDA4-5C1C-DAC9-08788B38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164" y="1013638"/>
            <a:ext cx="6416622" cy="58044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CEBE9A-7CDE-BC75-BC86-78DC04364FAE}"/>
                  </a:ext>
                </a:extLst>
              </p14:cNvPr>
              <p14:cNvContentPartPr/>
              <p14:nvPr/>
            </p14:nvContentPartPr>
            <p14:xfrm>
              <a:off x="5577840" y="4886280"/>
              <a:ext cx="11160" cy="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CEBE9A-7CDE-BC75-BC86-78DC04364F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8480" y="4876920"/>
                <a:ext cx="2988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182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</a:p>
          <a:p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Graphs: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Relationships are represented directly,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Naturally normalised and human-readable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Entities that are related to each other are close in the graph.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/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/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C0C1-A02E-EADA-A917-05569EE3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873A-DDD8-BB4F-9570-0DDE0789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permit easy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BEFD6-6B5E-7661-1738-2F18301152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Student(</a:t>
            </a:r>
            <a:r>
              <a:rPr lang="en-GB" i="1" dirty="0">
                <a:solidFill>
                  <a:schemeClr val="tx2"/>
                </a:solidFill>
              </a:rPr>
              <a:t>s</a:t>
            </a:r>
            <a:r>
              <a:rPr lang="en-GB" dirty="0">
                <a:solidFill>
                  <a:schemeClr val="tx2"/>
                </a:solidFill>
              </a:rPr>
              <a:t>)∧Module(</a:t>
            </a:r>
            <a:r>
              <a:rPr lang="en-GB" i="1" dirty="0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)∧∃</a:t>
            </a:r>
            <a:r>
              <a:rPr lang="en-GB" i="1" dirty="0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:[Course(</a:t>
            </a:r>
            <a:r>
              <a:rPr lang="en-GB" i="1" dirty="0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)∧Enrolled(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)∧Requires(</a:t>
            </a:r>
            <a:r>
              <a:rPr lang="en-GB" i="1" dirty="0" err="1">
                <a:solidFill>
                  <a:schemeClr val="tx2"/>
                </a:solidFill>
              </a:rPr>
              <a:t>c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)∧¬Passed(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)⟹</a:t>
            </a:r>
            <a:r>
              <a:rPr lang="en-GB" dirty="0" err="1">
                <a:solidFill>
                  <a:schemeClr val="tx2"/>
                </a:solidFill>
              </a:rPr>
              <a:t>OutstandingRequirements</a:t>
            </a:r>
            <a:r>
              <a:rPr lang="en-GB" dirty="0">
                <a:solidFill>
                  <a:schemeClr val="tx2"/>
                </a:solidFill>
              </a:rPr>
              <a:t>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0092C-D94F-ABAE-E469-FFE64F87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8A72B-6A67-EA0B-CF37-50D840AD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787" y="1570958"/>
            <a:ext cx="5400426" cy="49056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41E882-F181-0ADD-6BA3-0505E5B9272C}"/>
                  </a:ext>
                </a:extLst>
              </p14:cNvPr>
              <p14:cNvContentPartPr/>
              <p14:nvPr/>
            </p14:nvContentPartPr>
            <p14:xfrm>
              <a:off x="7411680" y="2716560"/>
              <a:ext cx="2549160" cy="58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41E882-F181-0ADD-6BA3-0505E5B927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5480" y="2700360"/>
                <a:ext cx="2581560" cy="6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1073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F0DE6-E52C-404B-8365-349AB5B21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2.01 Exercises Designing a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87E56A-8793-511B-BCCD-69D0CBE74F3C}"/>
                  </a:ext>
                </a:extLst>
              </p14:cNvPr>
              <p14:cNvContentPartPr/>
              <p14:nvPr/>
            </p14:nvContentPartPr>
            <p14:xfrm>
              <a:off x="615960" y="786240"/>
              <a:ext cx="9082440" cy="3839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87E56A-8793-511B-BCCD-69D0CBE74F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760" y="770040"/>
                <a:ext cx="9114840" cy="38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2746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71CB-1A33-FE60-C63D-A81F85E5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B02D59-8DFE-E50E-99DC-07CBC217496B}"/>
                  </a:ext>
                </a:extLst>
              </p14:cNvPr>
              <p14:cNvContentPartPr/>
              <p14:nvPr/>
            </p14:nvContentPartPr>
            <p14:xfrm>
              <a:off x="1684800" y="1409760"/>
              <a:ext cx="5329080" cy="370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B02D59-8DFE-E50E-99DC-07CBC21749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8600" y="1393560"/>
                <a:ext cx="5361480" cy="37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4556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87C4-D776-A5E9-16FF-05B29B57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in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1BF9F-CDCD-99CA-7B0D-2DD1842F8B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provides mechanisms for defining graph-like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now explore 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move to more sophisticated platforms, but this provides a good bridge across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2.03 A Simple Knowledge Graph in </a:t>
            </a: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nocode.ipynb</a:t>
            </a:r>
            <a:r>
              <a:rPr lang="en-US" sz="2400" dirty="0">
                <a:solidFill>
                  <a:schemeClr val="tx2"/>
                </a:solidFill>
              </a:rPr>
              <a:t> and code along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759C3-C61A-5BA0-873C-5A70D5E8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84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4CB4-25FB-66E0-BBA2-A394F79C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33A6-D91A-69F7-4A90-6E594466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in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64461-473B-706F-3A0B-8852A6ACE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provides mechanisms for defining graph-like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now explore 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move to more sophisticated platforms, but this provides a good bridge across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2.03 A Simple Knowledge Graph in </a:t>
            </a: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nocode.ipynb</a:t>
            </a:r>
            <a:r>
              <a:rPr lang="en-US" sz="2400" dirty="0">
                <a:solidFill>
                  <a:schemeClr val="tx2"/>
                </a:solidFill>
              </a:rPr>
              <a:t> and code along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Now you have a go: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2.04 Exercises on Simple Knowledge </a:t>
            </a:r>
            <a:r>
              <a:rPr lang="en-US" sz="2400" dirty="0" err="1">
                <a:solidFill>
                  <a:schemeClr val="tx2"/>
                </a:solidFill>
              </a:rPr>
              <a:t>Graph.ipynb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F9E4A-3BA1-8853-77A6-CFBB1204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18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8123</TotalTime>
  <Words>1004</Words>
  <Application>Microsoft Macintosh PowerPoint</Application>
  <PresentationFormat>Widescreen</PresentationFormat>
  <Paragraphs>206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Office Theme</vt:lpstr>
      <vt:lpstr>MSc Artificial Intelligence</vt:lpstr>
      <vt:lpstr>Recap</vt:lpstr>
      <vt:lpstr>Recap of First Order Logic</vt:lpstr>
      <vt:lpstr>PowerPoint Presentation</vt:lpstr>
      <vt:lpstr>PowerPoint Presentation</vt:lpstr>
      <vt:lpstr>PowerPoint Presentation</vt:lpstr>
      <vt:lpstr>PowerPoint Presentation</vt:lpstr>
      <vt:lpstr>First Order Logic Programming</vt:lpstr>
      <vt:lpstr>PowerPoint Presentation</vt:lpstr>
      <vt:lpstr>PowerPoint Presentation</vt:lpstr>
      <vt:lpstr>Graph Representations of Knowledge</vt:lpstr>
      <vt:lpstr>A look back at knowledge bases</vt:lpstr>
      <vt:lpstr>Limitations of Knowledge Bases</vt:lpstr>
      <vt:lpstr>Limitations of Knowledge Bases</vt:lpstr>
      <vt:lpstr>Overcoming these Limitations</vt:lpstr>
      <vt:lpstr>A Knowledge Base in First Order Logic</vt:lpstr>
      <vt:lpstr>A Simple Knowledge Graph</vt:lpstr>
      <vt:lpstr>What is a Knowledge Graph</vt:lpstr>
      <vt:lpstr>A simple example</vt:lpstr>
      <vt:lpstr>Another Example of an Ontology</vt:lpstr>
      <vt:lpstr>What’s wrong with a Relational DB?</vt:lpstr>
      <vt:lpstr>Graphs permit easy inference</vt:lpstr>
      <vt:lpstr>PowerPoint Presentation</vt:lpstr>
      <vt:lpstr>PowerPoint Presentation</vt:lpstr>
      <vt:lpstr>PowerPoint Presentation</vt:lpstr>
      <vt:lpstr>Graphs in Kanren</vt:lpstr>
      <vt:lpstr>Graphs in Kanren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2</cp:revision>
  <dcterms:created xsi:type="dcterms:W3CDTF">2024-11-07T11:06:47Z</dcterms:created>
  <dcterms:modified xsi:type="dcterms:W3CDTF">2026-10-05T14:10:28Z</dcterms:modified>
</cp:coreProperties>
</file>