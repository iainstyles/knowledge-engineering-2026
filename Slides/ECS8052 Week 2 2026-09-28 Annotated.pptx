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4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5.xml" ContentType="application/vnd.openxmlformats-officedocument.presentationml.notesSlide+xml"/>
  <Override PartName="/ppt/ink/ink15.xml" ContentType="application/inkml+xml"/>
  <Override PartName="/ppt/notesSlides/notesSlide6.xml" ContentType="application/vnd.openxmlformats-officedocument.presentationml.notesSlide+xml"/>
  <Override PartName="/ppt/ink/ink16.xml" ContentType="application/inkml+xml"/>
  <Override PartName="/ppt/notesSlides/notesSlide7.xml" ContentType="application/vnd.openxmlformats-officedocument.presentationml.notesSlide+xml"/>
  <Override PartName="/ppt/ink/ink17.xml" ContentType="application/inkml+xml"/>
  <Override PartName="/ppt/notesSlides/notesSlide8.xml" ContentType="application/vnd.openxmlformats-officedocument.presentationml.notesSlide+xml"/>
  <Override PartName="/ppt/ink/ink18.xml" ContentType="application/inkml+xml"/>
  <Override PartName="/ppt/notesSlides/notesSlide9.xml" ContentType="application/vnd.openxmlformats-officedocument.presentationml.notesSlide+xml"/>
  <Override PartName="/ppt/ink/ink19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20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21.xml" ContentType="application/inkml+xml"/>
  <Override PartName="/ppt/notesSlides/notesSlide14.xml" ContentType="application/vnd.openxmlformats-officedocument.presentationml.notesSlide+xml"/>
  <Override PartName="/ppt/ink/ink22.xml" ContentType="application/inkml+xml"/>
  <Override PartName="/ppt/notesSlides/notesSlide15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49"/>
  </p:notesMasterIdLst>
  <p:handoutMasterIdLst>
    <p:handoutMasterId r:id="rId50"/>
  </p:handoutMasterIdLst>
  <p:sldIdLst>
    <p:sldId id="389" r:id="rId2"/>
    <p:sldId id="405" r:id="rId3"/>
    <p:sldId id="295" r:id="rId4"/>
    <p:sldId id="406" r:id="rId5"/>
    <p:sldId id="328" r:id="rId6"/>
    <p:sldId id="407" r:id="rId7"/>
    <p:sldId id="408" r:id="rId8"/>
    <p:sldId id="423" r:id="rId9"/>
    <p:sldId id="411" r:id="rId10"/>
    <p:sldId id="409" r:id="rId11"/>
    <p:sldId id="360" r:id="rId12"/>
    <p:sldId id="361" r:id="rId13"/>
    <p:sldId id="362" r:id="rId14"/>
    <p:sldId id="404" r:id="rId15"/>
    <p:sldId id="382" r:id="rId16"/>
    <p:sldId id="384" r:id="rId17"/>
    <p:sldId id="385" r:id="rId18"/>
    <p:sldId id="387" r:id="rId19"/>
    <p:sldId id="395" r:id="rId20"/>
    <p:sldId id="396" r:id="rId21"/>
    <p:sldId id="398" r:id="rId22"/>
    <p:sldId id="397" r:id="rId23"/>
    <p:sldId id="399" r:id="rId24"/>
    <p:sldId id="400" r:id="rId25"/>
    <p:sldId id="401" r:id="rId26"/>
    <p:sldId id="412" r:id="rId27"/>
    <p:sldId id="375" r:id="rId28"/>
    <p:sldId id="376" r:id="rId29"/>
    <p:sldId id="377" r:id="rId30"/>
    <p:sldId id="335" r:id="rId31"/>
    <p:sldId id="378" r:id="rId32"/>
    <p:sldId id="413" r:id="rId33"/>
    <p:sldId id="379" r:id="rId34"/>
    <p:sldId id="419" r:id="rId35"/>
    <p:sldId id="420" r:id="rId36"/>
    <p:sldId id="421" r:id="rId37"/>
    <p:sldId id="425" r:id="rId38"/>
    <p:sldId id="424" r:id="rId39"/>
    <p:sldId id="422" r:id="rId40"/>
    <p:sldId id="414" r:id="rId41"/>
    <p:sldId id="415" r:id="rId42"/>
    <p:sldId id="416" r:id="rId43"/>
    <p:sldId id="410" r:id="rId44"/>
    <p:sldId id="417" r:id="rId45"/>
    <p:sldId id="418" r:id="rId46"/>
    <p:sldId id="380" r:id="rId47"/>
    <p:sldId id="403" r:id="rId48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FDE60D-B62A-8045-A938-768EC53912AE}" v="8" dt="2026-09-28T16:11:27.1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80" autoAdjust="0"/>
    <p:restoredTop sz="94845" autoAdjust="0"/>
  </p:normalViewPr>
  <p:slideViewPr>
    <p:cSldViewPr snapToGrid="0" snapToObjects="1" showGuides="1">
      <p:cViewPr varScale="1">
        <p:scale>
          <a:sx n="72" d="100"/>
          <a:sy n="72" d="100"/>
        </p:scale>
        <p:origin x="232" y="1048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44" d="100"/>
          <a:sy n="144" d="100"/>
        </p:scale>
        <p:origin x="479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in Styles" userId="befbdaae-53f8-4d26-a8dc-3366b09f768a" providerId="ADAL" clId="{5E0D2633-D8F6-500D-A7FC-C9CB56BC4BFB}"/>
    <pc:docChg chg="undo custSel addSld delSld modSld sldOrd delSection modSection">
      <pc:chgData name="Iain Styles" userId="befbdaae-53f8-4d26-a8dc-3366b09f768a" providerId="ADAL" clId="{5E0D2633-D8F6-500D-A7FC-C9CB56BC4BFB}" dt="2026-09-28T16:11:27.104" v="2977"/>
      <pc:docMkLst>
        <pc:docMk/>
      </pc:docMkLst>
      <pc:sldChg chg="add">
        <pc:chgData name="Iain Styles" userId="befbdaae-53f8-4d26-a8dc-3366b09f768a" providerId="ADAL" clId="{5E0D2633-D8F6-500D-A7FC-C9CB56BC4BFB}" dt="2026-09-20T12:42:40.165" v="1738"/>
        <pc:sldMkLst>
          <pc:docMk/>
          <pc:sldMk cId="2638281172" sldId="295"/>
        </pc:sldMkLst>
      </pc:sldChg>
      <pc:sldChg chg="addSp add">
        <pc:chgData name="Iain Styles" userId="befbdaae-53f8-4d26-a8dc-3366b09f768a" providerId="ADAL" clId="{5E0D2633-D8F6-500D-A7FC-C9CB56BC4BFB}" dt="2026-09-28T09:21:07.833" v="2964"/>
        <pc:sldMkLst>
          <pc:docMk/>
          <pc:sldMk cId="1330158202" sldId="328"/>
        </pc:sldMkLst>
        <pc:inkChg chg="add">
          <ac:chgData name="Iain Styles" userId="befbdaae-53f8-4d26-a8dc-3366b09f768a" providerId="ADAL" clId="{5E0D2633-D8F6-500D-A7FC-C9CB56BC4BFB}" dt="2026-09-28T09:21:07.833" v="2964"/>
          <ac:inkMkLst>
            <pc:docMk/>
            <pc:sldMk cId="1330158202" sldId="328"/>
            <ac:inkMk id="3" creationId="{046BAC2F-C632-D1E8-E6A0-08EAF8BD1B9E}"/>
          </ac:inkMkLst>
        </pc:inkChg>
      </pc:sldChg>
      <pc:sldChg chg="add">
        <pc:chgData name="Iain Styles" userId="befbdaae-53f8-4d26-a8dc-3366b09f768a" providerId="ADAL" clId="{5E0D2633-D8F6-500D-A7FC-C9CB56BC4BFB}" dt="2026-09-20T13:11:25.883" v="2383"/>
        <pc:sldMkLst>
          <pc:docMk/>
          <pc:sldMk cId="2387415900" sldId="335"/>
        </pc:sldMkLst>
      </pc:sldChg>
      <pc:sldChg chg="addSp">
        <pc:chgData name="Iain Styles" userId="befbdaae-53f8-4d26-a8dc-3366b09f768a" providerId="ADAL" clId="{5E0D2633-D8F6-500D-A7FC-C9CB56BC4BFB}" dt="2026-09-28T12:06:25.902" v="2965"/>
        <pc:sldMkLst>
          <pc:docMk/>
          <pc:sldMk cId="3309252680" sldId="361"/>
        </pc:sldMkLst>
        <pc:inkChg chg="add">
          <ac:chgData name="Iain Styles" userId="befbdaae-53f8-4d26-a8dc-3366b09f768a" providerId="ADAL" clId="{5E0D2633-D8F6-500D-A7FC-C9CB56BC4BFB}" dt="2026-09-28T12:06:25.902" v="2965"/>
          <ac:inkMkLst>
            <pc:docMk/>
            <pc:sldMk cId="3309252680" sldId="361"/>
            <ac:inkMk id="5" creationId="{559F7E38-535C-DC4A-920F-A9E837EE6A66}"/>
          </ac:inkMkLst>
        </pc:inkChg>
      </pc:sldChg>
      <pc:sldChg chg="addSp add">
        <pc:chgData name="Iain Styles" userId="befbdaae-53f8-4d26-a8dc-3366b09f768a" providerId="ADAL" clId="{5E0D2633-D8F6-500D-A7FC-C9CB56BC4BFB}" dt="2026-09-28T15:16:30.798" v="2967"/>
        <pc:sldMkLst>
          <pc:docMk/>
          <pc:sldMk cId="0" sldId="375"/>
        </pc:sldMkLst>
        <pc:inkChg chg="add">
          <ac:chgData name="Iain Styles" userId="befbdaae-53f8-4d26-a8dc-3366b09f768a" providerId="ADAL" clId="{5E0D2633-D8F6-500D-A7FC-C9CB56BC4BFB}" dt="2026-09-28T15:16:30.798" v="2967"/>
          <ac:inkMkLst>
            <pc:docMk/>
            <pc:sldMk cId="0" sldId="375"/>
            <ac:inkMk id="5" creationId="{9E28F8EC-B8B3-8089-AB2C-2EA491093849}"/>
          </ac:inkMkLst>
        </pc:inkChg>
      </pc:sldChg>
      <pc:sldChg chg="modSp add">
        <pc:chgData name="Iain Styles" userId="befbdaae-53f8-4d26-a8dc-3366b09f768a" providerId="ADAL" clId="{5E0D2633-D8F6-500D-A7FC-C9CB56BC4BFB}" dt="2026-09-20T13:34:56.043" v="2485" actId="20577"/>
        <pc:sldMkLst>
          <pc:docMk/>
          <pc:sldMk cId="4143986112" sldId="376"/>
        </pc:sldMkLst>
        <pc:spChg chg="mod">
          <ac:chgData name="Iain Styles" userId="befbdaae-53f8-4d26-a8dc-3366b09f768a" providerId="ADAL" clId="{5E0D2633-D8F6-500D-A7FC-C9CB56BC4BFB}" dt="2026-09-20T13:34:56.043" v="2485" actId="20577"/>
          <ac:spMkLst>
            <pc:docMk/>
            <pc:sldMk cId="4143986112" sldId="376"/>
            <ac:spMk id="3" creationId="{00000000-0000-0000-0000-000000000000}"/>
          </ac:spMkLst>
        </pc:spChg>
      </pc:sldChg>
      <pc:sldChg chg="add">
        <pc:chgData name="Iain Styles" userId="befbdaae-53f8-4d26-a8dc-3366b09f768a" providerId="ADAL" clId="{5E0D2633-D8F6-500D-A7FC-C9CB56BC4BFB}" dt="2026-09-20T13:11:25.883" v="2383"/>
        <pc:sldMkLst>
          <pc:docMk/>
          <pc:sldMk cId="492829823" sldId="377"/>
        </pc:sldMkLst>
      </pc:sldChg>
      <pc:sldChg chg="addSp delSp add mod">
        <pc:chgData name="Iain Styles" userId="befbdaae-53f8-4d26-a8dc-3366b09f768a" providerId="ADAL" clId="{5E0D2633-D8F6-500D-A7FC-C9CB56BC4BFB}" dt="2026-09-28T15:16:30.798" v="2967"/>
        <pc:sldMkLst>
          <pc:docMk/>
          <pc:sldMk cId="1723573332" sldId="378"/>
        </pc:sldMkLst>
        <pc:inkChg chg="add">
          <ac:chgData name="Iain Styles" userId="befbdaae-53f8-4d26-a8dc-3366b09f768a" providerId="ADAL" clId="{5E0D2633-D8F6-500D-A7FC-C9CB56BC4BFB}" dt="2026-09-28T15:16:30.798" v="2967"/>
          <ac:inkMkLst>
            <pc:docMk/>
            <pc:sldMk cId="1723573332" sldId="378"/>
            <ac:inkMk id="5" creationId="{DE6BBD71-65BC-ED4C-921B-440378D8B9EC}"/>
          </ac:inkMkLst>
        </pc:inkChg>
      </pc:sldChg>
      <pc:sldChg chg="addSp delSp add mod">
        <pc:chgData name="Iain Styles" userId="befbdaae-53f8-4d26-a8dc-3366b09f768a" providerId="ADAL" clId="{5E0D2633-D8F6-500D-A7FC-C9CB56BC4BFB}" dt="2026-09-28T15:16:30.798" v="2967"/>
        <pc:sldMkLst>
          <pc:docMk/>
          <pc:sldMk cId="1568652430" sldId="379"/>
        </pc:sldMkLst>
        <pc:inkChg chg="add">
          <ac:chgData name="Iain Styles" userId="befbdaae-53f8-4d26-a8dc-3366b09f768a" providerId="ADAL" clId="{5E0D2633-D8F6-500D-A7FC-C9CB56BC4BFB}" dt="2026-09-28T15:16:30.798" v="2967"/>
          <ac:inkMkLst>
            <pc:docMk/>
            <pc:sldMk cId="1568652430" sldId="379"/>
            <ac:inkMk id="5" creationId="{496DF7B4-AA4E-7544-3CDF-A5CFCDC4C69B}"/>
          </ac:inkMkLst>
        </pc:inkChg>
      </pc:sldChg>
      <pc:sldChg chg="modSp add mod">
        <pc:chgData name="Iain Styles" userId="befbdaae-53f8-4d26-a8dc-3366b09f768a" providerId="ADAL" clId="{5E0D2633-D8F6-500D-A7FC-C9CB56BC4BFB}" dt="2026-09-20T13:44:15.171" v="2794" actId="20577"/>
        <pc:sldMkLst>
          <pc:docMk/>
          <pc:sldMk cId="3707850439" sldId="380"/>
        </pc:sldMkLst>
        <pc:spChg chg="mod">
          <ac:chgData name="Iain Styles" userId="befbdaae-53f8-4d26-a8dc-3366b09f768a" providerId="ADAL" clId="{5E0D2633-D8F6-500D-A7FC-C9CB56BC4BFB}" dt="2026-09-20T13:44:15.171" v="2794" actId="20577"/>
          <ac:spMkLst>
            <pc:docMk/>
            <pc:sldMk cId="3707850439" sldId="380"/>
            <ac:spMk id="3" creationId="{FF52B2ED-7D52-F1C3-6166-6059749EC5A9}"/>
          </ac:spMkLst>
        </pc:spChg>
      </pc:sldChg>
      <pc:sldChg chg="addSp">
        <pc:chgData name="Iain Styles" userId="befbdaae-53f8-4d26-a8dc-3366b09f768a" providerId="ADAL" clId="{5E0D2633-D8F6-500D-A7FC-C9CB56BC4BFB}" dt="2026-09-28T13:55:53.646" v="2966"/>
        <pc:sldMkLst>
          <pc:docMk/>
          <pc:sldMk cId="1276179479" sldId="382"/>
        </pc:sldMkLst>
        <pc:inkChg chg="add">
          <ac:chgData name="Iain Styles" userId="befbdaae-53f8-4d26-a8dc-3366b09f768a" providerId="ADAL" clId="{5E0D2633-D8F6-500D-A7FC-C9CB56BC4BFB}" dt="2026-09-28T12:06:25.902" v="2965"/>
          <ac:inkMkLst>
            <pc:docMk/>
            <pc:sldMk cId="1276179479" sldId="382"/>
            <ac:inkMk id="6" creationId="{5E151380-F2A9-F331-DA46-EBBF33A495DA}"/>
          </ac:inkMkLst>
        </pc:inkChg>
        <pc:inkChg chg="add">
          <ac:chgData name="Iain Styles" userId="befbdaae-53f8-4d26-a8dc-3366b09f768a" providerId="ADAL" clId="{5E0D2633-D8F6-500D-A7FC-C9CB56BC4BFB}" dt="2026-09-28T13:55:53.646" v="2966"/>
          <ac:inkMkLst>
            <pc:docMk/>
            <pc:sldMk cId="1276179479" sldId="382"/>
            <ac:inkMk id="7" creationId="{BB3B4E7B-1D57-44E6-E1DF-F98EF4246DF5}"/>
          </ac:inkMkLst>
        </pc:inkChg>
      </pc:sldChg>
      <pc:sldChg chg="addSp">
        <pc:chgData name="Iain Styles" userId="befbdaae-53f8-4d26-a8dc-3366b09f768a" providerId="ADAL" clId="{5E0D2633-D8F6-500D-A7FC-C9CB56BC4BFB}" dt="2026-09-28T12:06:25.902" v="2965"/>
        <pc:sldMkLst>
          <pc:docMk/>
          <pc:sldMk cId="3371211255" sldId="384"/>
        </pc:sldMkLst>
        <pc:inkChg chg="add">
          <ac:chgData name="Iain Styles" userId="befbdaae-53f8-4d26-a8dc-3366b09f768a" providerId="ADAL" clId="{5E0D2633-D8F6-500D-A7FC-C9CB56BC4BFB}" dt="2026-09-28T12:06:25.902" v="2965"/>
          <ac:inkMkLst>
            <pc:docMk/>
            <pc:sldMk cId="3371211255" sldId="384"/>
            <ac:inkMk id="6" creationId="{249CE0E8-6DA0-E987-439D-3F2278034D03}"/>
          </ac:inkMkLst>
        </pc:inkChg>
      </pc:sldChg>
      <pc:sldChg chg="addSp">
        <pc:chgData name="Iain Styles" userId="befbdaae-53f8-4d26-a8dc-3366b09f768a" providerId="ADAL" clId="{5E0D2633-D8F6-500D-A7FC-C9CB56BC4BFB}" dt="2026-09-28T12:06:25.902" v="2965"/>
        <pc:sldMkLst>
          <pc:docMk/>
          <pc:sldMk cId="3604264392" sldId="387"/>
        </pc:sldMkLst>
        <pc:inkChg chg="add">
          <ac:chgData name="Iain Styles" userId="befbdaae-53f8-4d26-a8dc-3366b09f768a" providerId="ADAL" clId="{5E0D2633-D8F6-500D-A7FC-C9CB56BC4BFB}" dt="2026-09-28T12:06:25.902" v="2965"/>
          <ac:inkMkLst>
            <pc:docMk/>
            <pc:sldMk cId="3604264392" sldId="387"/>
            <ac:inkMk id="5" creationId="{BDC776A3-9803-2BAF-3A75-04BA42CF7C14}"/>
          </ac:inkMkLst>
        </pc:inkChg>
      </pc:sldChg>
      <pc:sldChg chg="modSp mod">
        <pc:chgData name="Iain Styles" userId="befbdaae-53f8-4d26-a8dc-3366b09f768a" providerId="ADAL" clId="{5E0D2633-D8F6-500D-A7FC-C9CB56BC4BFB}" dt="2026-09-20T12:57:48.948" v="2291" actId="20577"/>
        <pc:sldMkLst>
          <pc:docMk/>
          <pc:sldMk cId="2633191424" sldId="389"/>
        </pc:sldMkLst>
        <pc:spChg chg="mod">
          <ac:chgData name="Iain Styles" userId="befbdaae-53f8-4d26-a8dc-3366b09f768a" providerId="ADAL" clId="{5E0D2633-D8F6-500D-A7FC-C9CB56BC4BFB}" dt="2026-09-20T12:57:48.948" v="2291" actId="20577"/>
          <ac:spMkLst>
            <pc:docMk/>
            <pc:sldMk cId="2633191424" sldId="389"/>
            <ac:spMk id="4" creationId="{60004E6F-9524-284D-4439-0AD2E1417880}"/>
          </ac:spMkLst>
        </pc:spChg>
      </pc:sldChg>
      <pc:sldChg chg="addSp">
        <pc:chgData name="Iain Styles" userId="befbdaae-53f8-4d26-a8dc-3366b09f768a" providerId="ADAL" clId="{5E0D2633-D8F6-500D-A7FC-C9CB56BC4BFB}" dt="2026-09-28T13:55:53.646" v="2966"/>
        <pc:sldMkLst>
          <pc:docMk/>
          <pc:sldMk cId="4107619910" sldId="395"/>
        </pc:sldMkLst>
        <pc:inkChg chg="add">
          <ac:chgData name="Iain Styles" userId="befbdaae-53f8-4d26-a8dc-3366b09f768a" providerId="ADAL" clId="{5E0D2633-D8F6-500D-A7FC-C9CB56BC4BFB}" dt="2026-09-28T13:55:53.646" v="2966"/>
          <ac:inkMkLst>
            <pc:docMk/>
            <pc:sldMk cId="4107619910" sldId="395"/>
            <ac:inkMk id="5" creationId="{4735C4CC-94FF-12D2-B11A-BB73C6594C2B}"/>
          </ac:inkMkLst>
        </pc:inkChg>
      </pc:sldChg>
      <pc:sldChg chg="addSp">
        <pc:chgData name="Iain Styles" userId="befbdaae-53f8-4d26-a8dc-3366b09f768a" providerId="ADAL" clId="{5E0D2633-D8F6-500D-A7FC-C9CB56BC4BFB}" dt="2026-09-28T13:55:53.646" v="2966"/>
        <pc:sldMkLst>
          <pc:docMk/>
          <pc:sldMk cId="3716085635" sldId="396"/>
        </pc:sldMkLst>
        <pc:inkChg chg="add">
          <ac:chgData name="Iain Styles" userId="befbdaae-53f8-4d26-a8dc-3366b09f768a" providerId="ADAL" clId="{5E0D2633-D8F6-500D-A7FC-C9CB56BC4BFB}" dt="2026-09-28T13:55:53.646" v="2966"/>
          <ac:inkMkLst>
            <pc:docMk/>
            <pc:sldMk cId="3716085635" sldId="396"/>
            <ac:inkMk id="6" creationId="{5790721D-C51E-2DBE-FE87-D3EAACDE3CCD}"/>
          </ac:inkMkLst>
        </pc:inkChg>
      </pc:sldChg>
      <pc:sldChg chg="addSp">
        <pc:chgData name="Iain Styles" userId="befbdaae-53f8-4d26-a8dc-3366b09f768a" providerId="ADAL" clId="{5E0D2633-D8F6-500D-A7FC-C9CB56BC4BFB}" dt="2026-09-28T13:55:53.646" v="2966"/>
        <pc:sldMkLst>
          <pc:docMk/>
          <pc:sldMk cId="1670851442" sldId="397"/>
        </pc:sldMkLst>
        <pc:inkChg chg="add">
          <ac:chgData name="Iain Styles" userId="befbdaae-53f8-4d26-a8dc-3366b09f768a" providerId="ADAL" clId="{5E0D2633-D8F6-500D-A7FC-C9CB56BC4BFB}" dt="2026-09-28T13:55:53.646" v="2966"/>
          <ac:inkMkLst>
            <pc:docMk/>
            <pc:sldMk cId="1670851442" sldId="397"/>
            <ac:inkMk id="5" creationId="{B08E169F-5AE0-D9DE-59BB-E5D5508018DB}"/>
          </ac:inkMkLst>
        </pc:inkChg>
      </pc:sldChg>
      <pc:sldChg chg="addSp">
        <pc:chgData name="Iain Styles" userId="befbdaae-53f8-4d26-a8dc-3366b09f768a" providerId="ADAL" clId="{5E0D2633-D8F6-500D-A7FC-C9CB56BC4BFB}" dt="2026-09-28T13:55:53.646" v="2966"/>
        <pc:sldMkLst>
          <pc:docMk/>
          <pc:sldMk cId="3166856374" sldId="398"/>
        </pc:sldMkLst>
        <pc:inkChg chg="add">
          <ac:chgData name="Iain Styles" userId="befbdaae-53f8-4d26-a8dc-3366b09f768a" providerId="ADAL" clId="{5E0D2633-D8F6-500D-A7FC-C9CB56BC4BFB}" dt="2026-09-28T13:55:53.646" v="2966"/>
          <ac:inkMkLst>
            <pc:docMk/>
            <pc:sldMk cId="3166856374" sldId="398"/>
            <ac:inkMk id="6" creationId="{C0587BD0-3CB2-40F0-B4C5-3DA2048EAA07}"/>
          </ac:inkMkLst>
        </pc:inkChg>
      </pc:sldChg>
      <pc:sldChg chg="addSp">
        <pc:chgData name="Iain Styles" userId="befbdaae-53f8-4d26-a8dc-3366b09f768a" providerId="ADAL" clId="{5E0D2633-D8F6-500D-A7FC-C9CB56BC4BFB}" dt="2026-09-28T13:55:53.646" v="2966"/>
        <pc:sldMkLst>
          <pc:docMk/>
          <pc:sldMk cId="2472104205" sldId="399"/>
        </pc:sldMkLst>
        <pc:inkChg chg="add">
          <ac:chgData name="Iain Styles" userId="befbdaae-53f8-4d26-a8dc-3366b09f768a" providerId="ADAL" clId="{5E0D2633-D8F6-500D-A7FC-C9CB56BC4BFB}" dt="2026-09-28T13:55:53.646" v="2966"/>
          <ac:inkMkLst>
            <pc:docMk/>
            <pc:sldMk cId="2472104205" sldId="399"/>
            <ac:inkMk id="5" creationId="{74D04774-84DE-C5CE-A075-15AE546159E0}"/>
          </ac:inkMkLst>
        </pc:inkChg>
      </pc:sldChg>
      <pc:sldChg chg="addSp">
        <pc:chgData name="Iain Styles" userId="befbdaae-53f8-4d26-a8dc-3366b09f768a" providerId="ADAL" clId="{5E0D2633-D8F6-500D-A7FC-C9CB56BC4BFB}" dt="2026-09-28T13:55:53.646" v="2966"/>
        <pc:sldMkLst>
          <pc:docMk/>
          <pc:sldMk cId="2242694616" sldId="400"/>
        </pc:sldMkLst>
        <pc:inkChg chg="add">
          <ac:chgData name="Iain Styles" userId="befbdaae-53f8-4d26-a8dc-3366b09f768a" providerId="ADAL" clId="{5E0D2633-D8F6-500D-A7FC-C9CB56BC4BFB}" dt="2026-09-28T13:55:53.646" v="2966"/>
          <ac:inkMkLst>
            <pc:docMk/>
            <pc:sldMk cId="2242694616" sldId="400"/>
            <ac:inkMk id="3" creationId="{48B8D229-8921-939C-B7EE-8A51861DD31E}"/>
          </ac:inkMkLst>
        </pc:inkChg>
      </pc:sldChg>
      <pc:sldChg chg="modSp mod">
        <pc:chgData name="Iain Styles" userId="befbdaae-53f8-4d26-a8dc-3366b09f768a" providerId="ADAL" clId="{5E0D2633-D8F6-500D-A7FC-C9CB56BC4BFB}" dt="2026-09-20T13:00:06.294" v="2363" actId="20577"/>
        <pc:sldMkLst>
          <pc:docMk/>
          <pc:sldMk cId="3857393744" sldId="401"/>
        </pc:sldMkLst>
        <pc:spChg chg="mod">
          <ac:chgData name="Iain Styles" userId="befbdaae-53f8-4d26-a8dc-3366b09f768a" providerId="ADAL" clId="{5E0D2633-D8F6-500D-A7FC-C9CB56BC4BFB}" dt="2026-09-20T13:00:06.294" v="2363" actId="20577"/>
          <ac:spMkLst>
            <pc:docMk/>
            <pc:sldMk cId="3857393744" sldId="401"/>
            <ac:spMk id="6" creationId="{723898E0-4A5E-6323-06B7-F52A39F46D92}"/>
          </ac:spMkLst>
        </pc:spChg>
      </pc:sldChg>
      <pc:sldChg chg="modSp mod">
        <pc:chgData name="Iain Styles" userId="befbdaae-53f8-4d26-a8dc-3366b09f768a" providerId="ADAL" clId="{5E0D2633-D8F6-500D-A7FC-C9CB56BC4BFB}" dt="2026-09-27T17:44:14.325" v="2963" actId="20577"/>
        <pc:sldMkLst>
          <pc:docMk/>
          <pc:sldMk cId="1439734588" sldId="403"/>
        </pc:sldMkLst>
        <pc:spChg chg="mod">
          <ac:chgData name="Iain Styles" userId="befbdaae-53f8-4d26-a8dc-3366b09f768a" providerId="ADAL" clId="{5E0D2633-D8F6-500D-A7FC-C9CB56BC4BFB}" dt="2026-09-27T17:44:14.325" v="2963" actId="20577"/>
          <ac:spMkLst>
            <pc:docMk/>
            <pc:sldMk cId="1439734588" sldId="403"/>
            <ac:spMk id="3" creationId="{FA5D2F98-9F4B-10ED-CC9E-A35B89AC7A80}"/>
          </ac:spMkLst>
        </pc:spChg>
      </pc:sldChg>
      <pc:sldChg chg="addSp delSp modSp new mod chgLayout">
        <pc:chgData name="Iain Styles" userId="befbdaae-53f8-4d26-a8dc-3366b09f768a" providerId="ADAL" clId="{5E0D2633-D8F6-500D-A7FC-C9CB56BC4BFB}" dt="2026-09-20T12:56:07.488" v="2074" actId="20577"/>
        <pc:sldMkLst>
          <pc:docMk/>
          <pc:sldMk cId="343633013" sldId="405"/>
        </pc:sldMkLst>
        <pc:spChg chg="add mod ord">
          <ac:chgData name="Iain Styles" userId="befbdaae-53f8-4d26-a8dc-3366b09f768a" providerId="ADAL" clId="{5E0D2633-D8F6-500D-A7FC-C9CB56BC4BFB}" dt="2026-09-20T11:33:33.534" v="1626" actId="20577"/>
          <ac:spMkLst>
            <pc:docMk/>
            <pc:sldMk cId="343633013" sldId="405"/>
            <ac:spMk id="5" creationId="{C0309B89-9424-B9F5-9947-DEDE172EFAD8}"/>
          </ac:spMkLst>
        </pc:spChg>
        <pc:spChg chg="add mod ord">
          <ac:chgData name="Iain Styles" userId="befbdaae-53f8-4d26-a8dc-3366b09f768a" providerId="ADAL" clId="{5E0D2633-D8F6-500D-A7FC-C9CB56BC4BFB}" dt="2026-09-20T12:56:07.488" v="2074" actId="20577"/>
          <ac:spMkLst>
            <pc:docMk/>
            <pc:sldMk cId="343633013" sldId="405"/>
            <ac:spMk id="6" creationId="{2E76DA7D-EDAD-4D28-FCB9-7163B4EB6F47}"/>
          </ac:spMkLst>
        </pc:spChg>
      </pc:sldChg>
      <pc:sldChg chg="addSp delSp modSp new mod modNotesTx">
        <pc:chgData name="Iain Styles" userId="befbdaae-53f8-4d26-a8dc-3366b09f768a" providerId="ADAL" clId="{5E0D2633-D8F6-500D-A7FC-C9CB56BC4BFB}" dt="2026-09-28T09:21:07.833" v="2964"/>
        <pc:sldMkLst>
          <pc:docMk/>
          <pc:sldMk cId="322057736" sldId="406"/>
        </pc:sldMkLst>
        <pc:spChg chg="mod">
          <ac:chgData name="Iain Styles" userId="befbdaae-53f8-4d26-a8dc-3366b09f768a" providerId="ADAL" clId="{5E0D2633-D8F6-500D-A7FC-C9CB56BC4BFB}" dt="2026-09-20T12:43:31.100" v="1753" actId="20577"/>
          <ac:spMkLst>
            <pc:docMk/>
            <pc:sldMk cId="322057736" sldId="406"/>
            <ac:spMk id="2" creationId="{FD6C75B8-B375-6520-D124-59F357353749}"/>
          </ac:spMkLst>
        </pc:spChg>
        <pc:inkChg chg="add">
          <ac:chgData name="Iain Styles" userId="befbdaae-53f8-4d26-a8dc-3366b09f768a" providerId="ADAL" clId="{5E0D2633-D8F6-500D-A7FC-C9CB56BC4BFB}" dt="2026-09-28T09:21:07.833" v="2964"/>
          <ac:inkMkLst>
            <pc:docMk/>
            <pc:sldMk cId="322057736" sldId="406"/>
            <ac:inkMk id="3" creationId="{DBF4D974-2DA5-27C7-5E0E-6077D9357611}"/>
          </ac:inkMkLst>
        </pc:inkChg>
      </pc:sldChg>
      <pc:sldChg chg="modSp new mod">
        <pc:chgData name="Iain Styles" userId="befbdaae-53f8-4d26-a8dc-3366b09f768a" providerId="ADAL" clId="{5E0D2633-D8F6-500D-A7FC-C9CB56BC4BFB}" dt="2026-09-20T12:55:13.964" v="2002" actId="20577"/>
        <pc:sldMkLst>
          <pc:docMk/>
          <pc:sldMk cId="1067342397" sldId="407"/>
        </pc:sldMkLst>
        <pc:spChg chg="mod">
          <ac:chgData name="Iain Styles" userId="befbdaae-53f8-4d26-a8dc-3366b09f768a" providerId="ADAL" clId="{5E0D2633-D8F6-500D-A7FC-C9CB56BC4BFB}" dt="2026-09-20T12:48:19.297" v="1916" actId="14100"/>
          <ac:spMkLst>
            <pc:docMk/>
            <pc:sldMk cId="1067342397" sldId="407"/>
            <ac:spMk id="2" creationId="{D8682551-C722-5FC8-6E30-48AA3E52F6C2}"/>
          </ac:spMkLst>
        </pc:spChg>
        <pc:spChg chg="mod">
          <ac:chgData name="Iain Styles" userId="befbdaae-53f8-4d26-a8dc-3366b09f768a" providerId="ADAL" clId="{5E0D2633-D8F6-500D-A7FC-C9CB56BC4BFB}" dt="2026-09-20T12:55:13.964" v="2002" actId="20577"/>
          <ac:spMkLst>
            <pc:docMk/>
            <pc:sldMk cId="1067342397" sldId="407"/>
            <ac:spMk id="3" creationId="{6E2033C2-3FC9-0532-B485-8F82E486411B}"/>
          </ac:spMkLst>
        </pc:spChg>
      </pc:sldChg>
      <pc:sldChg chg="modSp new mod">
        <pc:chgData name="Iain Styles" userId="befbdaae-53f8-4d26-a8dc-3366b09f768a" providerId="ADAL" clId="{5E0D2633-D8F6-500D-A7FC-C9CB56BC4BFB}" dt="2026-09-27T15:53:37.803" v="2831" actId="20577"/>
        <pc:sldMkLst>
          <pc:docMk/>
          <pc:sldMk cId="1620860917" sldId="408"/>
        </pc:sldMkLst>
        <pc:spChg chg="mod">
          <ac:chgData name="Iain Styles" userId="befbdaae-53f8-4d26-a8dc-3366b09f768a" providerId="ADAL" clId="{5E0D2633-D8F6-500D-A7FC-C9CB56BC4BFB}" dt="2026-09-20T12:56:24.541" v="2095" actId="20577"/>
          <ac:spMkLst>
            <pc:docMk/>
            <pc:sldMk cId="1620860917" sldId="408"/>
            <ac:spMk id="2" creationId="{DDEB2FCE-0DE1-ED29-0A8B-7706607248FE}"/>
          </ac:spMkLst>
        </pc:spChg>
        <pc:spChg chg="mod">
          <ac:chgData name="Iain Styles" userId="befbdaae-53f8-4d26-a8dc-3366b09f768a" providerId="ADAL" clId="{5E0D2633-D8F6-500D-A7FC-C9CB56BC4BFB}" dt="2026-09-27T15:53:37.803" v="2831" actId="20577"/>
          <ac:spMkLst>
            <pc:docMk/>
            <pc:sldMk cId="1620860917" sldId="408"/>
            <ac:spMk id="3" creationId="{076A6EFD-3708-E338-90D2-BAB960F5E08C}"/>
          </ac:spMkLst>
        </pc:spChg>
      </pc:sldChg>
      <pc:sldChg chg="addSp delSp modSp new mod ord modClrScheme chgLayout">
        <pc:chgData name="Iain Styles" userId="befbdaae-53f8-4d26-a8dc-3366b09f768a" providerId="ADAL" clId="{5E0D2633-D8F6-500D-A7FC-C9CB56BC4BFB}" dt="2026-09-20T12:58:19.152" v="2326" actId="20577"/>
        <pc:sldMkLst>
          <pc:docMk/>
          <pc:sldMk cId="3385924314" sldId="409"/>
        </pc:sldMkLst>
        <pc:spChg chg="mod ord">
          <ac:chgData name="Iain Styles" userId="befbdaae-53f8-4d26-a8dc-3366b09f768a" providerId="ADAL" clId="{5E0D2633-D8F6-500D-A7FC-C9CB56BC4BFB}" dt="2026-09-20T12:58:07.799" v="2294" actId="700"/>
          <ac:spMkLst>
            <pc:docMk/>
            <pc:sldMk cId="3385924314" sldId="409"/>
            <ac:spMk id="4" creationId="{911046B3-4B8F-93ED-5ED4-04FDFA1ED98F}"/>
          </ac:spMkLst>
        </pc:spChg>
        <pc:spChg chg="add mod ord">
          <ac:chgData name="Iain Styles" userId="befbdaae-53f8-4d26-a8dc-3366b09f768a" providerId="ADAL" clId="{5E0D2633-D8F6-500D-A7FC-C9CB56BC4BFB}" dt="2026-09-20T12:58:19.152" v="2326" actId="20577"/>
          <ac:spMkLst>
            <pc:docMk/>
            <pc:sldMk cId="3385924314" sldId="409"/>
            <ac:spMk id="5" creationId="{87949FE9-7A61-D157-5527-5976E0EA82E7}"/>
          </ac:spMkLst>
        </pc:spChg>
      </pc:sldChg>
      <pc:sldChg chg="addSp delSp add mod">
        <pc:chgData name="Iain Styles" userId="befbdaae-53f8-4d26-a8dc-3366b09f768a" providerId="ADAL" clId="{5E0D2633-D8F6-500D-A7FC-C9CB56BC4BFB}" dt="2026-09-28T16:11:27.104" v="2977"/>
        <pc:sldMkLst>
          <pc:docMk/>
          <pc:sldMk cId="2950752099" sldId="410"/>
        </pc:sldMkLst>
        <pc:inkChg chg="add">
          <ac:chgData name="Iain Styles" userId="befbdaae-53f8-4d26-a8dc-3366b09f768a" providerId="ADAL" clId="{5E0D2633-D8F6-500D-A7FC-C9CB56BC4BFB}" dt="2026-09-28T16:11:27.104" v="2977"/>
          <ac:inkMkLst>
            <pc:docMk/>
            <pc:sldMk cId="2950752099" sldId="410"/>
            <ac:inkMk id="5" creationId="{A3D0992D-158D-FEAD-56C8-369ED582F5C9}"/>
          </ac:inkMkLst>
        </pc:inkChg>
      </pc:sldChg>
      <pc:sldChg chg="modSp add mod">
        <pc:chgData name="Iain Styles" userId="befbdaae-53f8-4d26-a8dc-3366b09f768a" providerId="ADAL" clId="{5E0D2633-D8F6-500D-A7FC-C9CB56BC4BFB}" dt="2026-09-20T12:59:37.163" v="2351" actId="20577"/>
        <pc:sldMkLst>
          <pc:docMk/>
          <pc:sldMk cId="2020404621" sldId="411"/>
        </pc:sldMkLst>
        <pc:spChg chg="mod">
          <ac:chgData name="Iain Styles" userId="befbdaae-53f8-4d26-a8dc-3366b09f768a" providerId="ADAL" clId="{5E0D2633-D8F6-500D-A7FC-C9CB56BC4BFB}" dt="2026-09-20T12:59:37.163" v="2351" actId="20577"/>
          <ac:spMkLst>
            <pc:docMk/>
            <pc:sldMk cId="2020404621" sldId="411"/>
            <ac:spMk id="6" creationId="{B8A45A7E-7165-CC92-337B-733B666ADA0A}"/>
          </ac:spMkLst>
        </pc:spChg>
      </pc:sldChg>
      <pc:sldChg chg="addSp delSp modSp new mod modClrScheme chgLayout">
        <pc:chgData name="Iain Styles" userId="befbdaae-53f8-4d26-a8dc-3366b09f768a" providerId="ADAL" clId="{5E0D2633-D8F6-500D-A7FC-C9CB56BC4BFB}" dt="2026-09-20T13:10:31.063" v="2382" actId="20577"/>
        <pc:sldMkLst>
          <pc:docMk/>
          <pc:sldMk cId="3446815126" sldId="412"/>
        </pc:sldMkLst>
        <pc:spChg chg="mod ord">
          <ac:chgData name="Iain Styles" userId="befbdaae-53f8-4d26-a8dc-3366b09f768a" providerId="ADAL" clId="{5E0D2633-D8F6-500D-A7FC-C9CB56BC4BFB}" dt="2026-09-20T13:10:25.975" v="2365" actId="700"/>
          <ac:spMkLst>
            <pc:docMk/>
            <pc:sldMk cId="3446815126" sldId="412"/>
            <ac:spMk id="4" creationId="{8AE43817-E6E5-963F-45E3-222D6EC6C2B9}"/>
          </ac:spMkLst>
        </pc:spChg>
        <pc:spChg chg="add mod ord">
          <ac:chgData name="Iain Styles" userId="befbdaae-53f8-4d26-a8dc-3366b09f768a" providerId="ADAL" clId="{5E0D2633-D8F6-500D-A7FC-C9CB56BC4BFB}" dt="2026-09-20T13:10:31.063" v="2382" actId="20577"/>
          <ac:spMkLst>
            <pc:docMk/>
            <pc:sldMk cId="3446815126" sldId="412"/>
            <ac:spMk id="5" creationId="{F6549309-DC7F-9750-4392-F2CFA5287AE3}"/>
          </ac:spMkLst>
        </pc:spChg>
      </pc:sldChg>
      <pc:sldChg chg="addSp delSp add mod">
        <pc:chgData name="Iain Styles" userId="befbdaae-53f8-4d26-a8dc-3366b09f768a" providerId="ADAL" clId="{5E0D2633-D8F6-500D-A7FC-C9CB56BC4BFB}" dt="2026-09-28T15:16:30.798" v="2967"/>
        <pc:sldMkLst>
          <pc:docMk/>
          <pc:sldMk cId="4061372985" sldId="413"/>
        </pc:sldMkLst>
        <pc:inkChg chg="add">
          <ac:chgData name="Iain Styles" userId="befbdaae-53f8-4d26-a8dc-3366b09f768a" providerId="ADAL" clId="{5E0D2633-D8F6-500D-A7FC-C9CB56BC4BFB}" dt="2026-09-28T15:16:30.798" v="2967"/>
          <ac:inkMkLst>
            <pc:docMk/>
            <pc:sldMk cId="4061372985" sldId="413"/>
            <ac:inkMk id="5" creationId="{668907B4-296E-8583-C5D3-AB65599DE1DD}"/>
          </ac:inkMkLst>
        </pc:inkChg>
      </pc:sldChg>
      <pc:sldChg chg="modSp add mod">
        <pc:chgData name="Iain Styles" userId="befbdaae-53f8-4d26-a8dc-3366b09f768a" providerId="ADAL" clId="{5E0D2633-D8F6-500D-A7FC-C9CB56BC4BFB}" dt="2026-09-20T13:42:11.885" v="2774" actId="20577"/>
        <pc:sldMkLst>
          <pc:docMk/>
          <pc:sldMk cId="450425756" sldId="414"/>
        </pc:sldMkLst>
        <pc:spChg chg="mod">
          <ac:chgData name="Iain Styles" userId="befbdaae-53f8-4d26-a8dc-3366b09f768a" providerId="ADAL" clId="{5E0D2633-D8F6-500D-A7FC-C9CB56BC4BFB}" dt="2026-09-20T13:42:11.885" v="2774" actId="20577"/>
          <ac:spMkLst>
            <pc:docMk/>
            <pc:sldMk cId="450425756" sldId="414"/>
            <ac:spMk id="2" creationId="{F80F9D9E-EAC3-BB4B-B479-513655E90AEA}"/>
          </ac:spMkLst>
        </pc:spChg>
      </pc:sldChg>
      <pc:sldChg chg="addSp delSp add mod">
        <pc:chgData name="Iain Styles" userId="befbdaae-53f8-4d26-a8dc-3366b09f768a" providerId="ADAL" clId="{5E0D2633-D8F6-500D-A7FC-C9CB56BC4BFB}" dt="2026-09-28T16:11:27.104" v="2977"/>
        <pc:sldMkLst>
          <pc:docMk/>
          <pc:sldMk cId="1128537457" sldId="415"/>
        </pc:sldMkLst>
        <pc:inkChg chg="add">
          <ac:chgData name="Iain Styles" userId="befbdaae-53f8-4d26-a8dc-3366b09f768a" providerId="ADAL" clId="{5E0D2633-D8F6-500D-A7FC-C9CB56BC4BFB}" dt="2026-09-28T16:11:27.104" v="2977"/>
          <ac:inkMkLst>
            <pc:docMk/>
            <pc:sldMk cId="1128537457" sldId="415"/>
            <ac:inkMk id="5" creationId="{14B947C7-E20D-E230-17AC-C3F48D2E4CF2}"/>
          </ac:inkMkLst>
        </pc:inkChg>
      </pc:sldChg>
      <pc:sldChg chg="addSp delSp add mod">
        <pc:chgData name="Iain Styles" userId="befbdaae-53f8-4d26-a8dc-3366b09f768a" providerId="ADAL" clId="{5E0D2633-D8F6-500D-A7FC-C9CB56BC4BFB}" dt="2026-09-28T16:11:27.104" v="2977"/>
        <pc:sldMkLst>
          <pc:docMk/>
          <pc:sldMk cId="2900444732" sldId="416"/>
        </pc:sldMkLst>
        <pc:inkChg chg="add">
          <ac:chgData name="Iain Styles" userId="befbdaae-53f8-4d26-a8dc-3366b09f768a" providerId="ADAL" clId="{5E0D2633-D8F6-500D-A7FC-C9CB56BC4BFB}" dt="2026-09-28T16:11:27.104" v="2977"/>
          <ac:inkMkLst>
            <pc:docMk/>
            <pc:sldMk cId="2900444732" sldId="416"/>
            <ac:inkMk id="5" creationId="{E2F7EEB5-B3F4-7BEB-2F44-6896F01733B7}"/>
          </ac:inkMkLst>
        </pc:inkChg>
      </pc:sldChg>
      <pc:sldChg chg="addSp delSp add mod">
        <pc:chgData name="Iain Styles" userId="befbdaae-53f8-4d26-a8dc-3366b09f768a" providerId="ADAL" clId="{5E0D2633-D8F6-500D-A7FC-C9CB56BC4BFB}" dt="2026-09-28T16:11:27.104" v="2977"/>
        <pc:sldMkLst>
          <pc:docMk/>
          <pc:sldMk cId="2871007809" sldId="417"/>
        </pc:sldMkLst>
        <pc:inkChg chg="add">
          <ac:chgData name="Iain Styles" userId="befbdaae-53f8-4d26-a8dc-3366b09f768a" providerId="ADAL" clId="{5E0D2633-D8F6-500D-A7FC-C9CB56BC4BFB}" dt="2026-09-28T16:11:27.104" v="2977"/>
          <ac:inkMkLst>
            <pc:docMk/>
            <pc:sldMk cId="2871007809" sldId="417"/>
            <ac:inkMk id="5" creationId="{0EBFD25F-9F95-04EB-2EAF-8D57A1479328}"/>
          </ac:inkMkLst>
        </pc:inkChg>
      </pc:sldChg>
      <pc:sldChg chg="delSp add mod">
        <pc:chgData name="Iain Styles" userId="befbdaae-53f8-4d26-a8dc-3366b09f768a" providerId="ADAL" clId="{5E0D2633-D8F6-500D-A7FC-C9CB56BC4BFB}" dt="2026-09-20T13:11:56.880" v="2391" actId="478"/>
        <pc:sldMkLst>
          <pc:docMk/>
          <pc:sldMk cId="378581775" sldId="418"/>
        </pc:sldMkLst>
      </pc:sldChg>
      <pc:sldChg chg="addSp delSp modSp new mod ord chgLayout">
        <pc:chgData name="Iain Styles" userId="befbdaae-53f8-4d26-a8dc-3366b09f768a" providerId="ADAL" clId="{5E0D2633-D8F6-500D-A7FC-C9CB56BC4BFB}" dt="2026-09-20T13:38:08.103" v="2641" actId="403"/>
        <pc:sldMkLst>
          <pc:docMk/>
          <pc:sldMk cId="3343232756" sldId="419"/>
        </pc:sldMkLst>
        <pc:spChg chg="mod ord">
          <ac:chgData name="Iain Styles" userId="befbdaae-53f8-4d26-a8dc-3366b09f768a" providerId="ADAL" clId="{5E0D2633-D8F6-500D-A7FC-C9CB56BC4BFB}" dt="2026-09-20T13:37:25.517" v="2557" actId="700"/>
          <ac:spMkLst>
            <pc:docMk/>
            <pc:sldMk cId="3343232756" sldId="419"/>
            <ac:spMk id="2" creationId="{2F5A5605-0A71-655F-BF74-3730439C3F60}"/>
          </ac:spMkLst>
        </pc:spChg>
        <pc:spChg chg="mod ord">
          <ac:chgData name="Iain Styles" userId="befbdaae-53f8-4d26-a8dc-3366b09f768a" providerId="ADAL" clId="{5E0D2633-D8F6-500D-A7FC-C9CB56BC4BFB}" dt="2026-09-20T13:37:25.517" v="2557" actId="700"/>
          <ac:spMkLst>
            <pc:docMk/>
            <pc:sldMk cId="3343232756" sldId="419"/>
            <ac:spMk id="4" creationId="{016C9D31-4E4D-57FD-AE43-339711B12BC4}"/>
          </ac:spMkLst>
        </pc:spChg>
        <pc:spChg chg="add mod ord">
          <ac:chgData name="Iain Styles" userId="befbdaae-53f8-4d26-a8dc-3366b09f768a" providerId="ADAL" clId="{5E0D2633-D8F6-500D-A7FC-C9CB56BC4BFB}" dt="2026-09-20T13:38:08.103" v="2641" actId="403"/>
          <ac:spMkLst>
            <pc:docMk/>
            <pc:sldMk cId="3343232756" sldId="419"/>
            <ac:spMk id="5" creationId="{E42A8331-EFD8-28D3-BF65-1351DFDF8341}"/>
          </ac:spMkLst>
        </pc:spChg>
      </pc:sldChg>
      <pc:sldChg chg="addSp modSp new mod modNotesTx">
        <pc:chgData name="Iain Styles" userId="befbdaae-53f8-4d26-a8dc-3366b09f768a" providerId="ADAL" clId="{5E0D2633-D8F6-500D-A7FC-C9CB56BC4BFB}" dt="2026-09-28T15:16:30.798" v="2967"/>
        <pc:sldMkLst>
          <pc:docMk/>
          <pc:sldMk cId="3788210962" sldId="420"/>
        </pc:sldMkLst>
        <pc:spChg chg="mod">
          <ac:chgData name="Iain Styles" userId="befbdaae-53f8-4d26-a8dc-3366b09f768a" providerId="ADAL" clId="{5E0D2633-D8F6-500D-A7FC-C9CB56BC4BFB}" dt="2026-09-20T13:38:36.636" v="2654" actId="20577"/>
          <ac:spMkLst>
            <pc:docMk/>
            <pc:sldMk cId="3788210962" sldId="420"/>
            <ac:spMk id="2" creationId="{F345B1C3-10D8-F0D9-0A7E-7066AF808C5C}"/>
          </ac:spMkLst>
        </pc:spChg>
        <pc:inkChg chg="add">
          <ac:chgData name="Iain Styles" userId="befbdaae-53f8-4d26-a8dc-3366b09f768a" providerId="ADAL" clId="{5E0D2633-D8F6-500D-A7FC-C9CB56BC4BFB}" dt="2026-09-28T15:16:30.798" v="2967"/>
          <ac:inkMkLst>
            <pc:docMk/>
            <pc:sldMk cId="3788210962" sldId="420"/>
            <ac:inkMk id="4" creationId="{1DBFDD44-45FD-CA08-420C-EBCD57DC3F6B}"/>
          </ac:inkMkLst>
        </pc:inkChg>
      </pc:sldChg>
      <pc:sldChg chg="addSp modSp new mod">
        <pc:chgData name="Iain Styles" userId="befbdaae-53f8-4d26-a8dc-3366b09f768a" providerId="ADAL" clId="{5E0D2633-D8F6-500D-A7FC-C9CB56BC4BFB}" dt="2026-09-28T15:16:35.533" v="2968"/>
        <pc:sldMkLst>
          <pc:docMk/>
          <pc:sldMk cId="309779832" sldId="421"/>
        </pc:sldMkLst>
        <pc:spChg chg="mod">
          <ac:chgData name="Iain Styles" userId="befbdaae-53f8-4d26-a8dc-3366b09f768a" providerId="ADAL" clId="{5E0D2633-D8F6-500D-A7FC-C9CB56BC4BFB}" dt="2026-09-20T13:38:59.909" v="2688" actId="20577"/>
          <ac:spMkLst>
            <pc:docMk/>
            <pc:sldMk cId="309779832" sldId="421"/>
            <ac:spMk id="2" creationId="{6B6E8AF7-906F-DF32-0CD9-ED6C4CE61CF2}"/>
          </ac:spMkLst>
        </pc:spChg>
        <pc:picChg chg="add">
          <ac:chgData name="Iain Styles" userId="befbdaae-53f8-4d26-a8dc-3366b09f768a" providerId="ADAL" clId="{5E0D2633-D8F6-500D-A7FC-C9CB56BC4BFB}" dt="2026-09-28T15:16:35.533" v="2968"/>
          <ac:picMkLst>
            <pc:docMk/>
            <pc:sldMk cId="309779832" sldId="421"/>
            <ac:picMk id="5" creationId="{CE440E2F-7213-B132-7DC8-63F67B832873}"/>
          </ac:picMkLst>
        </pc:picChg>
        <pc:inkChg chg="add">
          <ac:chgData name="Iain Styles" userId="befbdaae-53f8-4d26-a8dc-3366b09f768a" providerId="ADAL" clId="{5E0D2633-D8F6-500D-A7FC-C9CB56BC4BFB}" dt="2026-09-28T15:16:30.798" v="2967"/>
          <ac:inkMkLst>
            <pc:docMk/>
            <pc:sldMk cId="309779832" sldId="421"/>
            <ac:inkMk id="4" creationId="{EB60A662-5640-ABE2-9C82-B2C9550AE592}"/>
          </ac:inkMkLst>
        </pc:inkChg>
      </pc:sldChg>
      <pc:sldChg chg="addSp modSp new mod modNotesTx">
        <pc:chgData name="Iain Styles" userId="befbdaae-53f8-4d26-a8dc-3366b09f768a" providerId="ADAL" clId="{5E0D2633-D8F6-500D-A7FC-C9CB56BC4BFB}" dt="2026-09-28T16:11:27.104" v="2977"/>
        <pc:sldMkLst>
          <pc:docMk/>
          <pc:sldMk cId="1828218004" sldId="422"/>
        </pc:sldMkLst>
        <pc:spChg chg="mod">
          <ac:chgData name="Iain Styles" userId="befbdaae-53f8-4d26-a8dc-3366b09f768a" providerId="ADAL" clId="{5E0D2633-D8F6-500D-A7FC-C9CB56BC4BFB}" dt="2026-09-20T13:39:23.170" v="2727" actId="20577"/>
          <ac:spMkLst>
            <pc:docMk/>
            <pc:sldMk cId="1828218004" sldId="422"/>
            <ac:spMk id="2" creationId="{581ABEB0-D1F5-A580-D88D-97CD8DCF1966}"/>
          </ac:spMkLst>
        </pc:spChg>
        <pc:spChg chg="mod">
          <ac:chgData name="Iain Styles" userId="befbdaae-53f8-4d26-a8dc-3366b09f768a" providerId="ADAL" clId="{5E0D2633-D8F6-500D-A7FC-C9CB56BC4BFB}" dt="2026-09-28T15:20:49.662" v="2974" actId="20577"/>
          <ac:spMkLst>
            <pc:docMk/>
            <pc:sldMk cId="1828218004" sldId="422"/>
            <ac:spMk id="3" creationId="{2415C8D2-9EEB-D4A4-D4C1-4C63AE473CD6}"/>
          </ac:spMkLst>
        </pc:spChg>
        <pc:inkChg chg="add">
          <ac:chgData name="Iain Styles" userId="befbdaae-53f8-4d26-a8dc-3366b09f768a" providerId="ADAL" clId="{5E0D2633-D8F6-500D-A7FC-C9CB56BC4BFB}" dt="2026-09-28T16:11:27.104" v="2977"/>
          <ac:inkMkLst>
            <pc:docMk/>
            <pc:sldMk cId="1828218004" sldId="422"/>
            <ac:inkMk id="4" creationId="{3040DC03-DA2B-18A2-C82D-86E313E91B35}"/>
          </ac:inkMkLst>
        </pc:inkChg>
      </pc:sldChg>
      <pc:sldChg chg="modSp new mod">
        <pc:chgData name="Iain Styles" userId="befbdaae-53f8-4d26-a8dc-3366b09f768a" providerId="ADAL" clId="{5E0D2633-D8F6-500D-A7FC-C9CB56BC4BFB}" dt="2026-09-27T15:54:27.218" v="2910" actId="5793"/>
        <pc:sldMkLst>
          <pc:docMk/>
          <pc:sldMk cId="2511281958" sldId="423"/>
        </pc:sldMkLst>
        <pc:spChg chg="mod">
          <ac:chgData name="Iain Styles" userId="befbdaae-53f8-4d26-a8dc-3366b09f768a" providerId="ADAL" clId="{5E0D2633-D8F6-500D-A7FC-C9CB56BC4BFB}" dt="2026-09-27T15:53:50.334" v="2850" actId="14100"/>
          <ac:spMkLst>
            <pc:docMk/>
            <pc:sldMk cId="2511281958" sldId="423"/>
            <ac:spMk id="2" creationId="{4A07CD5E-7816-6ACA-1FCB-6C7875438D09}"/>
          </ac:spMkLst>
        </pc:spChg>
        <pc:spChg chg="mod">
          <ac:chgData name="Iain Styles" userId="befbdaae-53f8-4d26-a8dc-3366b09f768a" providerId="ADAL" clId="{5E0D2633-D8F6-500D-A7FC-C9CB56BC4BFB}" dt="2026-09-27T15:54:27.218" v="2910" actId="5793"/>
          <ac:spMkLst>
            <pc:docMk/>
            <pc:sldMk cId="2511281958" sldId="423"/>
            <ac:spMk id="3" creationId="{CA41A009-189D-5E31-2B08-3644D32C0188}"/>
          </ac:spMkLst>
        </pc:spChg>
      </pc:sldChg>
      <pc:sldChg chg="new">
        <pc:chgData name="Iain Styles" userId="befbdaae-53f8-4d26-a8dc-3366b09f768a" providerId="ADAL" clId="{5E0D2633-D8F6-500D-A7FC-C9CB56BC4BFB}" dt="2026-09-28T15:21:42.848" v="2975" actId="680"/>
        <pc:sldMkLst>
          <pc:docMk/>
          <pc:sldMk cId="828037729" sldId="424"/>
        </pc:sldMkLst>
      </pc:sldChg>
      <pc:sldChg chg="add">
        <pc:chgData name="Iain Styles" userId="befbdaae-53f8-4d26-a8dc-3366b09f768a" providerId="ADAL" clId="{5E0D2633-D8F6-500D-A7FC-C9CB56BC4BFB}" dt="2026-09-28T15:22:21.242" v="2976"/>
        <pc:sldMkLst>
          <pc:docMk/>
          <pc:sldMk cId="555020806" sldId="42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09:10:34.212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2822 4392 7533,'-27'-8'3276,"9"6"-2864,2-6-412,22 8 0,12 0 0,19 0 0</inkml:trace>
  <inkml:trace contextRef="#ctx0" brushRef="#br0" timeOffset="111486">2752 4480 6903,'9'-10'90,"-1"3"-90,-8 7 270,0-8-90,0 6 0,0-6 89,0 8 901,0 0-271,0-8-359,0 6 359,0-13-988,0 13 178,0-6 271,0 8 0,0-8-90,0 6 0,0-6-90,0 0 90,0 6 1169,0-6-1080,0 8-359,0 0 270,-8 0 450,7 0 179,-7 0-809,8 0-989,0 0 359,0 16 1019,-1 21 1,1 15 0,1 4-354,0-15 0,0 1 0,1 2 0,0 1 0,0-1 53,-2 0 1,1 1 0,0-1 0,-1 0 0,-1 0 269,1 0 1,-1 1 0,0 0 0,-1-6 0,-1-6-540,-2-2 0,-2-7-2068,-11 1-901,10-19-89,8-21 3148,8 5 0,10 0 0,9 2 0</inkml:trace>
  <inkml:trace contextRef="#ctx0" brushRef="#br0" timeOffset="112399">2734 4480 7892,'-8'-19'3276,"-2"-13"-525,1 13-1132,1-17 0,23 9-1259,4 12 0,6 5-660,14 13 0,10 10 0,-2 0 90,-11-6 0,-2 0 1,2 4-392,2 7 0,4 4 1,-3 2-1,-7-3 781,-6-2 0,-5 3 584,1 12 1,-13 4-525,-24-9 0,-13 0 0,0 0-106,2 7 1,-4 0 270,-2-11 0,-5 1 0,-2-2 0,3-7-361,-8-4 1,2-6-1684,4-1 1,6-6-1639,8-18 3357,42 8 1,9 2-1,9 8 1</inkml:trace>
  <inkml:trace contextRef="#ctx0" brushRef="#br0" timeOffset="113528">3757 4815 12120,'-8'-35'-630,"6"16"630,2-5 0,10 30 0,8-4 0</inkml:trace>
  <inkml:trace contextRef="#ctx0" brushRef="#br0" timeOffset="113828">3704 5062 7533,'-19'-19'1439,"3"3"-1439,24 16 0,9 8 0,11 2 0</inkml:trace>
  <inkml:trace contextRef="#ctx0" brushRef="#br0" timeOffset="115675">4935 4392 10951,'6'0'2159,"11"-8"-1620,-9-2 631,15-15-991,-14 13 541,7-11-720,-15 13-360,-12 0-180,-11 4 1,-9 4 539,-7 7 0,-7 5 0,3-1 90,-2-3 0,-1 1-30,-2 5 0,-3 2 0,8 2-285,14-1 0,7 5-405,2 16 1,8 4 629,8-7 0,10 3 269,10-5 1,10 4 0,4 3 0,0-2 0,-5-4-120,-3 1 0,-2-2 0,0 3 245,1 4 1,3 5 0,-1 2 0,-5-2-1,-10-6 370,-12 8 0,-14-6-616,-6-4 1,-6-1 0,-4-10-300,0-15 0,-2-8 1,1-4-944,-2-2 1,1-5 0,6-2-2185,-9-17 2838,52 3 0,27 15 1,12 6-1,-16 2 0,-1 0 1,1 0-1</inkml:trace>
  <inkml:trace contextRef="#ctx0" brushRef="#br0" timeOffset="116656">5402 4886 6183,'14'-18'1889,"3"1"270,-5-9-900,-4 7 361,-2 1-2430,-52 18 450,25 10 0,-1 5 120,-6 7 0,-2 4 1,9 3 419,17 17 0,13 2 269,1-5 1,11-10 329,17-19 1,12-12 0,-5-10-61,-15-11 1,-5-9 0,0 1-601,5 4 1,-1 1 0,-14-4-540,-25-12 1,-16-4-1,-1 10 60,-7 13-1279,-13-6 1,6 11 1358,31 24 0,37 15 0,0-11 0,1-1 0</inkml:trace>
  <inkml:trace contextRef="#ctx0" brushRef="#br0" timeOffset="117294">6153 4851 7533,'-26'-18'3276,"3"0"0,0 1-1913,-14-1-1408,5 8 0,-3 3 45,0 3 0,-1 6-990,-8 10 1,2 9 1169,14 4 0,5 7 479,8 4 1,4 6 0,6-1-76,8 9 1,13-4-1365,6-13 1,7-3 0,3-5 779,-2-4 0,2-5 0,0-4 0,2-5 0,0-6 0,-2 1 0,3 2 0,0 0 0</inkml:trace>
  <inkml:trace contextRef="#ctx0" brushRef="#br0" timeOffset="118071">6411 5115 8072,'-17'26'3059,"9"-7"217,-3-9-1875,16-27-862,-3-10 1,-2-7-180,2-6 0,2-6 0,0 2-1140,-2 8 1,0 2-1,7 2-859,20-9 1,10 12-1,0 23 1,2 12 1228,4 11 0,1 3 1,-12-10-1,1-2 1,-2-2-1,3-6 0,-1 0 1</inkml:trace>
  <inkml:trace contextRef="#ctx0" brushRef="#br0" timeOffset="118626">6928 4868 10681,'1'-9'3148,"3"-7"-3598,-31 14-89,-6 10 763,-5 16 1,-1 11 135,6 1 0,4 4-570,10-10 0,2 1 0,9-2-150,14 6 1,13-9 134,18-26 0,8-14 525,-14 2 0,1-5 0,-3-3 449,0-7 1,-1-5-1,-6 1 510,0-6 1,-8 1 179,-9-7-2339,-12 67-739,2 12 1,3 8 545,5-10 1,3 1 0,2 0 128,1 2 1,3-1 0,5-11-566,11-14 0,2-10 1529,-4-5 0,-2-10 0,-5-22 0,-4-15 0,-2-1 0,-3 5 0,0 0 0,1 0 0</inkml:trace>
  <inkml:trace contextRef="#ctx0" brushRef="#br0" timeOffset="119019">7322 4463 7353,'-12'33'3276,"11"-25"-2457,0 20 0,2 18 0,1 7 0,2-4-1639,6-4 1,3 0 0,0-1 0,-2-1-274,-4 4 1,-1-1 0,1-4 328,12 12 1,-5-24 763,-17-47 0,-6-17-16,-3-6 0,-4-11 0,0-2 0,3 9 1185,1 3 0,0 2-350,-3 0 0,-4-5 0,2 3 0,8 12 2457,12 9-2632,14 4-959,24 14 1,13 4 314,-13-4 0,4-2 0,2 0 0,-1-1 0,0-1 0,0 0 0,0-2 0,2 0 0,-4-1 0,0 0 0,0 0 0,0 0 0,1 0 0</inkml:trace>
  <inkml:trace contextRef="#ctx0" brushRef="#br0" timeOffset="120018">7753 5062 7533,'8'-30'1092,"0"0"0,3 1 0,6 3-26,7 7 1,7 2 0,0 0-303,10-8 1,-3-1-46,-12 3 1,-5 1 360,2-15-1080,-53 3-1215,-5 40 1,-4 10 674,-1-3 1,1 5 299,8 4 0,1 5 0,6 3 599,9 3 1,6 3 0,5-2-90,4 3 0,9-3 0,8-5 0,8-1 0,5-11-91,4-14 1,6-11 0,2-4 0,-2 0-150,5 0 0,-1-1 0,0-5 172,-4-2 1,2-4-1,-2-2 1,-8 0 966,2-14 0,-12 0-315,-13 3 1,-7 3-1124,-6-3-2700,-7 52 2249,19 17 1,7 9 659,-4-4 0,0 3 0,0 1 659,2 1 1,0 1 0,-6-3 30,-9 5 0,-11-8-2070,-11-16 1,-5-8-200,-4-8 1,-1-6 1340,0-8 0,15 2 0,40 15 0,27 1 0</inkml:trace>
  <inkml:trace contextRef="#ctx0" brushRef="#br0" timeOffset="120218">9415 5098 7533,'-20'0'0,"-25"0"0,-2 0 0</inkml:trace>
  <inkml:trace contextRef="#ctx0" brushRef="#br0" timeOffset="120802">9107 4939 8162,'0'-10'3149,"-11"-13"-721,2 11-1259,-9-14-989,12 17 180,22 48-405,3-14 0,6 1-45,3-2 0,5 0 0,3-8 240,8-10 0,4-9 0,-3-6 299,-9 0 1,-1-5 0,-4-6 509,3-15 1,-3-8 0,-10 2-601,-12 5 1,-7 1-1799,-1-1 0,2 13 360,15 41 1303,8 17 1,3 8 1079,-4 1 1,-1-1-91,2-5 0,-10-4-4272,-33 5-219,-19-46 2457,-7 5 1,19 2 0,19 9 0</inkml:trace>
  <inkml:trace contextRef="#ctx0" brushRef="#br0" timeOffset="120973">9328 4586 7533,'-36'-18'1638,"-1"1"0,6-3-2185,16 5 1,36 13 0,13 4 0,4-2 0,0 0 0</inkml:trace>
  <inkml:trace contextRef="#ctx0" brushRef="#br0" timeOffset="121919">10817 4727 0,'2'-35'3276,"-9"8"0,-29 9-1120,-4 18-2516,-3 10 1,-1 5 314,20-5 0,1 2 484,-6 5 1,-4 4 0,11 6-81,17 10 1,10 6 0,-1-4 205,-15 1 0,11-7 184,35-8 1,21-6-1,-8-14-929,-19-18 0,-2-12 835,4-2 0,7-9 1,1-3-1,-7 5 0,-14 14 2621,-14 12-4915,31 6 1,6 16-1,-24 24 1,-1 10 1241,12-10 1,6 0-1,3-16 1,6-27-1,1-14 1,-1-5 0,-1-1-1</inkml:trace>
  <inkml:trace contextRef="#ctx0" brushRef="#br0" timeOffset="122788">11826 4710 7533,'-33'-28'3276,"5"18"0,38 59-2902,-12-19 210,17 11 1,8-10 135,21-50-1665,-19-9 1,-2-7 359,0-8 0,-4-2 1215,-7-10 0,-8 22 89,-9 46-449,3 17 0,2 9-330,1-6 0,0 1 0,3 1-255,4 17 0,9-10 315,13-25 0,5-13 180,4-18 0,0-15 90,-12 5 0,1-6 0,-2-2 0,-3 1 689,0-6 0,-4 1 1,-1 1-241,6-14 1,-3 21-900,1 64-90,-18 1-823,6 2 1,5 8 0,-1-6-547,-1-12 1,1-1 1411,-1 5 0,1 2 0,3-9 0,25-6 1,-5-24-1</inkml:trace>
  <inkml:trace contextRef="#ctx0" brushRef="#br0" timeOffset="123654">12884 4692 5824,'0'-18'3276,"-5"-7"-976,3 5-860,-3-13-991,-22 13-539,-8 18 30,6 16 0,-5 9 1,3-1 59,5-5 0,4 5 509,5 21 1,6 9 0,11-11-420,19-16 89,8-2 1,9 1 0,-2-16 0,-1-31 0,-3-20 0,-1 3 1304,5 7 0,-4 1-1079,-2-13 0,-15 14-1485,-39 47-13,17 13 1,5 13 0,3-4-547,2-1 1,5-1 545,8-3 1,5 0 0,1-7 611,19 1 1,-7-26 0,-1-9 0,1-22-1</inkml:trace>
  <inkml:trace contextRef="#ctx0" brushRef="#br0" timeOffset="124215">13253 4727 7263,'4'-31'1638,"-1"0"0,3-7 1112,-12 15-1490,0 46-46,-3 9 0,0 5-989,4 1 0,2 2-495,-4 12 0,9-8-449,26-22 299,-9-38 0,2-17 0,1-2 720,3-3 0,2-2 0,-1-2 442,-8 8 0,-1-3 0,0 3 0,0 4 157,6-9 1,1 19-900,-2 41 0,1 17-1093,-6-10 1,0 2 0,1 0-1,1 1 1,1 1 0,0-3 436,9 10 1,-5-13-1,-16-24 1,-11-4 0</inkml:trace>
  <inkml:trace contextRef="#ctx0" brushRef="#br0" timeOffset="132542">2840 6068 5914,'-10'0'90,"2"0"1349,-7 0 360,11-8 270,-20-10-720,22-9-989,-6-8-1440,-39 39 1080,4 9 247,13 8 1,-6 9-1,0 6 1,5 1 426,4 1 1,1 2-1,7 3 1,9 0-388,12-5 1,9 2 0,4 0 0,0-1 0,-4-2-198,-7 14 0,-4-2 0,16-13 36,18-22 0,16-9 0,6-7 0,-3-5 0,-15-3-171,-8-10 0,-7-9 81,0 1 0,3-7 0,1-3 0,-4 0 0,-8 4 24,-7 0 0,-6 2 0,-6-4 65,-4-2 1,-5-6 0,-3-1 0,-2 7 0,-2 11-1765,-9 12 1,-4 9 1169,-18-16 1,9 16 0,33 41 0,13 12 0,9-8 0,1-1 0</inkml:trace>
  <inkml:trace contextRef="#ctx0" brushRef="#br0" timeOffset="132832">2752 6297 7533,'9'0'3276,"-1"8"0,-8 10-2184,12 12 0,8 9 0,3-3-2229,10 0 1,3-1 1136,-14-5 0,2 5 0,-1-1 0,0-8 0,9-4 0,-3-6 0,-6 7 0</inkml:trace>
  <inkml:trace contextRef="#ctx0" brushRef="#br0" timeOffset="133274">3581 6244 7533,'-24'-29'819,"20"44"0,27 10 0,-1-1 0</inkml:trace>
  <inkml:trace contextRef="#ctx0" brushRef="#br0" timeOffset="133400">3598 6438 7533,'-26'4'546,"-1"0"0,14 6 0,32-8 0,14-3 0,-1 0 0</inkml:trace>
  <inkml:trace contextRef="#ctx0" brushRef="#br0" timeOffset="142111">4886 5997 7623,'0'-10'2518,"0"-13"-2248,5 19 1529,2-12-810,0 8-899,-2-1 0,-5-1-719,-5 2 719,3 8 629,-32 0-854,-7 18 0,-3 3 180,9-16 0,-2 0-90,1 8 0,-5 5 0,4 2 0,11 0-404,13 19 539,-15-17 0,7 3 729,34 3 0,19 7 0,5 0 0,-10-6-613,-11-6 0,-2 1-795,4 7 1,6 9-1,1 3 1,-3-4-1,-7-8 949,-4 15 73,-25-3 0,-14 7 0,0-16-523,-9-24-405,1-7 0,-10-1 1,2-3-1,17-5 495,19-12 0,6-9 0,10-1 0,26 22 0,0-1 0,0 1 0</inkml:trace>
  <inkml:trace contextRef="#ctx0" brushRef="#br0" timeOffset="144139">5230 6403 7533,'7'-10'270,"-2"-6"-1,-5 14 271,0-5 0,0-1-90,-5 6-361,3-6-268,-3 0 269,-1 6-90,5-6 0,-5 1-90,6 5 180,-5-6-90,3 8 89,-3 0 451,5 0-360,0 0-90,0-8-900,0 6 810,0-14 180,0 14-180,0-6 540,5 8-810,-3 0-90,3 0 181,-5 0 179,6 0-90,-5 0 90,5 0-180,-6 0-720,0 0-269,5 0 179,-3 0 1260,3 0 540,-5 0 2428,0 0-3148,6 0-450,-5 0-180,5 0 91,-6 0-371,0 0 1,11-7 0,2-3 0</inkml:trace>
  <inkml:trace contextRef="#ctx0" brushRef="#br0" timeOffset="147397">5279 6368 7713,'7'-20'1619,"-7"4"-540,-7 16-539,-5-7-900,5 5-90,-4-6 450,4 8 450,-11 0-270,-1 8-540,-11 9 360,-7 11 0,10-1 180,6-8 0,2 3 314,7 4 1,4 1-135,2 1 0,4 1-1,7 10 1,9-2 90,10-11 0,8-5 119,1-3 1,5-2 0,-1-6 284,8-9 1,-1-8-630,5-6 0,-8-12-345,-24-4 0,-7-9 0,-7 2 435,-6-13 0,-11 2-705,-3 10 0,-5 0 0,-1 7-1249,-2 3 1,-1 9 1464,-5 9 1,10 10 0,43 18-1,-1-1 1,0 0 0</inkml:trace>
  <inkml:trace contextRef="#ctx0" brushRef="#br0" timeOffset="148920">5919 6403 7533,'14'0'899,"-3"0"1170,-6-24 270,-3 3-2159,3-7 449,-10 5 271,-8 13-1800,-6 0 240,-8 15 1,-8 9-1,2-1 1065,1-2 0,-1 3 359,-2 7 1,-7 5-1,2 2 1,7-5-765,4-6 0,10 3 330,12 15 0,10 8 0,6-9-330,30-5-820,-9-13 1,8 0 0,2-1 0,-6-5 735,-2-4 1,-2-4-1,10-1 1,-4-2-1,-14 1 1</inkml:trace>
  <inkml:trace contextRef="#ctx0" brushRef="#br0" timeOffset="149271">6202 6562 7533,'-21'20'1638,"0"1"0,-11-5 1638,50 7-2184,-8-42 0,1-19 0,-2-1 380,2-7 0,0-2-2222,-3 5 1,0-2 0,5 7 749,9 7 0,7 12 0,11 22 0,7 13 0,-2 2 0,-1 1 0,0-1 0</inkml:trace>
  <inkml:trace contextRef="#ctx0" brushRef="#br0" timeOffset="150223">6867 6403 7533,'14'-41'3276,"-3"17"0,-22-17-3442,-3 31-509,-24 10 1,-9 8 809,5 10 0,0 7 224,3-1 1,-1 3 0,7 3-180,8 11 0,16 2-135,29 1 0,17-10 134,-7-26 1,5-8 0,0-4 0,5-2 0,-1-4 0,-5-5 944,-2-12 1,-9-3-3014,-8-5-630,-22 60 2519,23 8 0,11-1 0,-1-16 0,4-5 0,5-5 0,0 0 0,-1 0 0</inkml:trace>
  <inkml:trace contextRef="#ctx0" brushRef="#br0" timeOffset="150631">7223 5980 7533,'-11'-35'1092,"0"1"0,14 56 0,0 9 2184,-9-17-2222,8 17 0,6 14 0,-1 4-1710,-4-11 1,0 5-1,-1 0 1,0-1 0,-1-4-438,0 3 1,-1-3 0,0 2 272,2 4 1,-1 6 0,1-7 0,-1-19-773,-1-20 2334,-3-20 0,-1-25 0,-2-8 0,2 4 350,2-4 0,0-1 0,2 0-273,-2 9 0,-2-3 0,5 3 0,10 6-585,11 8 0,10 4 0,4 5 0,0 4 0,-1 7 0,1 5 0,2 3 0,3-1 0,8 2 0,-1 0 0,1 0 0,0 0 0,-1 0 0</inkml:trace>
  <inkml:trace contextRef="#ctx0" brushRef="#br0" timeOffset="151736">7617 6438 12660,'31'-8'809,"0"-5"1,7-6-1,-5 2-989,-8 5 1,-1-3 328,11-12 1,3-7 0,-21 7 300,-38 1-810,-18 11 0,-7 13 0,10 17 1,1 11-1,0 1 420,-1-5 0,1 0 0,10 7 359,9 13 1,11 8 0,13-9-360,15-15 0,10-7 0,4-3-120,9-1 0,4-5 0,2-8-98,-6-10 1,2-6 0,-1-6 0,-3-1 314,-9 3 0,-2-3 1,-3-1-1,-5-5 682,-2-16 1,-7-5 0,-6 4-615,-4 7 0,-9 5-810,-20 4 0,4 13-225,36 47 1,14 19 1124,-11-10 0,3 4 89,-1-5 1,5 5 0,-2 0 0,-9-7 404,-11-4 1,-10-5-91,-27 8 1,-11-11-2359,5-23 1,-1-6 1091,-17 1 1,21 4 0,78 14 0,-5-7 0,0 1 0</inkml:trace>
  <inkml:trace contextRef="#ctx0" brushRef="#br0" timeOffset="152372">9328 6191 7533,'-19'-35'3276,"6"8"0,13 32-2732,0 21 1,1 14-1,-1 2-1204,2 2 1,0 2-1,0 1-127,-1-7 0,0 1 0,2-1 0,3-6-852,11 12 1,7-15 1494,24-27 1,-12-22-1,1-8 1,-6 4 0,0-1-1</inkml:trace>
  <inkml:trace contextRef="#ctx0" brushRef="#br0" timeOffset="152741">9882 6315 0,'-19'-34'1092,"0"1"0,-14 13 0,-4 5 546,5-6 0,0 8-1729,-8 28 0,11 14 975,32 5 0,15 6 195,2-5 1,6 1 0,1-1-451,0-3 1,2-1 0,-1-4-226,14 2 1,-16-3 1084,-45 5-3128,-16-24 1,-8-6 1622,9-1 1,6 2 0,11 6-1,65-8 1</inkml:trace>
  <inkml:trace contextRef="#ctx0" brushRef="#br0" timeOffset="152953">9500 5927 7533,'-15'-26'0,"39"12"0,14 1 0,-4 1 0,-1 0 0,1 0 0</inkml:trace>
  <inkml:trace contextRef="#ctx0" brushRef="#br0" timeOffset="153891">11014 6262 7533,'-36'-18'1638,"14"2"0,1 7 1202,3 20-1850,-2 19-900,31 2 0,7 1 269,3 6-359,14-49 240,-21-21 0,-4-15 0,-2 3 209,2 5 1,0 4-405,1-2 0,0 15-255,1 48 0,1 31 1,2-6 119,6-9 0,6-5 90,-3-8 0,4-1 0,-1-18 389,-1-31 1,-1-20 0,-2-2 659,0 6 1,-2 0-1,-2 0-1049,-1-14 0,2 16-720,5 41 1,-1 12 269,0 24-643,-8-10 1,3 7 0,-1-5 545,-2-8 1,1-2 0,5 7 0,2-5 0,15-11 0</inkml:trace>
  <inkml:trace contextRef="#ctx0" brushRef="#br0" timeOffset="154705">11900 6191 0,'0'-35'1638,"0"9"0,0 1 1638,0-6-490,-33 13-1827,-8 30-779,5 6 0,-2 7 526,12-4 0,1 2 1,3 1-33,-6 12 1,9 3 706,10 11 0,16-4-1651,33-18 1,11-15 493,-11-11 1,-4-14-165,-8-15 0,-5-13 0,-8 2 30,-10-5 0,-11 1-1183,-9 5 1,-5-2 0,12 17-1477,16 20 1219,22 22 1979,-5 6 1,5 7 0,-1 0 1008,5 4 0,-1-1-546,-10-7 0,-2 1 0,1-11 1711,13-19-2354,-21-26 1,-3-11-540,2-4 0,-1-2 90,-6 5 0,2 3-585,0 6 1,5 9-1055,11 24 1,4 6-1,5-11 1,1 0 1169,0 15 1,-2-4 0,-1-25 0,-6-10 0,-16 1 0,0 0 0</inkml:trace>
  <inkml:trace contextRef="#ctx0" brushRef="#br0" timeOffset="155133">12478 5909 7533,'2'-49'1092,"0"0"0,0 0 0,10 20 0,-8-9 0,-3-6 0,2 22 0,5 46 0,3 29 0,-2-3-1284,-2-11 0,1 3-464,-1-3 1,2 8-1,0 3 1,-1-3 0,0-7-630,0 3 1,0-4 774,1 3 0,1 0 1,-7-22-1560,-14-45 3598,-6-4 0,-1-5 109,-2-6 0,4-2 0,6-8 0,11 4-912,11 15 1,10 5-727,12 5 0,10 4 0,-2 6 0,6 7 0,1 6 0,-8-2 0,0 1 0,0 0 0</inkml:trace>
  <inkml:trace contextRef="#ctx0" brushRef="#br0" timeOffset="156125">13130 6174 7533,'-24'-26'1638,"16"-1"0,3-5-128,-1 3 0,1 0-1330,2-4 0,-5 11-270,-19 27 0,-4 13 450,9 5 0,3 7-330,-1 3 0,1 4 0,10-3-210,18 2 0,12-7-90,14-13 0,7-13-180,-8-9 0,1-8 1,-3-3 988,7-15 1,-7-3 539,-10 5 1,-9 13-1350,-16 27-135,9 13 1,8 3 359,16 5 0,9-15 314,-5-29 1,4-18 0,1-9 0,-3-1 89,-8 3 1,-3-4 0,-1-2 0,-1-1 0,0 2 89,1 2 1,1-2 0,-1 2 0,-4 1 0,-6 5-495,-5-21 0,-7 26 135,-4 51 0,-3 28 0,1 4-666,2-12 0,0 4 1,1 2-1,1-1 0,3-3 576,4 0 0,3-2 0,1-1 0,0-3 0,-1 2 0,1-2 0,5-12 0,29-13 0</inkml:trace>
  <inkml:trace contextRef="#ctx0" brushRef="#br0" timeOffset="159271">2522 8767 6633,'0'-37'1092,"0"1"0,0 2 0,0 15-546,0 36 0,-2 28 0,1 17 0,-1 4 0,1-5 0,0-16-219,-1-9 1,2 1 0,-1 7-1,0 17 1,1 6 0,1-6-1,2-16 1,2-26 0,15-48-1</inkml:trace>
  <inkml:trace contextRef="#ctx0" brushRef="#br0" timeOffset="160736">2611 8731 7533,'-19'-22'1638,"0"-1"0,2-4 1472,11 11-3740,14 16 1080,-8 0-450,0 8-1169,0 2 1439,0 7 1439,0-7 180,0-2-1350,0-32 1,0 3 0,0-14 1349,7 1-1170,14 20 1,7 1-720,11-6 0,5 3-210,-2 9 0,4 4 0,-1 1 150,-6-3 0,-2 1 0,-1 7 15,11 19 0,-8 5-45,-6-2 135,-24 5 0,-10 5-225,-14 3 1,-9 1 119,7-11 0,-1 1 0,-4 0 359,-10 5 1,-4 0 0,-2-4 389,6-6 1,-1-3 0,-2-5-211,0-9 1,-1-4 0,3-4-885,7-3 1,3-3-2873,-16-13 0,39 4 2457,16 24 1,11 2 0,18 8 0</inkml:trace>
  <inkml:trace contextRef="#ctx0" brushRef="#br0" timeOffset="164164">2540 10072 7713,'-10'0'2968,"-13"-8"-2428,19 6 89,-20-14-269,14 14 1799,1-5-1709,1-1 719,0 6-539,6-14-1,-6 6-719,8 0-270,0 10 270,-8 120 180,7-81 0,1 4 0,0 1 0,0 2 0,-1 0 395,0 3 1,0 2 0,0 0 0,-1-1 0,0-3-262,-2 5 1,1-1 0,-1-5 0,-1-8-1864,-1-4 1,0-17 1614,-4-64 1,19 13-1,8-1 1,6 4 0,1-1-1</inkml:trace>
  <inkml:trace contextRef="#ctx0" brushRef="#br0" timeOffset="164878">2417 10072 7533,'-49'-8'3276,"9"-2"-3578,80-15 662,-15 5 1278,20 8 0,8 6-1031,-20 6 0,0 3 0,1 2-321,7 5 1,0 5-1,-3 3-406,-5 5 0,-3 4 1,-11 4 179,-14 5 0,-12 5 0,-7-3 277,-6-6 0,-7-1 0,-4-2 1,-1-3 481,1-3 0,-3-3 0,0-3 0,0-3-901,-7 0 1,0-4 0,9-10 81,7-22 0,62-5 0,-1 19 0,1 0 0</inkml:trace>
  <inkml:trace contextRef="#ctx0" brushRef="#br0" timeOffset="165863">3157 10442 6633,'-25'0'1259,"13"0"1350,-19-8-1080,27 6 1747,-20-5 0,46 7-1920,19 0 1,10 0-1237,-9-1 0,3 1 0,1 1-863,-7 0 1,1 1 0,-1 0 0,-2 0-351,1 1 1,-2-1 0,-6 3-2185,11 13 2801,-33 0 1,-16-1 0,-2 1 0</inkml:trace>
  <inkml:trace contextRef="#ctx0" brushRef="#br0" timeOffset="166301">3263 10689 7533,'-35'10'3276,"-8"-2"0,13-16 0,13-2-961,34 0-1416,14 6 1,11 2-1,1 1-1589,-2 0 1,2 1-1,0 1-120,-3-1 1,2 0 0,-1 0-1,-3 0-283,0 0 1,-2 0 0,-6 0-2185,13 0 2464,-19 0 1,-30 0-1,4 0 1</inkml:trace>
  <inkml:trace contextRef="#ctx0" brushRef="#br0" timeOffset="167204">3634 10231 7533,'-22'-17'1638,"0"0"0,1 4 1638,-3-11-384,24 40-2622,0-5 989,24 16 1,7 3-946,-13-9 1,2-1-45,11 3 0,8 0 0,-2 0-210,-6-2 0,-1-1 0,-1 0-150,0-2 0,0 1 0,-2-1-135,6 5 0,-5-1-45,-5 3 270,-23-17-449,0-8-1260,0 0 1619,0 8-45,-15 7 0,-9 3 674,-2 4 1,-4 2 0,-2 1 112,-2-4 0,-3 0 0,-1 0 0,2 0-412,-7 5 0,2-1 0,1-3-555,-11-3 0,10-5-2962,25-8 0,26-14 2878,16 8 1,17-8 0,-16 3 0,1 0 0</inkml:trace>
  <inkml:trace contextRef="#ctx0" brushRef="#br0" timeOffset="168410">4873 10248 7533,'14'-25'3276,"-9"5"-166,-17-5-1761,-9 15-629,-16 2-1125,2 13 0,-3 6 270,0 4 0,-1 5 195,4-1 0,-1 3 0,3 0 30,3 1 0,4 3 135,-2 4 0,7 4 0,13 3 0,6 3-135,-3-8 0,1 2 0,5 2-90,8 8 0,7 1 0,6-1 382,0-10 0,3-2 0,4-1 1,1-5 96,10 2 1,4-6 0,3-5-300,-7-6 0,2-2 0,0-4 0,-3-6 29,1-8 1,-2-7 0,-4-4-120,2-7 0,-3-6 0,-4-4 112,-10 6 1,-3-4-1,-3-2 1,-4-1 111,-7-3 1,-4-3 0,-4 1 0,-2 1-465,-1-7 0,-3 3 0,-7 2-670,-3 11 1,-7 1 0,-1 3 0,4 5-820,-3 3 1,2 5-1,-11-2 1,9 12-1639,24 30 2457,-10-3 1,37 23 0,-1-9 0</inkml:trace>
  <inkml:trace contextRef="#ctx0" brushRef="#br0" timeOffset="168679">4923 10478 7533,'-26'-2'1638,"41"24"0,17 12-819,-7-7 0,4 3 0,1 1 0,1-1-1639,2 2 1,1 0 0,1-1 0,-2-1 690,-1-2 1,1 0 0,-3-2-1,-4-4 1,0 3 0,-13-11 0,-14-14-1</inkml:trace>
  <inkml:trace contextRef="#ctx0" brushRef="#br0" timeOffset="205501">1711 12100 7533,'-18'-17'3276,"-7"-17"-256,13 21-2120,-11-11-541,13 24-718,0 16-181,2 11-450,8 3 361,0 3 719,0-15 2069,0-9-1710,0-32 451,-16 7-540,5-17-2609,-15 25-180,16 24 2429,26 27 0,1-16 0,3 3 0,1-4 0,0 0 0,0 0 0</inkml:trace>
  <inkml:trace contextRef="#ctx0" brushRef="#br0" timeOffset="206061">1923 12471 7533,'-20'-10'3276,"-11"-14"-76,27 20-1761,-20-11-719,22 15-900,-6 0-450,8 15-179,8-3 269,2 14 810,8-9 90,-8-7 1079,5-18-90,-5 4-180,-8-19-809,4 13-810,-22 0-809,14 2-2018,-6 16 3106,8 10 1,16 17 0,4 10 0</inkml:trace>
  <inkml:trace contextRef="#ctx0" brushRef="#br0" timeOffset="206601">1446 12594 7533,'-29'-29'1638,"7"11"0,5 4 1638,13 12-2722,-12-5-374,16 7-990,0 0 180,16 7 810,-12-5 630,19 6-1,-21-23-1079,-2 3 450,-25-14 90,-5 17-540,-13 1-1439,24 8-359,3 8 2068,47 1 0,5 3 0,7 2 0,-3-5 0,-1 0 0,1 0 0</inkml:trace>
  <inkml:trace contextRef="#ctx0" brushRef="#br0" timeOffset="207638">2699 12100 7533,'-10'-37'3276,"2"-12"-706,8 12-861,8-8-1529,-6 17 720,6-3 179,-16 27-899,-2-12-360,-23 16-270,3 9 0,-6 6 1,2 1 359,-9 2 0,2 5 60,5 0 0,-1 5 0,6-1 30,2 3 0,9 3 60,10-1 0,4 5 0,4 2 239,4 7 1,4 4 0,0-3-330,-3-9 0,1-1 1,2-1 58,2 5 1,2 0 0,8-9 150,10-13 0,6-6 0,0-4-90,2 0 0,2-4 0,1 1 0,3-1 0,-1-8 239,-2-16 1,-2-8 0,-3-2 165,-2-1 0,-4-4 14,-5-6 1,-3-5 0,-4 4-240,-4 8 0,-8 0-360,-15-12 0,-10-5 0,-2 5-45,-3 6 0,-1 2 75,3 0 0,0-3 0,-1 7-1579,-3 6 1,7 11 1609,20 14 1,-5 45 0,10-6 0,-1 1 0</inkml:trace>
  <inkml:trace contextRef="#ctx0" brushRef="#br0" timeOffset="208191">2663 12418 7982,'-7'-45'1638,"30"66"0,7 9 1638,-9-26-3086,3 15 0,9 15 1,2 7-1,-6-2 1,-13-8-1,-20 14 0,14-6 1,0-1-1,0 1 1</inkml:trace>
  <inkml:trace contextRef="#ctx0" brushRef="#br0" timeOffset="221208">1940 14041 7982,'-10'-20'1979,"3"-4"-899,7 15-181,0-17-539,0 14 629,7-11 1,-5 13-630,6 0 179,-8 2 1,0 8-900,0 0 270,-8 8-180,6-6 270,-5 14-90,7-14 180,0 6 540,0-8 360,0-8-181,0-2-449,0 0-630,0-5 360,-8 20 450,-2 21-480,0 2 0,-1 7 0,-1 4-195,-1 1 0,0 4 0,0 3 0,-1 0-166,0-2 1,0 2-1,-1 1 1,0 0-1,0-1 319,1-1 0,0 0 0,0-1 0,-1 0 0,0-1 287,0-4 1,-1-1 0,0 0 0,1-2 0,0-2 83,-1 7 1,1-4 0,-1-2-75,-6 2 0,1-6 135,4 1 90,9-33-1890,8-33-1927,0 2 3058,15-12 1,1 21 0,4 2-1,7 2 1,1-1 0</inkml:trace>
  <inkml:trace contextRef="#ctx0" brushRef="#br0" timeOffset="222446">1976 14058 7533,'-28'-25'2608,"10"13"-2158,11-4 359,7 16 2467,0 0-2054,0 24-772,0-3 404,6 10 1,3 5-316,4 6 1,2 4-473,-5-11 1,2 2-1,-1 2 1,1-1 156,-1 0 1,1 0 0,-1-1 0,0-1-255,1 6 0,0-2 0,-1-4 480,-2 0 0,0-15-540,-1-31-2069,0-26 1739,4 2 0,6-8 1,1-5 509,-5 6 0,0-5 0,1-2 0,1 0 0,-1 2 233,0 2 1,1 0 0,0 1 0,-1-1 0,-1 1-288,-1 0 0,0-3 0,-1 2 0,-1 4 0,-1 7-711,2-5 0,0 19 1244,-1 43 1,0 30 0,0 6-181,-4-18 1,-1 5 0,0 3 0,0 2 0,1 0 0,0-1-455,1-8 1,1 1 0,0-1 0,0 1 0,1-1 0,-2 1-1,0-2-100,-1 7 0,-2 2 0,0-1 0,0-2 1,2-5-1,1-7-1474,13 14 1,-1-20 818,-8-28 1,-12-10 0,-19 28 0</inkml:trace>
  <inkml:trace contextRef="#ctx0" brushRef="#br0" timeOffset="223570">3175 14746 7533,'10'-28'1092,"0"-1"0,1 3 0,-7 3 2184,-43 6-2999,-4 20 0,-2 15-427,10 12 0,4 9 0,15 2 599,19-3 1,12 1 0,8-10 642,6-14 0,8-9 0,-1-8-355,3-10 0,0-11 0,-8-6-1830,-5-15 1,-10-7 0,-13 7 623,-24 5 1,1 19 0,38 51 0,7-4 0,1 0 0,-1-1 0</inkml:trace>
  <inkml:trace contextRef="#ctx0" brushRef="#br0" timeOffset="224457">4163 13741 7533,'-14'-24'1638,"0"1"0,-3-18 1638,17 46-2432,3 22 0,4 17 1,0 7-924,-3-15 0,-1 7 0,0 3 1,-1 2-1,1 2 0,1-1 1,0-3-1,1-3-155,3 5 0,1-3 0,0-2 0,0 1 1,-1 3 397,-3 7 1,-1 9 0,-1 2 0,0-8 0,0-16 0,0-25 105,5-38-660,-24-2 0,-15-4 0,-4 8 750,0 12 0,-4 9 0,-1 4-203,4 0 1,-3 3-1,2 5 1,4 4 201,-5 17 1,5 9 0,14-1 569,15-6 1,8 0-1,12-8-637,13-12 1,13-9-1,3-4 1,-4-1-353,-5 0 0,-2-1 0,1-4-760,6-5 1,4-3 0,-5-1 0,-15 2-1,-15 0 1,-10 18 0,-10 11 0</inkml:trace>
  <inkml:trace contextRef="#ctx0" brushRef="#br0" timeOffset="225078">4463 14623 7533,'-9'-26'1638,"0"1"0,-1-7 1202,2 7-2660,1 42-180,-3 17 0,2 9 60,1-6 0,2 4 0,5-1-480,8 0 0,5 0 1,5-7 329,10-3 0,5-13 479,1-18 1,4-11 0,-4-8 359,-6-13 1,-5-9 0,-2 1 179,-1 9 1,-3 0-1,-3 2-389,-2-13 0,-6 18-1350,-6 48 180,-1 0 1,0 5-1,2 19 1,6 2-1010,8-7 1,5-4-1,-3-8 1,2-5 1252,15 1 1,-16-36 0,-11-17-1</inkml:trace>
  <inkml:trace contextRef="#ctx0" brushRef="#br0" timeOffset="225566">5340 14499 7533,'-6'-35'3276,"1"7"0,5-5 0,-6 6-4919,-17-1 1463,-5 33 0,-4 12 405,-1 7 0,4 9-255,9-3 0,3 5 0,9 0-300,12 1 0,10 1 1,3-5 463,10 4 1,5-7 285,-2-10 0,3-3 0,-6-2 2188,6 4-2338,-67 15-990,5-14 1,-5-1-920,-10 1 1,1 0 1070,15-3 0,6 1 0,6 1 0,23-1 0</inkml:trace>
  <inkml:trace contextRef="#ctx0" brushRef="#br0" timeOffset="226987">6621 14058 7533,'-7'-27'3276,"-10"-14"-706,15 35-2390,-15 23-90,10 17 0,3 16 0,1 8 0,-1-2-285,0-8 0,0 1 1,0 0-1,0 2 1,0 1 425,1-9 0,-1 2 0,0 2 1,0-1-1,1-1 0,-1-3 1,1-2 85,-1 14 1,0 1 0,1-11 0,2-27-48,7-44-690,-3-7 1,0-10-1,-1-7 10,-2 14 0,0-4 1,0-5-1,-1-1 1,0-2-1,0 1 0,0 1 1,1 3 587,0-5 1,0 1 0,0 2 0,0-1-1,0 1 1,1-2 289,-1 2 0,-2-1 0,0-1 0,1 1 0,3 1 0,2 2 0,6 4 187,7-6 0,5 1 1,4 4-1,4 8 0,2 12-382,11 16 1,5 16-1,2 7 1,-2-3-229,-4-6 0,0-2 0,-3 5 0,-6 9 296,-7 14 1,-4 11 0,-5 6 0,-8-2 0,-8-7-73,-14-2 1,-11-4 0,-7-2-675,-2 0 0,-8 1 1,-2-5-1,1-7-315,-4-9 1,-1-8-1,2-4-373,5-1 1,1-3 0,7-2 436,-4-6 1,76 16-1,-6 3 1,-1 0 0</inkml:trace>
  <inkml:trace contextRef="#ctx0" brushRef="#br0" timeOffset="227670">7211 14552 7533,'-26'-15'1638,"0"1"0,-15-10 752,2 40-1940,5 11-31,14 10 1,3 12 0,4-3-420,6-4 0,10-2 60,18 1 0,12 0 0,1-21 390,-5-30 0,2-17 0,-1-3 59,4 0 1,-1-4 0,-13-4-301,-19-9 1,-15-3 0,-5 6-1694,-11 3 0,4 19 1484,16 32 0,27 6 0,15 2 0,10 1 0,1 1 0,-1-1 0</inkml:trace>
  <inkml:trace contextRef="#ctx0" brushRef="#br0" timeOffset="228138">7605 14570 7533,'-18'-36'3276,"10"17"0,-2 66-2505,13-2 1,4 4-727,-1 6 0,7-12 674,12-30 1,3-14 59,-4-29 1,-3-19 0,-1 0-271,0 10 1,-1-1 0,1 2-480,-1-6 0,0 2 0,0 22 15,3 42 0,-1 17-90,-6-13 0,-2 4-405,3 11 0,0 6 1,-3-5-1190,-5-6 1,-1-4 1124,5 3 0,-1-5 0,2-6 0,-1-44 0</inkml:trace>
  <inkml:trace contextRef="#ctx0" brushRef="#br0" timeOffset="228939">8331 14711 7533,'-46'0'3276,"37"0"-1695,18 0-1012,24-8 1,16-7 0,-1-1-390,-12 2 0,-1-1 0,-2-5 44,-4-6 1,1-5 0,-4-2 0,-9 3-45,-6-7 0,-15 2-90,-14 6 0,-11 2 0,-2 8-225,-10 13 0,-3 12-285,11 6 0,-2 6 1,5 3 553,-7 12 1,11 9 247,18-5 1,6 7-1,5 2 1,1-5 36,2-1 1,2-3 0,8 0-25,4-5 1,5 4 0,4-2 0,2-5 0,-2-9-366,9-10 0,1-11 0,1 0-420,8 2 0,1-2 0,-5-9-703,-14-13 1,-4-6 0,-9 2 920,-10-4 0,-14 33 0,-10 21 0,0 1 0</inkml:trace>
  <inkml:trace contextRef="#ctx0" brushRef="#br0" timeOffset="229502">8984 14640 7533,'-12'-42'1638,"0"0"0,3-3 0,2 10 0,3 13 895,10 69-2174,-2-22 1,-1 3-90,-1 16 0,-1 8 0,2-5-405,1 1 0,8-14-135,13-25 0,4-12 180,-6-12 0,-1-13 324,-4-1 0,1-9 0,-1-4 0,-1 1 0,-3 7 575,-1-8 1,-1 6-496,5-1 1,-2 17-135,-10 40 0,-4 17-480,1 7 0,-1 8 1,3-1-794,1-8 1,1-2 0,1 0 265,-3-2 0,1-1 1,4-9 826,22-6 0,5-52 0,-14 2 0,0 1 0</inkml:trace>
  <inkml:trace contextRef="#ctx0" brushRef="#br0" timeOffset="230103">9832 14499 7533,'0'-32'1092,"0"-1"0,2 7 0,2 2 2184,3-18 0,-12 21-3198,-21 8 0,-10 8 327,-4 13 0,-2 10-256,2 1 1,-2 5 0,6 3-180,10 2 0,5 2 0,9 1-90,14 1 0,9 1 1,5-3 208,10 1 1,6-3 0,3-3 120,4-7 0,2-3 0,-5 3 882,-7 6 0,-4 2 0,-5-4-320,6 2-623,-40 0 1,-17 5 0,-2-6 210,-6-9 0,-5-5-270,2 4 0,-3 2 0,8-3-3367,-6 3 0,23-16 2730,55 8 1,-10 3 0,1 3 0,1 5 0,-1 0 0</inkml:trace>
  <inkml:trace contextRef="#ctx0" brushRef="#br0" timeOffset="230383">10177 14958 7533,'-5'-26'819,"4"15"0,-16 11 0,3 19 0</inkml:trace>
  <inkml:trace contextRef="#ctx0" brushRef="#br0" timeOffset="234834">1764 15963 6183,'-10'-35'360,"5"10"0,2-1-45,2-4 0,2-3-225,4-14 0,-2-2 89,-4 11 1,-4 0 45,-4-11 0,-7 6-90,-2 21 0,-3 4-45,-2 0 0,0 3-180,-10 7-180,23 8 0,3 8 450,30 10 180,14-6-180,6-4 0,8-1-31,-9-3 1,2-2 0,4 0-443,-3 1 0,3-1 1,2 0-1,1 1 329,-8-1 0,1 0 0,1-1 0,0 1 0,1 1-72,2 0 0,0 0 0,1 1 0,1-1 0,2-1 48,-8-1 1,2 0 0,0-1 0,1-1 0,1 1 0,-1 0 0,0 1 12,1 1 1,-1 0 0,0 1 0,1-1 0,0 1-1,1-1 1,1 0-258,-5-1 1,1-1-1,0 1 1,1-1 0,1 0-1,0-1 1,-1 1-1,1 1 1,-1-1 241,0 1 0,0-1 0,-1 1 0,1 0 0,0 1 0,0-1 0,0-1 0,1 1 0,-1 0-30,2-1 0,0 1 0,0-1 0,0 0 0,0 1 0,1-2 0,0 1 0,2 0 0,1-1 13,-9 0 0,0 0 0,2-1 0,0 0 0,1 1 0,0-1 0,0-1 1,1 1-1,0 0 0,-1 0 0,1 0 0,-2 0 0,1 0 29,1 0 1,0 1-1,0-1 1,-1 0-1,0 1 1,0-1-1,1 0 1,0 0-1,1 1 1,0-1-1,1 0 1,2 0-7,-6 0 1,2 0 0,1 0 0,2-1 0,0 1 0,1 0 0,0-1 0,0 1 0,0 0-1,-1-1 1,0 1 0,-2 0 0,-1-1 0,-1 1 0,-3 0 0,-1 0-17,7 0 0,-2 0 0,-3-1 0,-2 1 0,-1 0 0,1 0 0,0 0 0,3 1 0,2 0 7,-2 0 1,2 1-1,2 0 1,2 0-1,0 1 1,0 0-1,0-1 1,0 2-1,-1-1 1,-1 0-1,-2 0 1,-1 1-299,1-1 1,-2 1-1,0 0 1,-2 1-1,0-1 1,-1 0-1,0 1 1,1-1 0,0 0 278,6 1 1,-1 0 0,-1-1 0,1 1-1,0 0 1,1-1 0,2 0 0,0 0 51,-6-1 1,3-1 0,1 1 0,2-1 0,-1 0 0,1 0 0,-2-1 0,-1 1 0,-3 0 0,-3-1-1,-4 1 42,7 0 1,-6-1 0,-2 1-1,-1-1 1,4-1 22,4-2 0,3-2 0,2-1 0,-2 0 0,-4 2 0,-7 3-555,12 3 0,-6 1-454,3-4 1,-6 6 903,-14 21 0,-14 1 0,-25-8 0,-18 11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09:15:07.219"/>
    </inkml:context>
    <inkml:brush xml:id="br0">
      <inkml:brushProperty name="width" value="0.09071" units="cm"/>
      <inkml:brushProperty name="height" value="0.09071" units="cm"/>
    </inkml:brush>
    <inkml:brush xml:id="br1">
      <inkml:brushProperty name="width" value="0.09071" units="cm"/>
      <inkml:brushProperty name="height" value="0.09071" units="cm"/>
      <inkml:brushProperty name="color" value="#A020F0"/>
    </inkml:brush>
  </inkml:definitions>
  <inkml:trace contextRef="#ctx0" brushRef="#br0">3193 8361 7623,'9'-20'3148,"-9"-3"-2249,-2 21-539,-5-6 720,7 0 539,-8-2-630,-2 0-1169,-8 3 90,9-1 0,1-2 1439,8 32-1349,4 9 0,2 11 0,-1 2-150,-1 5 0,0 1 1,0-2 29,2-7 0,0-3 0,0-1-555,-1 14 1,-2-22 674,-3-52 0,7 23 0,3 0 0</inkml:trace>
  <inkml:trace contextRef="#ctx0" brushRef="#br0" timeOffset="1542">3351 8114 7263,'-11'-28'1638,"-1"1"0,-10-8-443,-4 20 1,-6 6-1241,-13 3 0,-5 10 0,18 7 0,-2 5 0,0 5 0,-1 2 278,1 2 1,-1 4 0,0 3 0,1 1 0,2 1-198,1 1 0,2 3 0,2 1 0,1 0 0,2 0 0,1-3 0,2 1 0,1-1 0,3 2 0,3-1 9,3 10 0,3 1 0,5-2 0,8-7 404,15 3 1,11-5-203,-6-7 1,5 1-1,3-1 1,2-6-361,4-7 1,2-7-1,2-2 1,-1 0 89,-3 1 1,-1-1-1,1-1 1,0-3 247,1-1 0,1 0 0,-1-5 0,-3-8 594,1-15 0,-3-10 0,-3-5 0,-3 1-64,-5 7 0,-2-1 0,-3-1 0,-2-4-396,-4 0 1,-1-5 0,-2-2 0,-2-1 0,-4 3 0,-4 3-1,-5-3 1,-5 4 0,-5 1 0,-2 1-270,-5-1 0,-3 1 0,-3 3 0,-1 4-1183,-4 2 1,-2 5 0,1 3 436,-8 2 1,10 3-1,24-1 1,57 7 0</inkml:trace>
  <inkml:trace contextRef="#ctx0" brushRef="#br0" timeOffset="5047">5033 8537 6183,'-19'0'3059,"1"0"-1800,6-8-180,-1 6 361,6-5-451,-4 7 180,5-8-539,-1 6 180,-3-14-900,8 14 809,-3-6 990,5 8 450,43 8-2114,-18-6 0,5-2-351,5-1 0,8 0 0,5-1 1,-1 0-1,-7 0 725,-1 1 1,-4 0 0,2-1-173,4-3 0,6-2 1,-5 2-1,-12 7-2135,-10 13 1460,-21 17 1,-12 15 0,-1 1 0,8-14 427,16-10 0,-8 16 0,-1 10 0,7-23 0,24-62 0,-1 0 0</inkml:trace>
  <inkml:trace contextRef="#ctx0" brushRef="#br0" timeOffset="5833">6178 8149 10771,'-14'-43'2428,"3"21"-2068,-26 25 0,-3 10-450,16 5 413,4 3 1,-7 9 0,-1 7 0,4 2 0,7 0 331,9 6 0,7 4 1,5 1-1,2 1 0,0-3-603,-1-2 0,1-2 1,1 1-1,1-1 1,-2 1-1,-1 3 1,-2 3-1,1-1 1,2-5-1,4-8 1,16-4-1,0 1 1</inkml:trace>
  <inkml:trace contextRef="#ctx0" brushRef="#br0" timeOffset="22865">6436 8467 9332,'-14'0'449,"3"-8"91,6 6-90,3-14 1079,-8 6-1079,3-7 89,0 7 1,2 2-180,5 0 90,0-2-720,0 1 720,0 32-271,0 1-134,0 16 0,0 10-1116,0-5 1,0 4-1,0-4 1251,0-4 0,0 0 209,0 10 1,0 4 0,0-20 420,0-27 1169,0 8-1799,0-36-450,0-23-180,0 17 0,0-1 1741,-1-3 1,2-2-1517,3-7 0,3-1 135,3-3 0,4-2 90,-2 13 0,0-1 0,2 0-204,4-2 0,0-1 0,1 1 234,-2 2 0,0-1 0,0 3 105,7-7 0,1 4 179,-5 3 1,2 11 225,21 26-450,-16 7-225,-3 26 0,-3 5 135,-5-15 45,1 11 0,-5-2 135,-11-16 72,-29 13-297,-1-18 1,-5 0 448,-5 3 1,0 3 134,1 0 1,3 1-315,8-3 0,5 3 90,9 7 0,8 2-90,7-8 0,6-1 44,6 9 1,5-3 449,5-7 1,3-3-360,0-1 0,0-4-1799,17-4-1838,-13 21 0,-7-20 2457,-6 5 1,6-17 0,7-10 0</inkml:trace>
  <inkml:trace contextRef="#ctx0" brushRef="#br0" timeOffset="23596">7027 8908 16168,'15'-42'-36,"0"1"0,0 0 0,-2 4 0,-2 1 0,2-1-54,2-4 0,2-2 0,0 10 1439,17 0-135,-16 66 1,0 20-2308,-4-23 1,2 1 0,-1 0-1,-4 3 1,-1 0 0,3-6 954,25 3 0,-24-41 0,11-7 0</inkml:trace>
  <inkml:trace contextRef="#ctx0" brushRef="#br0" timeOffset="24745">7777 8467 5824,'-23'-34'3276,"-14"21"-1638,-9 17 0,-2 15-974,17 4 0,3 8 1,9 5-162,13 1 1,7 8 0,5 1 0,6-4-1,5-12 6,20-7 1,10-14 0,0-7 269,0-8 1,0-7 0,-8-12-960,-13-6 0,-4-9 0,-6-3 1,-6 1 179,-7 1 0,-6-3 0,-4 5 0,-1 12 0,-11 7 0,48 38 0,1-1 0</inkml:trace>
  <inkml:trace contextRef="#ctx0" brushRef="#br0" timeOffset="25165">8134 8096 6993,'34'20'546,"0"-1"0,0 1 0,-9 8 0,-2 5 0,-2 4 0,-3 2 109,-2 3 0,-1 3 1,-3 3-1,-3 0 0,-4-1 0,-2-3 0,-2 1 1,-4 0-1,-3-2 0,-5-3-1066,-10 4 0,-6-3 1,-4-4-1,2-4-682,0-6 1,1-4 0,1-4 758,-3-5 0,14-3 0,39-3 0,24-8 0</inkml:trace>
  <inkml:trace contextRef="#ctx0" brushRef="#br0" timeOffset="26123">9057 8537 8792,'-24'-6'3276,"37"-13"-2457,14 10 0,14 3 0,5 2 0,-5 1-1912,-4 2 1,-1 1 0,2 1 623,5-2 1,6 0 0,-4 2 0,-13 6 0,-4 24 0,-49-21 0</inkml:trace>
  <inkml:trace contextRef="#ctx0" brushRef="#br0" timeOffset="26725">9045 8802 7892,'-11'-20'3276,"-3"5"0,-4 15-383,5 0-1184,51 0-1462,-2 0 1,9 0-1,4 0 1,-4 0-278,-2-1 0,-2 1 0,4 1-258,-5-1 0,6 1 0,0 1 0,-4 0 0,-8 0 63,-5 3 1,-6 0-3053,4 5 0,-28-2 2509,-5-8 0,6-16 1,0-3-1</inkml:trace>
  <inkml:trace contextRef="#ctx0" brushRef="#br0" timeOffset="27609">9451 8361 7533,'-30'-16'2878,"9"4"-539,-2-5-630,28 9 719,24 24-1709,6-3 1,9 2 0,-5 0-630,-5 1 0,0 1 22,4 0 1,7 1-1,-1 1 1,-9 0 67,-10 0 0,-3 1 89,15 2 1,-2 1-1079,-6 10 359,-22-23-270,-2-2 361,-5-8 179,0 0-180,-22 23 270,-10 5 0,-7 5 674,10-6 1,-3 3 0,0 0 0,-1-1-406,2-5 1,-1-2 0,1 0 0,-1 0 67,0 2 1,-2 2-1,3-3 1,4-6-788,-18 1-2737,23-11 0,39-14 0,4 5 2879,3-6 0,16 0 0,0-2 0</inkml:trace>
  <inkml:trace contextRef="#ctx0" brushRef="#br0" timeOffset="28559">10411 8608 6903,'-33'0'3276,"9"-8"0,24 6 0,24-14-1894,6 11 1,6 1-1248,9-5 0,5 0-615,-2 5 0,4 1 1,-5 0 389,0-1 0,-4 0-1067,2 4 1,-10 0 1426,-24 0 899,-11 0-989,0 8-135,-1 17 0,2 7-1684,3 6 1,2 0 533,-2-3 0,1-1-534,2-1 1,3-11 1265,-3-22 1,9 0-1,-2 0 1</inkml:trace>
  <inkml:trace contextRef="#ctx0" brushRef="#br0" timeOffset="29433">12059 8308 7533,'0'-27'1638,"0"1"0,0-11 1638,0 3-474,-27 17-2262,-12 7-630,0 13 0,-7 10 22,13 0 1,-2 5 0,-1 4-1,2 1 405,1 5 1,1 4-1,0 2 1,2 0-159,-1-3 1,-1 0 0,4 1 0,7 5 629,5 10 1,7 7 0,8-1-1,14-9-1236,15-17 1,13-6-1,7-4 1,-1 0 0,-8 5 426,-11 6 0,-6 3 0,1-1 0,8-8 0,10-9 0,13-5 0,4-3 0,-5-4 0,-15-2 0,-22-1 0,-23-2 0,26-12 0</inkml:trace>
  <inkml:trace contextRef="#ctx0" brushRef="#br0" timeOffset="31703">16798 8396 7533,'-24'0'3276,"10"0"0,19 0-474,10 31-2352,-4 8 0,-3 9-226,-5-5 1,-4 6 0,0 2 0,0-2-203,1-9 1,-1-2 0,0 0-1,1-1-1115,-2 15 1,0-1 0,6-27-2185,9-46 2730,1-23 1,-3-2 0,0-2 0,-5 21 0,1 0 0</inkml:trace>
  <inkml:trace contextRef="#ctx0" brushRef="#br0" timeOffset="32233">16835 8378 0,'-17'-32'949,"0"0"1,7-2 0,2-1 688,-7-6 0,7 0 0,16-4 0,12 8 0,11 20 0,7 10-546,-5 5 0,3 5 0,1 4-955,-2 4 1,1 4 0,0 4 0,-2 1-198,6 8 0,-4 5 0,-1-2 466,-4-8 1,-1-1-1,-11 5-316,-16 12 0,-13 5 0,-6-7-855,-12-11 1,-6-1 629,9 0 0,-1 5 0,-1-1 0,-1-5 135,-4-6 0,-2-4 0,3-1 135,-2 2 0,2-3 1426,-3-5 0,4-6-4838,2-19 0,5-1 3256,34 1 1,31 41 0,-10-3-1,0 0 1</inkml:trace>
  <inkml:trace contextRef="#ctx0" brushRef="#br0" timeOffset="32848">17290 8837 7533,'-19'8'2608,"7"-6"-2338,1 14 1368,6 10 0,3 4 753,-5 15-2032,5-2 1,4-1 2339,10 3-1710,-3-41-629,2-34-480,-10 1 0,-2-8 0,1-1 30,-2-3 0,1-3 0,4 2 240,4 3 0,4 2 0,-2 1-150,-6-7 0,6 10 360,17 20 0,4 10-135,-2 9 0,0 6-1864,11 4 1,-1 3-1,-7-1 1,-4 1 982,0 2 1,-8 2-1,-18 12 1,-3 0 0</inkml:trace>
  <inkml:trace contextRef="#ctx0" brushRef="#br0" timeOffset="33420">17684 8890 12930,'30'-20'1638,"-2"8"0,3 1-1028,1 7 1,1-2-521,12-15 0,-3-7 494,-15 2 1,-8-5-405,-13-5 0,-12 0-315,-17 3 0,-11 13-495,0 21 1,-3 13-1,3 8 1449,6 7 0,4 10 0,2 2 0,4-1 248,-1 3 0,4-1 0,9 2-753,10 0 1,6 4 0,6-5 0,5-13-1665,20-17 1,7-14 256,-9-2 1,1-5 0,-4-3 436,-4-9 1,-7 1-1,-8 9 1,-32 32 0</inkml:trace>
  <inkml:trace contextRef="#ctx0" brushRef="#br0" timeOffset="34297">18139 8890 7533,'9'-37'1092,"0"0"0,-3 3 0,2 9 2184,4 15 0,-6 20-1714,-10 15 0,-4 9-1697,2 11 0,10-8 315,23-31 900,-6 11-451,-6-38 1,2-19 0,-3 9-1620,-2 16 900,-1 18-135,-5 25 1,1 7 853,6-10 1,4-9-630,27-23 202,-20-16 0,3-11 1,-1-5-1,-3 5 922,1-11 1,2 6-1515,2 12 0,4 4 1,-8 16 658,-15 31 1,-5 15-150,3-2 0,1 3 0,0-2-1759,4 6 1,1-7-1639,7-2 2914,20-29 0,-24-8 0,13 4 1</inkml:trace>
  <inkml:trace contextRef="#ctx0" brushRef="#br0" timeOffset="34492">18927 8996 7533,'-26'-20'819,"14"5"0,18 30 0,13 5 0</inkml:trace>
  <inkml:trace contextRef="#ctx0" brushRef="#br0" timeOffset="36066">27615 8449 5914,'13'-8'3276,"-7"-9"-1245,-8 5-772,-3-20 1439,5 21-2158,5-23 0,-3 23 359,3-13-719,-5 22 2249,0 26-1770,3 6 1,1 9 0,0 1-840,-2-3 0,-1 1 0,0 1 0,4-2-913,6 7 1,4-1 0,-1-4 436,-3 10 1,1-20-1,7-56 1,-21-18 0</inkml:trace>
  <inkml:trace contextRef="#ctx0" brushRef="#br0" timeOffset="39944">2981 9984 7982,'-20'-10'1440,"5"-6"-181,7 14-450,6-14 541,-14 7-541,14-9 630,2 0-539,10 1-91,16-9 91,9 7-675,-10 5 0,3 2-46,2 5 1,2 4-450,4 5 1,-1 4-316,-10 2 0,-3 4 270,-1 7 1,-9 5-136,-18 9 0,-11 3 270,-4 1 0,-5 0 300,1-7 0,-2 0 0,-2-2 359,3-3 1,-2-2 0,2 0 689,-7 8 1,3-1-406,6-8 1,5 1-315,9 12 449,20-17-539,18-3-135,11-12 0,4-4-1395,-12 5 1,1 0 76,1-3 1,3-2 0,-3 1 776,-4 1 0,-3-2 0,1-7 0,-21-2 0</inkml:trace>
  <inkml:trace contextRef="#ctx0" brushRef="#br0" timeOffset="40891">3281 9737 8972,'-13'-22'1638,"0"1"0,-6-17-353,0 8 1,-3 2-837,-16-4-494,-3 13 0,-10 13-135,14 18 0,-4 12 0,-2 6 1,0 2-1,3-3 359,1-1 1,2 1 0,0 0 0,0 5-44,3-4 1,-2 4 0,0 2 0,2 0 0,4 0 0,7-1 200,7 3 0,6-1 1,4 0-1,3-2-37,4 7 0,5-1 0,7 0-8,4-4 0,7 1 1,2-1-1,1-2-90,-2-3 1,1-1-1,2-1 1,5-2 138,3 1 1,5 0 0,2-2 0,2-4 0,1-9-507,-6-10 0,2-5 0,1-4 0,0-3 0,-1-3 0,-1 0 363,5-2 0,0-1 0,-1-4 0,-2-3 0,-3-5 348,-7 0 0,1-4 0,-2-3 0,-3-2 0,-5-1 0,-6-2-97,-5-6 1,-7-3 0,-6-1 0,-4 0 0,-3 2-325,-5 1 1,-6 1 0,-3 0 0,-3 2 0,1 2-126,0 4 0,-2 1 0,-1 1 0,0 3 0,2 0 0,-6-10 0,2 3 0,2 7 0,-9 0 0</inkml:trace>
  <inkml:trace contextRef="#ctx0" brushRef="#br0" timeOffset="43708">7027 9984 7533,'7'-20'3276,"-1"-11"0,-6 19 0,5-21-601,-4 13-1416,-23-5-1799,-16 19 0,-8 10 270,6 1 1,-4 7 179,3 3 0,-6 4 0,0 5 0,8 2 562,12 3 0,4 4 1,3 1-1,-3-2-491,-11 4 1,0-1 0,6 2 287,10 2 1,5 3 0,12-2 629,16-1 1,13-1 0,0-5-810,-1 0 0,7-5-746,3-12 1,10-2-1,4-3 1,-2-2 0,-8-3 186,5-3 1,-2-6 0,2-3 0,2-3 0,-24 9 0,-48 19 0</inkml:trace>
  <inkml:trace contextRef="#ctx0" brushRef="#br0" timeOffset="46184">16847 9878 7533,'-12'-26'3276,"-1"7"-2145,6 1-591,2 10 539,5 47-584,-3 4 0,1 3-540,1-11 0,0 4 99,0 2 0,-2 9 0,1 2 0,0-2 0,0-12-99,1-7 0,0-1 90,2 11 0,0 8 0,1-2 0,0-17-1125,0-19 1,9-3-2198,-11-49 617,0 0 2210,0 1 1,0-4 449,0 7 0,0-1 0,0 1 0,0-6 0,0-4 269,0 10 1,0-5 0,0-2 0,0 1 0,0 5 569,-1-2 1,1 3-1,1-2-20,-2-3 0,0-4 0,3 3 0,9 12 819,21 7 0,10 16-1565,-3 16 1,3 11 0,-2 1-14,-5 0 0,-2 1 0,-1 3 59,9 7 1,-1 2 0,-16 1-742,-23 1 1,-10-1 621,8-4 0,-7-2-570,-16 0 1,-12-1-1,-1-5 420,1-6 0,-1-4 1,-2-3 478,-6 0 1,-1-4 0,3-1-1050,-8-2 1,10-6-2558,18-14 0,60 1 2716,0 7 1,-3 11 0,0 6 0,12 12 0</inkml:trace>
  <inkml:trace contextRef="#ctx0" brushRef="#br0" timeOffset="46776">17228 10407 6183,'-7'41'3276,"2"-17"0,5 9 0,-6-33-1860,0-33-1476,3-1 0,0-8 0,2 0 150,3 0 0,3-1 0,-1 1-60,0-2 0,0 0 0,3 4-30,6-2 0,4 12 270,13 22-135,-5 24 0,4 7-1228,0-9 1,4-1 0,-3 1 545,0 11 1,0-3 0,6-4 0,-11-12 0,-26-16 0</inkml:trace>
  <inkml:trace contextRef="#ctx0" brushRef="#br0" timeOffset="47435">17574 10319 7533,'-14'0'3276,"63"8"-2666,-6-18 1,0-10 288,-5-12 1,-9-6-495,-11 6 0,-11-1-765,-22-11 0,-14 13 270,0 36 0,-5 14 0,4 5 1259,2 11 1,7 8-421,5-1 1,3 5 0,10-3-870,11-10 0,7-3 0,5-4-973,8-5 1,5-5 0,2-5 678,12-5 1,-2-8 0,-12-2 0,-11-4-1,-21 0 1</inkml:trace>
  <inkml:trace contextRef="#ctx0" brushRef="#br0" timeOffset="48237">18028 10283 7533,'-7'-37'3276,"2"12"0,5 56-2055,-5 16 1,4 2-1177,12-23 0,5-7-225,23-7 419,-16-37 1,-2-19 0,0 1 179,-3 9 1,-1 0 0,-2 4-869,9-11-46,-18 75 0,-3 20 585,2-7 0,8-9-90,25-19 0,6-17-150,-18-19 0,-1-11 0,1 1 1242,8 2 0,0 0 0,-4 0-211,-6-12 0,-6 15-1841,-8 46 1,-4 22-1,0-2-679,6-5 1,-1 0 931,-6-3 1,-1 1-1,4-6 51,12-4 1,-1-14-1,-3-37 1,7-5 0</inkml:trace>
  <inkml:trace contextRef="#ctx0" brushRef="#br0" timeOffset="50108">27516 9931 7533,'-24'-8'3276,"26"-2"0,19 0-2457,10 0 0,13-2 0,4 1 0,-6 5 273,-7 6 0,-3 4 0,3 0-1040,7-4 0,6-2 0,-6 4 0,-17 10-532,-24 14 0,-15 9 1,-4 0 509,-7 4 0,-5 1 0,-4 0 347,7-10 1,-3 1 0,-1 0 0,1-2 0,3-1 131,-8 5 1,2-2 0,10-1 749,13 7 0,15-7-1034,29-17 0,15-10-1035,-9-6 1,6-3-1,0-2 1,-1 1 809,4 2 0,-1 0 0,-3 1 0,-6-1 0,-2 0 0,-9 6 0,-4 10 0</inkml:trace>
  <inkml:trace contextRef="#ctx0" brushRef="#br0" timeOffset="55075">3016 11483 6633,'0'-10'-809,"0"-6"809,-8 14 629,-1-13-179,-1 13 180,2-6-360,0 8 539,-2 0-89,1 0 179,1 0 91,0 0-1,6 0-359,-14-8-91,6 6-359,1-6 630,1 8 359,-8 0 180,12 0-809,-11 0 0,15 0-91,0 0 361,15-7-360,28-3-360,-16 4 0,3 2-390,5 7 0,4 3 0,-3 1 255,-4-2 0,-1 3-15,2 4 0,3 3 0,-7-1 60,-6 6-270,8 13-989,-70-5 629,20-11 1,-3 1 269,-16 0 0,-2-1 495,4 1 0,1 0 0,7-4 0,1-1 0,0 0 0,3 0-585,5 4 0,11-7 360,18 6 1260,39-6-226,-6 5 1,2 3-900,-13-7 0,1-1 0,14 6 0,-6 2-495,-22 7 990,-9 10-406,-18-12 1,-9 0-225,-9-2 0,-7 1 1,-2-5 598,-7-3 1,-2-4 0,0-2-570,5-1 0,1 0 0,2-6-435,-15-6 0,11-9-2782,23-14 3212,25 11 1,27 24 0,-8 3 0,1 0 0</inkml:trace>
  <inkml:trace contextRef="#ctx0" brushRef="#br0" timeOffset="56196">3263 11236 7533,'-19'-37'3276,"-5"11"-2081,-2 13 0,-5 3-475,2 7 0,-3 2-541,-2-5 1,-4 0 0,-1 2-120,-2 6 0,0 3 0,1 4-150,2 2 0,1 3 0,1 4 90,4 1 0,0 4 0,2 2 0,2 4 90,1 6 0,2 5 0,2 2 0,2 0-45,2-2 0,1 0 0,3 1 0,2 4 15,5-4 0,2 3 0,1 3 0,1-1 0,2-2 0,0-5-30,-1 9 0,2-4 0,9 1 383,8-4 1,6 3 0,6-1 0,3-4 0,1-10-10,2-10 1,3-8 0,2-4 0,4-1-504,-5 0 0,4 0 1,3-2-1,0 0 0,1-3 1,-2-2-1,-2-3 27,7-5 0,-3-3 0,0-3 0,-2-4 0,0-4 406,-8 1 0,2-1 0,0-3 0,-2-2 1,-3-3-1,-5-2 0,-6-2 134,-5-8 0,-7-5 0,-5-4 0,-4-1 0,-3 1 0,-3 2 0,-1 5-459,-4-1 1,-5 5-1,-3 1 1,-1 0-1,1-1 1,3-1-1,1-4 1,0-1-1,-2 5 1,-2 7-1,-3 12 1,-16 23-1,1 0 1,-1 0-1</inkml:trace>
  <inkml:trace contextRef="#ctx0" brushRef="#br0" timeOffset="106550">5771 11536 7533,'-11'-33'2968,"9"19"-2338,-10-10 89,12 24-449,0 0-540,0 8 450,0-6 720,0 14-271,0 9-179,-2 2 0,-1 7-428,-1 5 1,-1 8-1,1 3 1,0-2-248,1-5 0,1 0 0,0 0 0,-1-1-595,-1 0 1,-1 2 0,0-3 0,3-6 665,4 10 0,1-21 0,4-51 0,6-9 0</inkml:trace>
  <inkml:trace contextRef="#ctx0" brushRef="#br0" timeOffset="107427">5734 11624 7533,'-5'-43'1638,"4"9"0,1-1-38,1 6 0,3 0-881,10-8 1,8 5-720,6 13 0,7 10-30,7 13 0,7 8 0,-4 4 180,-10-1 0,-2 2 0,-1 2 329,6 3 1,-2 2 0,-14 2-1200,-23 8 1,-16-1 209,-5-11 0,-8-3 1,-1 1 1318,0 1 1,-1 1-1,2-1-404,-9 9 0,5 3-630,11 4 0,8 1 630,8-10 0,6 0-1,8 4 1,6-1-720,13 8 1,6-3-1261,1-15 1,2-1-65,1 13 1,-6 0 1153,-7 5 0,-12-11 0,-4-11 0</inkml:trace>
  <inkml:trace contextRef="#ctx0" brushRef="#br0" timeOffset="108052">6350 12277 9332,'-14'-10'3276,"14"-14"-1638,15-4 0,6-2-1541,-6 5 0,0-3 285,-2-5 0,1-8 1,-1 1-1,-1 7-1417,-3 2 1,3 9 584,21 12 1259,-16 30 1,-2 11-1350,-1 3 1,-1 4-1,4-6-1099,7-7 1,1-7 1063,8-2 0,-5-32 0,-15-4 1</inkml:trace>
  <inkml:trace contextRef="#ctx0" brushRef="#br0" timeOffset="108864">7223 11730 7533,'-11'-43'3276,"3"-2"-796,-9 7-2570,-23 21-629,-1 34 786,15 3 1,-5 8-1,-1 2 1,5 0 111,2 2 1,3 1 0,1 4 197,-1-1 1,-1 5 0,0 2 0,4 0 0,7-4-108,9 7 0,8-1 0,0-3-210,-7-3 0,0-2 0,9-5 149,14-5 1,9-5 0,3-8-30,7-14 0,4-10 0,0-2 30,-3 4 0,1-2 0,-1-9 445,-7-6 0,1-6 1,0-5-1,-4-2 0,-6 1 55,-5 1 0,-5-1 0,-4-1 0,-2-2-458,-2 1 0,-2-3 0,-2-1 0,-4 3 0,-4 5-1345,-7-3 1,-6 5 0,-4 6 1084,-14-1 1,-3 14 0,1 25-1,2 12 1,3 5 0,-1 1-1</inkml:trace>
  <inkml:trace contextRef="#ctx0" brushRef="#br0" timeOffset="110642">16749 11465 7533,'0'-25'1349,"0"-1"0,0-5-90,0-2-989,-6 33 270,-1 41-630,0-24 540,2 26 0,-1 9-301,0-21 1,-2 1 0,-1 4 48,0 2 0,-2 5 0,-1 2 0,0-1 0,1-4-311,0 4 1,1-3 0,-1 2 22,-2 2 0,-2 5 0,1-4 0,6-13-1169,7-8 1259,17-15 0,-5-33 0,4-8 0,-1 1 0</inkml:trace>
  <inkml:trace contextRef="#ctx0" brushRef="#br0" timeOffset="111333">16749 11518 7533,'-7'-35'899,"-4"0"2377,9 7-1785,-3 11-411,10 17 539,8 17-990,3 10 1,3 5-420,-3-3 0,1 1 0,1 1-570,2 1 0,1-1 0,1 0 90,-1 2 0,2-1 1,0-11 134,3-12 0,-1-14 75,-4-18 0,-4-15 0,-2-3 60,-5 1 0,-5-3 0,2-3 314,1 1 1,2-3 0,-2 0 0,-2 7-45,-7-12 0,5 22 540,24 46-496,-18 11 1,-2 12 0,-2 6 0,1-1-225,0-1 0,1 2 0,-1 1 0,2 1 0,0-1-298,2-1 1,1 1 0,0 0-1,1-2 1,-2-3 57,-1 13 0,-1-4 0,6-12-525,11-13 1,0-14-765,-5-24 1439,-6-9 0,-1 3 0,-1 16 0,-1 8 0</inkml:trace>
  <inkml:trace contextRef="#ctx0" brushRef="#br0" timeOffset="112038">17721 11853 7533,'0'-33'1638,"8"7"0,0-1 1022,-4-6-1041,7-14-1799,-39 53-90,3 9 0,-3 9 1,3 1 419,2 2 0,3 2 0,3 3-195,1 4 0,0 5 0,8-1 0,11-8 195,23-2 0,14-7 0,0-13 179,-7-13 1,-1-9 0,-2-8-308,-6-6 1,-1-8-1,-4-4 1,-6 3-1073,-6-6 1,-7 0 0,-7 5 1049,-17-5 0,4 19 0,33 54 0,10-2 0,0 0 0</inkml:trace>
  <inkml:trace contextRef="#ctx0" brushRef="#br0" timeOffset="112783">18349 11201 7533,'-14'-47'3276,"3"13"0,27 50-2325,-9 17 1,-4 10-750,1-6 0,0 4 1,-1 3-1,-2 1-238,-1-2 0,-2 2 0,-1 0 0,-1 0 1,1-3 169,0-1 1,0-1 0,-1-2 0,-1-3-45,-3 8 0,-1-3 0,-3-21-1729,-5-38 1,-7-13 2190,-5 18 1,-5 3 0,1 1-14,-1-8 1,0 11-240,-3 22 0,-2 14 0,18 3 449,29-1 1,15 2 0,-4 1-616,-16 15 1,7-6-540,21-24 0,14-6 1,4-7-1,-7-5-1234,0-12 1,-1-5 1091,-5 8 1,2 0 0,-6 2 0,6-2 0,-52 28 0</inkml:trace>
  <inkml:trace contextRef="#ctx0" brushRef="#br0" timeOffset="113428">18582 11853 7533,'0'-30'1638,"0"0"0,0-2 1638,-32 40-2235,13 21 1,2 7-997,-4-7 0,2 2 0,2 19 0,12-3-945,39-14 810,-2-10 0,5-11 510,-6-23 0,2-13 0,-1 2-286,5 8 1,-2-5 269,-12-13 1,0-11 0,-5 2 0,-9 14 225,-10 17-1439,15-2 149,-11 35 0,-5 21 1,5-3 659,17-6 0,2-3 0,-6 4 0,1-11 0,9-39 0,-1 0 0</inkml:trace>
  <inkml:trace contextRef="#ctx0" brushRef="#br0" timeOffset="113966">19174 11889 7533,'20'-26'1092,"0"1"0,5 5 0,0 0 546,2-5 0,-1 0 0,3 6 0,-11 2-2112,-47-10-515,-11 25 509,7 13 0,-5 8 1,6 2 569,6 0 0,8 3 449,9 14 1,14-2 449,20-15 1,9-6-720,6-3 0,-3 3 134,-18 9 1,-10 1-585,-25 6-765,-15-8 1,-8-2-695,-2-7 1,1-3 982,13-3 1,2 2-1,-9 15 1,28 3 0</inkml:trace>
  <inkml:trace contextRef="#ctx0" brushRef="#br0" timeOffset="114857">20219 11448 7533,'-16'-43'3276,"12"5"-616,-13 11-1400,28 43-841,-7 15 1,-5 14 0,1 4-708,1-9 0,0 3 0,0 2 0,0 1 1,1-2-369,-1-3 1,2 0-1,-1 1 1,0-2 0,-1-1-165,-2 7 1,-1 1 0,1-5 0,2-8 654,10 5 1,-33-72 0,9 9-1,-1 1 1</inkml:trace>
  <inkml:trace contextRef="#ctx0" brushRef="#br0" timeOffset="115228">19751 11518 7533,'20'-39'819,"0"0"0,-1 0 0,-20-4 0,9 5-410,16 21 1,13 3-1,10 2 1,6 1-1,2 2 1,0 0 0,-5 1-1,-7 0 410,3-2 0,-6 2 0,0 0 0,5-1-900,-5 1 1,5-1-1,3 0 1,0-1-1,-2 1 1,-3 2-1,-6 0-1012,10-2 1,-6 1 0,-10 7 650,-3 17 0,-33 6 0,-9-1 0,-1 1 1</inkml:trace>
  <inkml:trace contextRef="#ctx0" brushRef="#br0" timeOffset="115796">20699 11730 7533,'-12'-20'3276,"-6"-11"-1335,4 19-2031,-4-5 719,-10 24 451,-5 21-571,12-2 1,0 6 0,3 2-241,3-3 1,4 0 0,7 3-1020,11 14 1,10 3 0,8-11 524,14-8 0,8-19-366,-5-25 0,2-15 0,-4-2 681,0-2 0,-13-7-23,-23 2 1,-7-7-1,-7 1 1,-4 10-473,-15 9 0,-4 7-1234,-1-5 1,3 7 1412,7 14 0,57 11 0,-1 2 0,-1 0 0</inkml:trace>
  <inkml:trace contextRef="#ctx0" brushRef="#br0" timeOffset="116198">21118 11324 7533,'-9'26'819,"7"3"0,2 9 0,2 6 0,0-1-164,0-3 0,2 1 1,1 0-1,-1 2 0,0-2-743,-1 2 1,-1 0 0,1 0 0,0-2 0,-1-3 87,0 13 0,0-4 0,5-23 0,9-38 0,5-18 0</inkml:trace>
  <inkml:trace contextRef="#ctx0" brushRef="#br0" timeOffset="116595">21437 11289 7533,'0'-28'3276,"-6"-5"-1638,8 54 0,1 17-584,-4-5 0,-1 5 0,0 3-892,3-4 0,0 5 0,0 1 0,1 1 0,-1-3-73,0 5 1,1-2 0,-1-1 0,1 1-225,-2 2 0,0 1 0,0-2 1,1-9-1505,1-7 1,1-5-1639,3 23 3139,1-57 0,5-31 0,1-6 0</inkml:trace>
  <inkml:trace contextRef="#ctx0" brushRef="#br0" timeOffset="117478">21683 11994 7263,'31'-14'819,"0"-1"0,4 2 0,4-1 0,-2 2 819,6-1 0,-1-2-1454,-8-2 1,-1-3 0,-9-3 174,-10-9 1,-15-1-660,-24 5 0,-15 2 1,-1 9-151,-6 13 0,-3 10 750,4 2 0,-2 4 0,11 10 119,15 13 1,9 9 0,11 0 389,13 0 1,11 0 0,8-5-676,-2-12 1,5-4 0,3-4 0,1-3-1228,11-2 1,2-6 0,-2-7 763,-6-6 1,-2-6-1,-7-4 1,-6-6-1,-10-3 1,-17-10 0</inkml:trace>
  <inkml:trace contextRef="#ctx0" brushRef="#br0" timeOffset="117909">22212 11942 7533,'14'-34'1638,"0"1"0,8-8 0,-18 69 0,-3 16 0,2-19 0,1 1-2006,5 14 0,4 5 1,5-22 307,9-38 0,5-23 0,-1 3 464,1 10 1,-1-3 314,-8-8 1,1-9 0,-2 2 0,-6 14-450,-4 15-990,-6 32-373,0 14 1,2 13 0,-1-4 545,0-4 1,3-2 0,8 3 0,5-7 0,8-18 0</inkml:trace>
  <inkml:trace contextRef="#ctx0" brushRef="#br0" timeOffset="118344">23124 11836 7533,'0'-43'3276,"-11"-2"-1638,-4 23 0,-6 6 0,-12 10 0,-3 10-2820,6 11 1,4 8 1316,1 14 0,15 6 195,24-8 0,13 2 0,2-3-240,-8-7 0,1-2 0,3-1 1002,16 3 0,4-2 0,-24-2-1246,-42-1 0,-13-1-1485,15-2 1,-2-1 1494,-14 0 1,-6-1-1,9-1 1,9 6 0,38 1-1</inkml:trace>
  <inkml:trace contextRef="#ctx0" brushRef="#br0" timeOffset="119541">27246 11518 7533,'6'-19'629,"6"-5"1,-1 1 449,-7 7 361,7-17-721,-24 25 540,-2 32 1,0 14-856,6-5 1,2 5-180,0-1 0,1 6 0,0 3 0,3-1-514,5-2 0,2 1 0,2-1 0,-1-1-161,-1 7 0,0-2 1,3-2-644,-2-6 1,2-3 0,5-11 1009,22-17 1,-12-36 0,-4 6 0,-1-1 0</inkml:trace>
  <inkml:trace contextRef="#ctx0" brushRef="#br0" timeOffset="119777">27566 11942 7533,'7'9'3276,"-2"40"-3218,-4-9 1,4-1 0,11-8 0,7-9 0,4-20 0,0 0 0</inkml:trace>
  <inkml:trace contextRef="#ctx0" brushRef="#br0" timeOffset="120394">28021 11642 7533,'-4'-30'1638,"1"1"0,3-12 0,20 6 0,11 3 0,8 11 0,5 5-1077,-10 4 1,1 2 0,1 4-472,2 7 0,0 4 0,-7 5-990,5 21 203,-45-1 0,-17 8 0,-8 3 0,2-3 989,4-4 0,-2-2 1,-1-1-1,-1 2-130,-4-2 0,-8 2 0,3-1 0,9 1 0,19-2-522,25 5 0,20 1 0,7-4 1,-6-5 359,-2-5 0,3-3 0,10-3 0,10 1 0,-5-1 0,-23 1 0,-34 12 0</inkml:trace>
  <inkml:trace contextRef="#ctx0" brushRef="#br0" timeOffset="127061">3140 13053 7533,'0'-18'1979,"0"-15"-1,0 11-1798,0-11 0,0 23 720,8 2 719,-6 8-990,5 8-449,-7-6-180,0 6-449,-7 0-451,-11 17 405,-9 5 1,-5 1 359,8-6 0,-3 1 157,3-1 1,-4 3-1,-1 0 1,2-3-64,-11 6 0,0-1 371,6-2 0,-1 3 0,2-4 569,2-7 1,3-3 719,-15 7 90,31-24-810,2-8-449,24 6 270,19-14-585,-2 10 0,5 2-270,9-1 0,4 0 165,-8 2 0,3 0 0,-4 2-305,-1 0 1,-2 2-819,1-1 1,1 0 0,-10 0-2185,-13 0 1638,11 0 1,-3 0 1330,-22 0 0,-4 0 0,-20 0 0</inkml:trace>
  <inkml:trace contextRef="#ctx0" brushRef="#br0" timeOffset="127460">3228 12929 7533,'-28'-29'3276,"11"5"-256,9 24-2480,16 24 224,-3 4 1,0 5-450,4 10 0,-1 6-315,-3-3 0,-3 5 0,1-1-626,0-4 0,0 0 1,-1-1 355,-2-4 0,0-1 0,0-3-944,0 4 0,0-6-2024,0-10 1349,0-25 1889,0-1 0,8-39 0,2 1 0</inkml:trace>
  <inkml:trace contextRef="#ctx0" brushRef="#br0" timeOffset="128135">3422 12912 7533,'-17'-30'1638,"1"1"0,2-12-398,-7 7 0,-5 1-341,0 9 1,-1 3-900,0 5 0,-5 3 390,-8 0 0,-7 1 0,3 5-210,-4 7 0,-2 6-408,10 1 0,-4 2 0,-1 3 0,3 1 198,-3 6 0,3 3 0,0 4 30,4 1 0,0 3 0,1 3 0,3-2 90,0 5 0,3-1 0,4 4-1,6-5 1,2 2 0,3 2 0,3-1-60,5 0 1,4 0 0,3 1 0,4 1 5,7-2 0,4 2 0,4-1 0,-1 0 0,-1-4-36,-1 8 0,-1-4 0,8 0-18,4-7 0,6 1 0,4-1 0,2-4 0,-2-5-245,4-6 1,0-6-1,1-2 1,1 1 262,4 5 0,0 0 0,2 0 0,0-3-18,-4-3 0,2 0 0,0-2 0,-1-3 0,-4-4 108,8-7 0,-4-6 0,-2-4 698,1-3 0,-2-5 0,-7-7-136,-12-4 0,-6-6 0,-4-3 0,-3-2-508,-3 2 0,-4-2 0,-2-2 0,-1 1 0,-1 0-162,1 5 0,0 1 0,-2-1 0,-2 2 0,-4 0-144,-4-2 0,-4-2 0,-3 3 0,-1 4 0,-3 7-931,-6 5 1,-3 8 0,-1 6 623,-15 5 1,2 12 0,12 13 0,9 8 0,22 4 0,0 0 0</inkml:trace>
  <inkml:trace contextRef="#ctx0" brushRef="#br0" timeOffset="129164">5833 13070 0,'-2'-29'1638,"-1"0"0,1 42-819,-2 20 0,-2 17 0,-1 6 0,2-5 273,5-1 0,1-2 0,0 3-1190,-5-4 0,-2 7 0,-1-1 0,5-7 0,6-12 450,23-3 0,-16-45 1,18-19-1</inkml:trace>
  <inkml:trace contextRef="#ctx0" brushRef="#br0" timeOffset="130108">5907 13159 7533,'-15'-21'1092,"1"0"0,6-8 0,5-4 546,12-13 0,4 2 0,-8 12 0,7 5-1077,19 4 1,12 6 0,-1 10-772,-8 14 0,-1 9 0,0 0 90,4-5 0,0 1 1,-16 6-196,-27 11 0,-19 8 0,-6 2 0,7-3 525,12-3 0,4-2 0,-7-1 217,-20 1 0,-13-1 1,4 0-1,18-1-112,23 5 0,14-2 104,7-5 1,6-2 0,1 0-375,5 9 0,3 1-1138,-4-9 1,2 0 0,-4 0-547,1 4 1,-7-1 818,2 8 1,-7-2 0,4-9 0</inkml:trace>
  <inkml:trace contextRef="#ctx0" brushRef="#br0" timeOffset="132190">16539 13670 7533,'-19'-10'3276,"2"3"0,10 22-114,23-11-2667,2-22 0,2-11-406,9-7 1,-1-6-90,-11 10 0,-1-4 0,-1-2 0,-1 3 60,4-9 0,-2 2 0,-1 2-60,4-7 0,0 4-45,-2 6 0,1 7 495,8 11 360,-7 3-361,-8 16 1081,-17 8-1440,5 2-90,-2 18 0,1 8 404,6-3 1,3 3-315,-3 1 0,0 7 0,1 1 0,1-2-660,2 0 0,1-1 1,0 0-524,1 1 1,1 0 0,-2-6-373,-3-6 0,2-13 1465,2-20 0,-10 0 0,0 4 0</inkml:trace>
  <inkml:trace contextRef="#ctx0" brushRef="#br0" timeOffset="132567">17241 13564 7533,'-18'-19'3276,"4"-5"0,2 22 0,18-6-1638,21 7 0,9 2-1070,11-1-1661,0-4 1,8-2 0,-9 1 436,2 1 1,-11 5-1,-12 6 1,-47 22 0</inkml:trace>
  <inkml:trace contextRef="#ctx0" brushRef="#br0" timeOffset="133530">18139 13476 7533,'-13'0'3276,"7"0"-1065,30 0-1447,8-9 1,6-5-586,-4 1 1,1-2 0,-1-2-360,-1-5 0,-2-2 1,-7-3-136,-6-11 0,-17 3 405,-25 17 0,-16 7 0,-2 11 323,8 14 1,-2 12 0,-1 6 0,0-1 0,2-5-115,-12-4 1,2-4 0,13 11 239,19 8 1,7 11 0,8 3 0,6-5 0,8-12-540,17-13 0,12-13 0,3 2-820,-4 5 1,5 3 0,-1-3 0,-2-6 426,4-10 0,-2-7 0,-7-1 0,-8 0 1,-8-4-1,1-20 0</inkml:trace>
  <inkml:trace contextRef="#ctx0" brushRef="#br0" timeOffset="133923">18791 12982 7533,'-19'-27'1638,"0"-1"0,-5-7 1638,18 27-1638,10 41 0,5 22-1107,-6-15 1,-1 3 0,1 6-442,-1-7 0,0 5 0,0 3 0,0 1 0,0-2 0,-1-4-203,-1 2 1,-1-4-1,1 0 1,1 0-708,1 10 1,0 3 0,2-7 0,4-19-2458,7-20 2621,15-23 1,-11-23 0,-1 11 0</inkml:trace>
  <inkml:trace contextRef="#ctx0" brushRef="#br0" timeOffset="134208">19124 13511 7533,'-11'-35'3276,"8"16"0,-2 58-2640,4-15 1,3 5-637,3 9 0,4 6 0,-1-7 0,7 8 0,0-22 0,1-1 0</inkml:trace>
  <inkml:trace contextRef="#ctx0" brushRef="#br0" timeOffset="134897">19370 13511 7533,'-18'-35'3276,"10"31"0,8 39-2145,5 5 1,3 3-1087,2-2 0,5-14-180,11-35 0,0-13-45,6-16 629,-16-3 1,1-15 0,0 7 0,-4 28-315,-3 60 0,1 4-225,18-59-240,-8 45 0,1 20 0,2-23 397,-3-42 1,2-22-1,1-6 1,-1 7 1024,3 11 0,1 3 0,-2 1-77,15-22 1,-8 21-1286,-24 50 0,-5 20-550,2-11 1,1 6 0,2-1 0,3-7 435,10 3 1,3-7 0,-4-7 0,-1-11 0,16-40 0</inkml:trace>
  <inkml:trace contextRef="#ctx0" brushRef="#br0" timeOffset="135657">20379 13653 7533,'-19'-26'0,"45"-1"0,-5 9 0,0 0 0</inkml:trace>
  <inkml:trace contextRef="#ctx0" brushRef="#br0" timeOffset="137977">19111 13264 0,'-19'-24'30,"-1"-1"0,12 0 0,-2-16 0,43 33 0</inkml:trace>
  <inkml:trace contextRef="#ctx0" brushRef="#br0" timeOffset="151391">2487 5009 7533,'-8'-43'-21,"-2"14"-263,1-4 124,1 23 261,8 2 19,0 8 1345,0 0-749,0 16-323,-8 11-297,4-2 0,-2 3 14,-6 8 1,-1-1-76,2-12 0,2 3-35,-1 22 0,2 0 241,1-11-213,7 2 0,0-4-94,-8-15 658,6 11-474,2-27-15,19 5 0,11-2-33,-6-6 0,3-2 110,18-3 1,4 0 13,-2 3 1,2 0-88,-4-2 1,2 0 0,0 1-154,-4 4 0,0 1 0,2 0 23,1-1 0,3 0 0,1 1 1,-1 0-317,-1 1 1,-1 1 0,0-1 0,0 1 385,-5-3 0,-1 1 0,0-1 0,3 0-39,2 0 1,3 0 0,1 0 0,-1-1-1,-4 0-228,-4-1 0,-4 0 1,1-1-1,1 2 211,0 1 0,1 1 0,1 0 1,0 1-1,-2 0-88,3 0 1,-1 0-1,-1 1 1,2 1 78,3 4 0,0 1 0,1 1 0,0-1-17,-3-3 0,-1-1 0,2 0 0,1 0-8,2 1 1,3 1 0,0 0 0,0 0 0,-2-3 40,1-1 1,-3-3 0,1 0-1,2 1-113,-5 0 0,2 0 0,1 0 1,1-1-1,-2 1 0,-1-1 150,-1-2 1,-1 0-1,-1 0 1,0 0-1,0 0-7,-1 0 0,1 0 0,-1 0 0,0 0 0,-1 0 94,6-1 1,-1 1 0,0 0 0,1 1-40,-7 1 0,2 1 0,-1 1 0,2 0 0,-1-2-99,4 0 0,1-2 0,0 0 0,1 0 1,1 2 35,-4 1 1,1 1 0,0 0 0,1 1-1,0-1 1,0 0-256,1-2 0,0-1 1,1 1-1,-1-1 1,-1 0-1,-3 1 232,4 2 1,-3 1 0,1-1 0,3 1-78,-1-1 0,4 1 0,2-1 0,-1 1 0,-2-1 0,-6 0 69,5 0 1,-6-1 0,8 1-129,-13 0 1,6 0-1,3 0 1,2 1 0,0 0-1,-2-1 1,-5-1-1,-5 0 167,6-2 0,-7 0 0,7 1-16,-7 0 0,6 2 1,4 0-1,3 1 0,-1 0 1,-1 0-1,-3-2 0,-6 0 47,12-1 1,-6-1 0,7 0-86,-10 1 1,6 0-1,3 1 1,1-1 0,0 1-1,-3-1 1,-4 0 33,5-2 1,-5 0 0,0 0 0,4 0-4,-9 0 1,4 0 0,2 0 0,1 0 0,-1 0 0,-2 0 0,-4 0 87,10-1 1,-4 1 0,0 0-1,4 1-83,-10-1 1,4 1 0,2 1 0,0-1 0,0 0 0,-2 1 0,-2-2-36,2 1 0,-3-1 0,-1 0 0,1 1 1,2-1 151,2 1 0,1 1 0,2-1 0,0 1 0,-1-1 0,-2 0-134,2 0 0,-2-1 1,-1 0-1,1 0 1,3-1 30,-6 0 0,2-1 0,1 0 0,1-1 1,-1 0-1,0 1 0,-2 0 23,6-1 1,-1 1 0,0 0 0,-1 0 0,3-1-38,-8 0 0,2-1 1,1 0-1,0 0 0,-1 0 1,0 1-1,-2-1 3,10 0 1,-2 1 0,-1 0-1,-1-1 1,0 1 2,-3-1 1,-2 1 0,0-1 0,1 1 0,0-1-38,2 0 0,1 1 1,0-1-1,1 1 1,-1-1-90,0 1 1,1-1 0,-1 0 0,0 1 0,-3 0 104,-2 0 0,-2 1 0,0-1 0,3 1 87,5-1 1,4 0 0,1-1 0,-1 1 0,-6 0 589,4 0 0,-5 0 0,1-1-573,-1 2 1,1-1 0,0 1 0,-2 0-25,2-1 0,-2 0 0,0 1-136,-4 1 1,1 1 0,-1 1 0,-4-1-107,5-1 1,0 2 19,2 1 0,3 1 1,-8 0-28,-4-1 219,11 2 1,1-1 400,-13-3 733,-4 0 0,-2 0-417,-3 0 494,-11 0-1220,-5 0 1455,10 0-1749,-4 0 320,28 0-69,-1-7 60,-14 5 0,2 2 164,5-4 0,0 0-165,-4 0 0,1 0 17,9-1 1,0 0-39,-12 0 0,-2 0 381,6 2 1,-3-1 515,-1-12-773,-4 12-12,-17-20-390,-6 22-762,0-13-35,0 5 347,5-8 592,2-23 340,2 11 1,0-3 215,1-6 1,-1-4-744,-1 7 0,1-3 1,-1 2-441,-1-6 1,-1 2-80,3 4 1,-1 4-1520,-7-1 2485,21 34 0,-23 10 0,10 8 1</inkml:trace>
  <inkml:trace contextRef="#ctx0" brushRef="#br0" timeOffset="174964">14817 17621 7353,'-11'-21'-720,"8"-1"-89,-2 30 809,6-8 0,15 0 0,-3 0 0</inkml:trace>
  <inkml:trace contextRef="#ctx0" brushRef="#br1" timeOffset="187517">14669 4992 7263,'-19'0'450,"7"-8"-540,6 6 629,6-6 1080,0 8-899,-6 0-180,0 0 269,-1 0-539,1 0 450,6 0-1,0 0-179,6 0-540,17 16-135,1 7 0,1 5 135,3 0 0,-2 3 0,0 6 0,-3 4 120,-11-6 0,-2 3 0,-3-3-165,-3-3 0,-2 0-75,1 6 0,-2 2 0,0-2 165,0-1 0,-2-1 45,1-1 0,0 2 180,0 8 0,0 2-270,3-12 0,2 0 0,-2 1-30,0 8 0,0 1 0,0 1 75,0-9 0,0 1 0,0 0 0,0 0 85,-1 5 0,0 0 1,-1 1-1,0-1 27,-2-5 1,-1-1-1,0 1 1,1 4-68,1-2 0,-1 4 0,1 2 0,0 0 0,0-2 0,0-4-135,-2 1 0,0-4 0,1 0 0,0 5 19,3-1 0,0 4 1,2 4-1,0 0 0,0-1 1,0-3-1,-2-5 176,0 11 0,0-6 0,0 6-105,0-12 0,2 5 0,-1 3 0,1 2 0,1 1 0,-2-1 0,1-1 0,-2-5-81,1 7 0,-2-4 0,0-2 0,0 3 0,0 5 36,1-12 0,-1 4 0,1 3 0,0 1 0,0 1 0,-1 0 0,1-1 0,0-2 0,0-2 0,0-4-99,1 9 0,-1-5 1,1-2-1,0 1 1,-1 6 88,1-6 0,-1 3 0,0 3 0,1 2 0,-1 0 0,1 1 0,-1-2 0,1-2 0,1-3-127,0 6 1,1-4-1,1-2 1,-1 1-1,0 1 1,0 3 176,-2-5 0,0 2 0,0 1 0,0 1 0,0 2 0,0-1 0,0 0 0,0 0 0,0-1-224,0-1 0,1 0 0,-1 0 1,1 0-1,0-1 0,-1 0 0,0 0 1,1-1-1,-1-1 158,0 5 0,-1-1 1,1-1-1,0-1 0,-1 1 1,0-1-1,0 1 13,0 0 0,0 0 0,-1 0 0,1 0 1,-1 0-1,1-2 0,0-1 18,2 7 0,-1-2 0,1-1 0,0 0 0,-1 0 31,0 0 0,0 0 0,-1 0 0,0 1 0,2 2-49,-1-9 0,0 3 0,1 0 1,-1 1-1,1-1 0,-1-2 0,0-1 13,0 5 0,-1-4 0,-1-1 0,1 3 0,-2 5 18,0-12 0,0 4 0,-1 3 0,0 1 0,0 2 0,-1-1 0,1 0 0,-1-1 0,1-3 0,-1-3-18,1 8 0,-1-4 0,0-2 0,1 0 0,-1 0 0,-1 3-54,0-1 1,0 2 0,-1 1 0,1 0 0,-1 0 0,1-1 0,0-3 35,0 8 0,1-2 0,0-2 0,0 0 0,0-1 0,0-4 0,-1-2 0,1 0 0,-1 1 0,1 1-57,0-1 0,0 0 0,-1 2 0,1 0 0,0 1 0,0 0 139,-1-1 0,1 2 1,-1 0-1,0 1 0,1-2 1,-1-2-1,1-4-64,-2 6 0,1-5 0,0 0 0,0 4 18,1 3 0,1 4 0,0 2 0,0-2 0,-1-4 125,1-6 1,0-3 0,0 0-1,-1 3-161,-1 6 0,-1 4 0,0 1 0,1-1 0,0-5 40,2-5 1,1-5 0,0 1-1,-3 4-127,-2-1 0,-2 3 0,-2 1 0,0 2 0,0-1 1,-1 0 134,0-2 0,0 1 0,-1-1 0,0 1 0,1 0 0,-1 0 44,1 3 1,-1 0 0,1 0 0,0 0 0,-1 3 0,0 0-155,2-8 0,-1 2 0,0 2 0,-1 0 0,1 0 0,0 0 0,0-1 1,1-1-1,2-3 95,0 7 0,0-2 0,2-1 0,1-1 0,-1-1 0,-1 0 74,-1 2 1,0-1 0,0 0 0,0 0 0,-1 0 374,0 5 1,0 3 0,-1-1 0,0-3-1,-2-7-464,-2-3 0,-1-6 0,0 2 224,3 2 0,-1 3 0,1-1 0,0-4-134,-5 9 0,4-7 1019,6-1-2638,6-27-1748,11-10 2946,8-6 1,4-16-1,2-7 1,4-3 0,-1-1-1</inkml:trace>
  <inkml:trace contextRef="#ctx0" brushRef="#br1" timeOffset="188423">14472 16916 6993,'-19'-30'1574,"1"1"0,-2-12 1702,4 5-1766,11 65 1,4 23-1399,3-15 0,2 5 1,1 1-1,-1-1-157,-2-2 0,-1 0 0,1-1 0,2 1 22,5 6 1,2 2 0,0-4 0,0-9 561,5 4 361,6-23-1260,-22-20-270,5-12 1619,23-8 1,11-7-855,-11 1 0,3-5 0,0-3 0,-1 2-158,0 3 1,0 1-1,-1-1 1,0-2-122,-3 0 0,1-3 0,0 0 0,-4 3 0,-4 4-396,-2-6 1,-3 10 539,2 9 0,-16 16 0,0 26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1:27:08.320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3298 10742 7533,'-19'-20'3276,"3"5"-616,16 15-1490,0 23-939,0 5 0,1 12 0,-1 10 1,1 4-1,-1 2 0,-1-3 1,0-6 181,-1-2 1,-1-3 0,-1-1 0,1 0 0,0 3-961,0 4 1,2 5 0,0 0 0,-1-1 0,0-4 0,-1-8-1093,-6 24 1,0-32 925,4-55 0,2-9-2564,3 25 3406,0 5-1388,0-14 1259,0 14 0,8 2 0,2 10 0</inkml:trace>
  <inkml:trace contextRef="#ctx0" brushRef="#br0" timeOffset="1521">3298 10795 10591,'-19'-10'1709,"3"-5"90,16 13-1170,18-7 1,21-3 0,9 0 0,-4 5-518,-3 8 0,2 5 1,0 2-1,1 1 14,-3-3 0,2 1 0,0 1 0,-1 2 0,-6 6-81,5 8 0,-3 5 0,-7 3 0,-17 2-117,-19 0 0,-15 2 0,-8 2 0,-3-2 0,1-5 499,-1-2 0,-2-4 1,-2-2-1,-1 0-585,-6 4 1,-4 0 0,2-5-1,6-10-1481,-10-16 1,21-8 995,31 6 1,8-9 0,-6 25 0</inkml:trace>
  <inkml:trace contextRef="#ctx0" brushRef="#br0" timeOffset="4403">4357 11236 7533,'-34'-16'2428,"21"12"848,13-27-1515,13 27-817,14-14 1,11-3-945,3 13 0,9 5 0,2 2 0,-3-1-1093,-3-2 1,-1 0 0,1 2 272,0 3 1,4 1 0,-3 2 0,-8 1 163,-5 4 1,-15 2-1,-30 4 1,5-15 0</inkml:trace>
  <inkml:trace contextRef="#ctx0" brushRef="#br0" timeOffset="5144">4357 11483 7713,'-35'-10'1638,"52"-2"0,16 1-546,5 8 0,6 7 0,2-1-819,-7-3 0,2 1 1,0 0-1,-1-2-1366,10 0 1,-2-2 0,-6 4 650,-6 7 0,-12-5 0,-19-18 0,2 15 0</inkml:trace>
  <inkml:trace contextRef="#ctx0" brushRef="#br0" timeOffset="6425">4923 10918 7533,'-31'-17'3276,"11"23"-2476,36 15 0,26 13 0,9 5 0,-9-4-620,-11-3 0,-3 0 0,5 0-180,2-3 0,5 2 0,3 1 0,-4-3 0,-7-5-180,5 4 0,-18-9-270,-41-11 854,-7 10 1,-11 10 0,-5 3 0,4-4-225,-1-5 0,1-2 0,-1 3-1000,0 3 1,-3 4 0,3 0 0,8-7 772,1-2 1,16-10 0,31-19 0,13-2 0</inkml:trace>
  <inkml:trace contextRef="#ctx0" brushRef="#br0" timeOffset="7826">6325 11007 7533,'11'-39'1092,"-1"1"0,-27-4 0,-15 12-236,-6 34 1,-9 17 0,1-3-857,8-16 0,0-2 0,3 12 329,7 12 1,1 12 0,0 6 0,3 3 0,3-3 0,7-8-240,-1 6 0,13 0 89,11-6 1,7 8 0,7 4 0,2 1 0,2-3 0,-1-5 0,-3-10-45,11 4 0,7-15-7,-2-14 1,12-4-1,8-4 1,0-5 0,-4-4-1,-11-5 1,-16-5 14,-20-11 1,-18-8 0,-7-5 0,2-1 0,13 3-180,20 1 0,14 0 0,3 1 0,-8 0 0,-18 2 36,-22 3 0,-15-2 0,-8 1 0,-2 4 0,6 7 0,12 12 0,11 10 0,-31-18 0</inkml:trace>
  <inkml:trace contextRef="#ctx0" brushRef="#br0" timeOffset="8731">6288 11236 7623,'-14'0'3276,"-2"0"0,42 31-3212,6-2 1,9 4 0,-3-1-935,-12-9 1,-1-1-1,1 2 870,2 4 0,4 5 0,-2-3 0,-6-7 0,10-2 0,-21 3 0</inkml:trace>
  <inkml:trace contextRef="#ctx0" brushRef="#br0" timeOffset="10663">8959 11042 7533,'-36'-33'0,"20"19"180,-17 6 2068,25 12-1798,-4 12 2698,-5-16-2698,40 0 0,23 0-450,-11 0 0,7 0 0,6 0 0,2 0 0,-1 0 0,-4 0-108,-1 0 0,-3 0 0,1 0 0,0 0 0,2 0-357,3 0 0,3 0 1,2 0-1,-2 0 0,-5 0 1,-7 0 464,12 0 0,-18 0 0,-25 0 0,5 0 0</inkml:trace>
  <inkml:trace contextRef="#ctx0" brushRef="#br0" timeOffset="11781">8934 11289 7533,'-23'-13'1638,"0"0"0,-11 2 1638,77-5-2806,-10 14 1,9 3-1,5 2 1,2 1 0,-5-2-629,3-1 1,-1-1-1,0 0 1,2 1 13,0 0 0,4 1 0,0 0 0,-4 0 0,-7-1 189,13-1 0,-16 0-2653,-27 0 2608,-13 0 0,-3 7 0,5 3 0</inkml:trace>
  <inkml:trace contextRef="#ctx0" brushRef="#br0" timeOffset="13159">8848 11483 7533,'-37'0'3276,"11"0"-1515,9 0-1761,11 0-540,12 0 1484,24 7 1,17 2-736,-9-6 1,7 0 0,6-1 0,1 0 0,-2-1 0,-4-1 419,3 0 1,-3-2 0,0 0 0,3 0-1020,-4 3 0,5 1 0,1 1 1,-3-2-1,-5-2 0,-10-3-1249,-3-9 1,-11 3 1310,-14 10 1,-14 23-1,0 7 1</inkml:trace>
  <inkml:trace contextRef="#ctx0" brushRef="#br0" timeOffset="17252">11088 11024 7533,'-30'0'539,"9"0"271,3-8 1529,8 7-450,3-7 89,-11 8-808,10 0 449,8-8-810,36-2 1,13 2-630,-7-4-324,-8 8 0,10 0 0,6 1 0,-3 0 0,-6 2 9,9 0 0,-2 2 135,1-1 0,3 0 0,-8 0 90,-10 2 0,-13-4-719,-21-6-271,6 6 810,-5-6-90,5 8 720,-1 0 449,-4 31-899,-1 9 0,-3 11 0,1 0 210,0-9 0,-1 0 0,0 1-330,-1 8 0,-1 2 0,1-8-690,0-9 1,3-17-2558,12-37 2457,-8 6 1,13-19 0,-9 11 0</inkml:trace>
  <inkml:trace contextRef="#ctx0" brushRef="#br0" timeOffset="18580">12257 10601 7533,'-23'-24'3276,"13"26"-706,-12 8-1873,14 21 0,7 19 0,3 9 1,-2-3-357,-1-7 1,0 2 0,0 0 0,-1 0 0,1-4-1129,-2 0 0,0-1 0,0-3 0,1-3-306,1 9 1,1-4 0,0-25 470,-4-43 0,2-13 0,13-3 0,2 49 0</inkml:trace>
  <inkml:trace contextRef="#ctx0" brushRef="#br0" timeOffset="20081">12220 10636 7533,'-29'-27'3276,"53"-7"-2184,10 26 0,12 8 0,1 5-218,1 3 0,0 6 0,-2 5-544,0 4 0,-2 5 0,-14 5-540,-17 0 0,-10 3 0,-9-3-120,-12-3 0,-11-3 1,-3-6 688,-11-5 1,-5-6 0,3-2-675,-3 1 1,3-3-1306,4-4 1,18-2 1619,30 0 0,15-2 0,14-6 0</inkml:trace>
  <inkml:trace contextRef="#ctx0" brushRef="#br0" timeOffset="21677">12823 11113 7982,'0'-28'3276,"0"3"-1874,0 15-1402,0 2 539,0 31 30,6 6 1,4 7 0,1-1-150,3 0 0,1-1 0,2-1 29,1 1 1,1 0 0,2-10 134,7-7 1,-1-14-720,-6-27 0,-1-15 202,-2 7 1,3-5 0,-2-1-1,-2 2-997,-4 1 1,-2 1 0,2-1 109,7 2 1,4-1 0,-1 2 0,-6 4 163,-1-15 1,1 23-1,0 1 1,2-11 0</inkml:trace>
  <inkml:trace contextRef="#ctx0" brushRef="#br0" timeOffset="22826">13967 10813 7533,'-6'-35'1638,"-1"1"0,-15-7-848,-19 35 1,-3 10-1061,2 6 450,13 8 0,-5 10 0,-4 6 0,4 2 0,7-1 569,4 8 1,7 1-1,4 6-435,2-12 1,0 5 0,1 1 0,3 1 0,4-1 0,6-5-1,9 7 1,8-2 0,6-4 0,6-8-315,3-9 0,7-4 0,4-5 0,0-7 0,-2-7-288,-1-9 0,2-8 1,-2-7-1,-1-5 0,-5-2 408,-5 0 0,0-4 0,-2-3 0,-5-3 0,-5 0 0,-9 0-270,-9 0 0,-7-2 0,-6-1 0,-4 0 0,-2 2 0,1 3-670,-5-9 1,-2 2 0,-4 4 0,-4 6 643,-3 7 1,-5 3-1,1 7 1,4 10-1,-2 13 1,12 12-1,25 11 1,1 1-1</inkml:trace>
  <inkml:trace contextRef="#ctx0" brushRef="#br0" timeOffset="23662">13967 11201 6453,'10'29'3276,"0"-19"-2184,4 15 0,5 12 0,5-3-839,6-9 0,7-2 1,1 0-1,-7-2 0,-3 9 1,-1-3-1,7-10 0,0 0 1,-1 0-1</inkml:trace>
  <inkml:trace contextRef="#ctx0" brushRef="#br0" timeOffset="39127">3281 13000 6183,'-10'0'810,"2"-24"-810,8 11 2968,-8-29-2338,6 31 1529,-5-21-1710,7 28 991,-8-35 89,6 33-1529,2 30 244,-1 6 0,-1 15 0,0 9 0,-1 6 0,1 0 1,0-5-1,0-10 205,1 1 1,0-7 0,-1 7-919,0-3 1,-1 12 0,0 5 0,0-2 0,0-8 0,0-15 0,2-22-2809,1-19 2457,2-26 1,30 15 0,-3-11 0</inkml:trace>
  <inkml:trace contextRef="#ctx0" brushRef="#br0" timeOffset="40261">3228 12912 7533,'-33'-16'3276,"35"-11"-1638,26-2 0,18 5-819,-6 18 0,7 8 0,1 2 0,-3-4-707,0-10 0,-3-2 0,1 10 45,4 17 1,5 11-1,-9 5 1,-21-1-383,-37 9 0,-19 2 165,14 1 0,0 3 0,-8-6-188,-3-16 1,-4-4 0,-3-3-1,5-2-1391,-13 6 1,5-8 995,-4-14 1,65-14 0,5 6 0</inkml:trace>
  <inkml:trace contextRef="#ctx0" brushRef="#br0" timeOffset="43688">4039 13529 8342,'-9'0'2609,"-7"8"-2070,14-6 1530,-14 14-1349,14-15 539,2-8-899,26-29-252,-9 9 0,5-8 0,2-4 0,0 1 0,-3 5-19,-2 4 1,-2 3 0,1-3-315,7-13 0,4-7 1,-3 3-1,-10 14-225,-8 12 990,-8 13-360,0 9 180,16 21-145,-6 5 1,2 12 0,0 5 0,1-2 0,-1-7-306,6 4 0,1-1-730,-5 2 1,1 10 0,-1-7 0,0-20 424,1-24 0,-5-33 0,8 25 0</inkml:trace>
  <inkml:trace contextRef="#ctx0" brushRef="#br0" timeOffset="45061">5156 12929 7533,'-5'-25'2878,"-2"-10"-2608,0 13 180,-4-9-360,10 29 269,-32-6-89,-1 16-225,-4 2 0,-2 5 0,6 5 0,2 5 105,10 0 0,1 5 0,4 1 389,3 8 1,5 3 0,3 1-480,3 4 0,5 2 0,4 0-15,2-11 0,3 1 0,2-1 0,2-2 314,6 6 1,3-2 0,7-6-315,-1-13 0,5-3 0,1-4 0,0-5-15,6-2 0,-1-7 0,1-7-8,-5-6 1,1-5-1,-1-5 1,-4-1 306,3-9 1,-4-4 0,-6-5-150,-10 3 0,-4-4 0,-3-1 0,-1 5-225,7-6 0,-11 0 135,-13 11 0,-8-4 0,-5 3 0,-2 7-510,-8 9 0,-4 7 1,2-2-674,0-9 1,2-2 0,0 4 436,-16 8 1,16 1-1,38-4 1,27 6 0</inkml:trace>
  <inkml:trace contextRef="#ctx0" brushRef="#br0" timeOffset="45636">5242 13247 7533,'15'21'819,"-1"1"0,7 0 0,4 1 0,1 2-1639,2 4 1,3 1 0,-1 2 0,0-3 350,2 2 1,-2-2 0,-4-1 0,-1 2 0,-11-3 0,-28 1 0</inkml:trace>
  <inkml:trace contextRef="#ctx0" brushRef="#br0" timeOffset="50626">8553 12912 8882,'-6'-10'3276,"-6"-6"-1875,-2 14 83,35-9 1,11-1-1216,-4 8-149,7-3 0,9-2 0,1 1-210,-3 2 0,-1 0 0,0 1-1003,-6 0 1,0 1 0,0 1 708,2-1 1,1 1 0,-8 2 0,-1 3 0,-24 6 0</inkml:trace>
  <inkml:trace contextRef="#ctx0" brushRef="#br0" timeOffset="51447">8503 13141 7713,'-20'0'1638,"44"0"0,12 0 1638,0 0-3439,-2-1 0,15-2 1,8 0-1,0 0 1,-5 0-1,-13 0-602,-7 1 1,-1 0 764,19-2 0,13-1 0,-7 2 0,-29 8 0,-41 12 0,-4 11 0</inkml:trace>
  <inkml:trace contextRef="#ctx0" brushRef="#br0" timeOffset="52349">8492 13423 7083,'-25'-8'3276,"17"6"-2184,32 4 0,29 2 0,2-2-549,-14-4 0,3-2 1,0 0-1,-1 2-1363,0 6 1,0 2 0,0 0 0,-2-2 645,12-3 1,-1-3-1,-27-3 1,-31-1 0,6-5-1</inkml:trace>
  <inkml:trace contextRef="#ctx0" brushRef="#br0" timeOffset="58599">10288 13000 6993,'-19'-10'450,"1"-6"-180,0 14 899,5 2 450,0 2 630,3 6-1530,8-8-539,-9 0 630,10 0 179,-5 0 181,6 0 179,0 0-270,27 0-929,4-2 0,8-1 0,3 0-263,-5 1 1,2 0-1,1 0 1,1-1-136,1-3 1,1-1 0,0 0 0,-3 1 456,2 2 1,-3 1 0,-7-2-210,6-10-359,-38 15 988,6 0-629,-5 0-899,5 0 1798,-6-8-539,0 6-540,0-6 360,0 24-90,0-5 150,0 26 0,0 16 0,0-7-1185,-1-19 1,2-1-149,1 12 1,2 4 0,1-17 292,-2-21 0,8-21 0,-11 9 0</inkml:trace>
  <inkml:trace contextRef="#ctx0" brushRef="#br0" timeOffset="60710">11826 12418 10321,'16'-43'990,"-11"13"1168,17-11-449,-21 22-1709,-39 40 809,13 14 1,-1 13 0,0-4-1148,4-14 1,0-4-1,1 5 383,1 1 0,1 4 0,3 2 0,4 1 314,6 7 1,7 3 0,2-1 0,-1-7-135,-3-6 0,3 2-504,3-1 1,4 11 0,1 5 0,2 2 0,-1-3 0,0-6 0,-3-12 278,-2-5 0,3-3 2,10 16 1,9 10 0,-1-5 0,-8-19-93,-11-24 90,24 13-3277,-32-47 2865,0 23 1,-11-8 0,-2 36 0</inkml:trace>
  <inkml:trace contextRef="#ctx0" brushRef="#br0" timeOffset="62296">12109 12788 7083,'-19'0'2159,"1"0"-1,6 0-1798,5 0 1259,-3 0-1349,8 0 1619,-3 0-1282,22-1 0,24-1 0,10 0 1,-7-1-818,-4 0 0,-1 0 0,2 0 187,3 0 1,4 1-1,-2-1 1,-5 1 157,9-1 0,-16-2-495,-29-3-90,-5 6 900,5 2-360,-3 2 360,1 29 0,-1 16-690,-3-13 0,-2 1 0,2 0-750,0 17 1,0-4-650,0-12 1,2-15 1130,1-21 1,14-23 0,-2 32-1</inkml:trace>
  <inkml:trace contextRef="#ctx0" brushRef="#br0" timeOffset="63269">13107 12629 7263,'-24'-27'2339,"9"2"937,-3 7-1335,18 24-1132,2 24 1,0 18-1,1 3-562,-1-6 1,-1 3-1,1 1 1,0-1-1068,-1-3 1,1 0 0,-1-1 0,0-1-274,-1 16 1,-1-1 0,2-32-2185,5-58 2621,1 23 1,1-18-1,1-1 1,10 8 0</inkml:trace>
  <inkml:trace contextRef="#ctx0" brushRef="#br0" timeOffset="64228">13007 12506 7533,'-13'-22'1092,"1"1"0,33-20 0,22 5-943,-7 30 1,8 9-1,2 3 1,-4-7-120,1-12 0,-2-5 0,1 12 251,-3 16 1,5 9 0,0 5 0,-9 2 0,-15-1 122,-21 9 1,-13 3-748,6 3 0,-1 3 0,-9-5 73,-10-11 0,-7-6 0,-2-2 270,-4 0 0,-3-2 0,4-4-1214,-5-6 0,5-6 1869,-1-9 0,62-10 1,4 4-1,0 1 0</inkml:trace>
  <inkml:trace contextRef="#ctx0" brushRef="#br0" timeOffset="66079">13918 12788 7533,'-24'0'3276,"5"-8"-166,1-1-1401,5-1-1259,7 2-630,0 8 1169,23 31-225,-3 9 1,3 7-1656,-1-8 1,2 2-1,-1 0 861,-4-5 0,0-1 0,0-2 210,5 15 0,-1-16 1979,-5-30-1260,0-4-1229,2-22 0,2-16 1,-1 0 149,6-1 0,0-4-23,-5 5 1,0-7 0,-1 2-1,0 7 858,1 3 0,-1 7 1,13-9-1,-14 74 0</inkml:trace>
  <inkml:trace contextRef="#ctx0" brushRef="#br0" timeOffset="67494">14743 12912 6903,'-25'0'3276,"0"0"0,6-8-563,7 6-1904,36-2 1,18 0-690,-3 1 0,4 1 0,2-1-300,-7 1 0,1 0 0,0 0 0,-2-2 270,7-1 0,-1 0 0,-7-2 135,-3-1 0,-11-2-495,-16 0 1529,-5 10-1349,0 29 0,-2 15-1529,0-16 0,1 1 135,-5 15 0,4-2 1484,17-9 0,27-56 0,-11 3 0,0 1 0</inkml:trace>
  <inkml:trace contextRef="#ctx0" brushRef="#br0" timeOffset="68804">16011 12629 7353,'-14'-43'3276,"3"6"0,11 10-1103,-17 3-2353,-25 30 180,6 4 0,-4 5 210,7 5 0,-1 3 0,2 5 149,0 7 1,4 4 0,4 3-46,10-7 1,2 4 0,4 0 0,4-1-405,4 6 0,7 0 0,7-3 247,4-8 1,5-1-1,4-2 1,2-6 231,12 1 1,4-8 0,1-4-480,-8-4 0,2-3 0,0-3 1,-2-3 178,11-6 1,-1-5 0,-3-7-848,-11-4 0,-3-6 0,-1-1 0,-3 4 758,9-2 0,-6-5-270,-10-6 0,-2-10 0,-5-2 1,-8 6 29,-11 8 0,-8 3 0,-2-2 240,2-4 0,-1-4 0,-3 1 0,-6 5 382,-7 6 0,-6 3 1,-2 4-1,3 3-382,3 4 0,2 3 0,-2 2-390,-8 2 1,-2 2-1,10 3-2887,9 3 3243,-12 17 1,25 15 0,11-4-1,0 1 1</inkml:trace>
  <inkml:trace contextRef="#ctx0" brushRef="#br0" timeOffset="69431">16158 12823 7263,'-38'0'3276,"51"40"-2184,5-15 0,7 2 0,2 1-8,8 4 0,4-1 0,-2 2-2177,-7 0 1,-2 1 0,-2-5 436,8-5 1,-13-5-1,-26-3 1,-2-16 0</inkml:trace>
  <inkml:trace contextRef="#ctx0" brushRef="#br0" timeOffset="70721">16774 12241 7533,'-34'-25'3276,"11"-18"-256,29 11-1928,22 44 0,16 23 0,-4 11-841,-22-11 1,-3 7 0,-2 5-1,-1 4 1,-2 2 0,-1-2-1,1-1-401,0-3 1,0 1-1,-1-1 1,-1 1-1,-1 0 1,-3 0-1,-1 1 26,-2-2 0,-1 2 1,-1 1-1,-2 0 1,-1-1-1,-3-3 1,-2-4-1,-2-5-598,-11 7 0,-5-5 0,-2-7 1,3-6 721,-7-2 0,13-8 0,23-7 0,34 9 0</inkml:trace>
  <inkml:trace contextRef="#ctx0" brushRef="#br0" timeOffset="122466">13586 8114 7533,'-12'-10'1979,"32"26"-1889,-8-3 59,12 14 1,11 8 0,8 0-697,-8-15 1,7-2 0,4 0 0,0 0 0,-2 0 0,-5 1 280,0 6 0,-6 2 0,2-2 0,8-2 326,-7-9 0,6 0 0,5-2 0,2 0 0,1-1 0,1-2 0,-1-2 0,-3-1 0,-4-3 37,4-1 0,-4-4 0,-1-2 0,0-1 1,2-2-1,3 0-97,-7 1 0,3 0 0,1-2 0,1 1 0,2-2 0,-1 0 0,0 0 0,0-1 0,-2-1 0,-1 0 56,4-3 0,0 0 0,0-1 1,-1-1-1,-1 0 0,-2-2 0,-1 0 1,-1-1-147,4-4 0,0-2 0,-1-1 0,-4-1 0,-4 1 0,-5 0-660,2-6 1,-7 0-1,-13 4 750,-22-11 0,-4 51 0,42 13 0</inkml:trace>
  <inkml:trace contextRef="#ctx0" brushRef="#br0" timeOffset="123164">15444 8202 7533,'-12'-25'1214,"26"7"0,9 0-1079,3-8 0,8-1-207,1 10 0,8-1 0,5 0 0,-2 1 0,-7 1 192,-6-2 0,-5 2 0,4 5 210,17 9 0,3 8 0,-22 6-240,-36 13-90,4 13 0,1 14 0,-2 2 0,-7-15 0,-10-21 0,-2-1 0,5 19 0,1 1 0,0 0 0</inkml:trace>
  <inkml:trace contextRef="#ctx0" brushRef="#br0" timeOffset="124001">13611 8431 7533,'-19'-27'1799,"1"-6"-1709,11 13 90,1-29-330,10 13 0,4-6 0,2 2 300,1 5 0,3 2 0,5 5 299,8 9 1,7 5 0,2 6-810,1 7 0,3 6 0,1 5 1,0 2 359,3 6 0,0 6 0,0 2 0,-3-4 0,3 0 0,-2-3 0,-3-3 0,2-7 0,0-1 0</inkml:trace>
  <inkml:trace contextRef="#ctx0" brushRef="#br0" timeOffset="125067">16822 8167 7533,'-24'-36'239,"-1"-1"1,8 13 0,1 3 390,-7-2-390,34 35 0,16 17 0,6 0-787,-1-7 1,6 2 0,5 0 0,1 1 0,-1-1 0,-5 0 279,3 6 1,-5-1 0,2 1 0,6-1 232,-6-7 0,4 2 1,3 1-1,2 0 0,2-2 1,-1-2-1,0-5 0,-3-4 248,5-4 1,-2-5-1,0-4 1,0-3-1,2-2 1,3 1-245,-7 0 0,1-1 0,2-1 0,2 0 0,0-2 0,-1-1 0,1 0 0,-2-2 0,-2-1 60,-2 0 0,-1-2 0,1 0 0,-2-2 0,0 0 0,-1-1 0,-1-1 0,-2 0 0,-2-1-255,9-7 0,-1-1 0,-3-3 0,-3 1 1,-3 1-1,-5 2 225,9-9 0,-7 2 0,-19 8 0,-33 4 0,36 50 0</inkml:trace>
  <inkml:trace contextRef="#ctx0" brushRef="#br0" timeOffset="125477">18410 8237 5914,'23'-43'0,"-10"21"0,0-1 0</inkml:trace>
  <inkml:trace contextRef="#ctx0" brushRef="#br0" timeOffset="125868">18435 8149 6633,'5'-28'409,"1"-1"1,16 11-1,14-2 1,9 1-1,5 1 1,0 1 0,-4 2-1,-8 3-242,4-1 1,-6 5-1,6 1-131,6 2 0,10-1 0,0 2 0,-9 5 0,-17 6-36,-18 18-608,-28 7 1,-17 12 0,-3 1 0,12-7 607,18-11 0,2-1 0,-14 5 0,-4 3 0,11-7 0,25-4 0</inkml:trace>
  <inkml:trace contextRef="#ctx0" brushRef="#br0" timeOffset="126795">16712 8361 7533,'-16'-23'854,"0"1"1,-3-21-735,14 11 0,1-5 0,3 0-165,-4-15 0,10 4 134,15 4 1,14 9 157,1 22 1,9 6-1,2 5 1,-4 7-1341,-1 11 1,-2 10 0,1-4 272,2-9 1,4-4 0,-5 2 0,-15 4 795,-22 32 0,-34-55 0,-11-12 1,8 12-1,1 0 0,-1 1 1</inkml:trace>
  <inkml:trace contextRef="#ctx0" brushRef="#br0" timeOffset="128084">13611 6473 7533,'-26'13'733,"1"0"1,10-1 1242,19-28-2076,17 2 0,11-3 224,-5-1 0,3-3 0,5-2 1,5 0-1,6 0-92,-14 10 1,5-1 0,3 1 0,4-1 0,2 1 0,2-1 0,2 0-1,2 0 1,-1 1 0,1-1 0,-1 1 0,-2-1 0,-1 1 0,-2 0-1,-4 1 1,-2-1-255,9-4 1,-5 1 0,-3 0 0,-1 0 0,0 0 0,2 0 0,5 0 0,5 0 220,-15 5 0,3 0 0,3 0 0,1-1 0,3 0 0,1-1 0,2 1 0,1 0 0,1-1 1,1 1-1,0 0 0,0 0 0,0 0 0,-1 1 0,0 0 0,-2 0 0,-1 1 0,-1 1 0,-2 0 1,-3 1-1,-2 1-74,11-2 1,-4 1 0,-2 2 0,-1 0 0,-2 1 0,0 0 0,-1 1 0,1-1 0,2 1 0,1 0 0,2-1 101,-4 1 0,1-1 0,1 1 0,2 0 0,0 0 0,1 0 0,1 0 1,-1 0-1,0 1 0,0-1 0,-1 1 0,-1 0 0,-1 0 0,-1 0 1,-2 0-20,8 0 1,-1-1 0,-3 1 0,0-1 0,-2 1-1,1 0 1,0 2 0,0-1 0,1 2 0,2 1-37,-4 1 0,2 1 1,1 0-1,1 1 0,0 0 1,0 1-1,0 1 0,-2 0 1,0 1-1,-2 1 0,-2 0 1,-2 1-380,9 5 1,-3 2 0,-3 2 0,-1 0 0,0 0 0,0-1 0,2-2 394,-2-4 1,1-2 0,0 0 0,0-2-1,1 2 1,-1 0 0,0 2 0,-1 2 30,2 4 1,1 3 0,0 2 0,0 1 0,-2 0 0,-3-1-1,-4-2 1,-4-2 112,4 2 1,-6-3 0,1 3-36,0 2 1,2 4 0,-1 0 0,-4-4 418,4 1 1,-11-3-1757,-22-5 301,0-15-944,-6 0 1935,-6 0 0,-24 8 0,-9 2 0</inkml:trace>
  <inkml:trace contextRef="#ctx0" brushRef="#br0" timeOffset="128811">19370 5944 7533,'-41'-9'269,"36"30"1,10 12-45,7-3 0,7 4 0,3 1 0,-1 0-15,4 8 0,0 1 0,-4 0 59,0 2 1,-4 0 0,-17-11-45,-34-14 0,-16-10-1318,12-4 1,-2-3 0,0-2 505,-1-3 0,0-2 1,4 4 586,-3 9 0,7 3 0,9-3 0,-8 7 0</inkml:trace>
  <inkml:trace contextRef="#ctx0" brushRef="#br0" timeOffset="130096">13807 6244 7533,'9'-25'-90,"-1"-1"0,8-9 0,5 0 996,4-4 1,2 3-974,-6 11 0,-8 11 250,-28 38 1,-15 19-24,5-9 1,-4 6 0,-2 2 0,0-2 74,0-6 0,-5 0 0,2 0 0,10-2 0,16-3-331,24-2 0,17-3 0,5-2 0,-9 1 99,-8 15 0,2-5 1,20-22-1,8-8 1,-23 8-1,-62 22 0,-1-1 1,1 1-1</inkml:trace>
  <inkml:trace contextRef="#ctx0" brushRef="#br0" timeOffset="152277">28501 9296 5914,'-13'-8'1889,"-4"6"-180,10-22 1567,-5 13-3134,5-7 217,-10 26 187,23 15 0,15 17 0,10 10 0,3 3 0,-3-3 0,-9-11-610,-3 4 1,-1 0-406,0-9 1,5 9 0,4 4 0,0 0 0,-2-6 0,-3-9 0,-7-15-1922,-3-16-887,-12-2 2994,-7-9 0,-5 2 1,-1 8-1</inkml:trace>
  <inkml:trace contextRef="#ctx0" brushRef="#br0" timeOffset="152917">29178 9331 7533,'11'-38'1638,"0"0"0,-6 2-2029,-20 53 1,-15 27 0,-3 9 0,7-10 480,6-8 0,-2 5 93,5-13 0,-4 9 1,-5 5-1,-2 5 0,-3 3 1,-1 2-1,0 0 0,1-2 1,2-2-1,3-4 1,3-6-1,4-7-213,-2 6 0,5-7 0,-4 4 120,-4 4 1,-9 9 0,-4 5 0,2-1 0,4-4 0,11-9 0,14-14 0,28-9 0,5-2 0</inkml:trace>
  <inkml:trace contextRef="#ctx0" brushRef="#br0" timeOffset="153970">29067 10213 7533,'28'-6'819,"0"0"0,2-3 0,3-3 0,0-4 273,8-9 0,-1-5 0,-10 1-1348,-11-16 166,-24 0 0,-15 11-478,-12 41 0,-13 19 0,-1 8 0,12-5 702,14-7 1,5 3 684,-9 11 0,-4 9 0,7 0 0,17-10-245,30-14 0,17-9 0,-2 2-2213,-4 13 1,2-3 1091,3-15 1,5-6 0,-9-3 0,2-8 0,-48 18 0</inkml:trace>
  <inkml:trace contextRef="#ctx0" brushRef="#br0" timeOffset="154682">30077 10019 7533,'8'-27'1638,"0"1"0,-4-11-488,-33 15 1,-14 10-1092,1 17 1,-5 9 0,5 5 974,0 6 1,13 8-256,24-1 1,9 5 0,3 2-443,0 0 0,3 3 1,1 0-1,-2-4-1057,3 11 1,-11-4-374,-16-8 1,-11-1 0,-2-9 470,-15-10 0,16-10 0,37-7 0,33 0 1</inkml:trace>
  <inkml:trace contextRef="#ctx0" brushRef="#br0" timeOffset="155750">28489 10954 7533,'-40'-24'809,"-1"1"1,-7 13-1,0 10 225,1 10 1,16 9-271,37 12 1,24 1-565,-7-22 1,10-2 0,7-2-1,6-2 1,6-1 0,3-1-1,2-2 1,2 1 0,0-1 0,-2 0-1,-3 1 1,-4 1 0,-5 0-282,4 2 0,-4 0 0,-2 1 0,-1-1 0,-1 0 0,2 0 0,2-1 0,4 1-51,-4-3 1,5 1-1,4-2 1,2 0 0,2 0-1,0 0 1,-1 0-1,-1 0 1,-4 1 0,-4 0-1,-6 2 1,-7 0-1,-7 1-1507,15 8 1,-22 4 982,-40 13 1,34-3-1,20-23 1,1 1 0</inkml:trace>
  <inkml:trace contextRef="#ctx0" brushRef="#br0" timeOffset="171615">18755 12312 7533,'-14'-41'1638,"0"0"0,7 1-803,-1 10 1,0 11-184,6 38 0,5 23 0,0 9 0,1-10-562,2-3 0,1 3-500,-5-7 0,0 9 1,0 7-1,-1 3 1,0-1-1,0-2 0,0-7 1,0-10 191,-1 5 1,1-3 479,1 7 0,0 13 0,1 0 0,-1-12 0,0-26-1117,-1-59 1,-1-14 944,0 38 287,-12-8 1,-11-12 0,-7-4 0,-4 8 0,1 15-91,-2 23 1,-3 15 0,-1 7 0,-1-1 0,0-11-198,-6-16 0,-1-12 0,3 4 0,6 17 467,9 24 1,3 19 0,6 8-1,8-5 1,11-16-288,33 0-320,-4-21 1,12 2 0,5 0-1,2-2 1,-5-4 0,-9-5 49,-4-9 0,0-4 0,11 0 0,10-2 0,-5 3 0,-23 8 0,-34 17 0</inkml:trace>
  <inkml:trace contextRef="#ctx0" brushRef="#br0" timeOffset="172829">19026 13053 7533,'-30'-4'1638,"1"0"0,41 10 0,13-3 0,9-4-1433,-1-4 1,6-3 0,1-3 0,-5-2 154,2-6 0,-5-3 0,-8-4 629,-7-23 1,-22 4-1845,-32 20 1,-15 18 1333,9 22 1,-2 15 0,10 6 612,14 4 0,9 5 0,14-3-1075,19-7 0,14-3 1,-1-5-378,1 4 0,4-13-460,2-22 1,8-13 0,-1-3 0,-14 4-1,-5 1 1,0 15 0,-51 39 0</inkml:trace>
  <inkml:trace contextRef="#ctx0" brushRef="#br0" timeOffset="173672">20133 12330 7533,'-4'-26'1638,"1"1"0,8 1 1638,-2 32-2936,-3 18 1,-4 16 0,-1 8 0,-2-1-132,0-10 1,-1 3 0,-1 1 0,-1 0 0,1 0 0,1-3-8,-1 10 1,2-1-1,-1-2 1,-1-1-158,-2 6 0,-4 4 0,4-11 0,6-27-1684,11-42 1,4-15 1228,-3 13 0,0-1 1,2-3-1,1-3 1,1 0-1,5-6 0,0 0 1</inkml:trace>
  <inkml:trace contextRef="#ctx0" brushRef="#br0" timeOffset="174447">20207 12435 7533,'1'-49'1092,"1"0"0,-5 10 0,4 16-273,9 45 0,7 31 0,2 8 0,-3-13 819,-5-9 0,5-17-1532,14-39 1,10-26-1,4-2 1,-7 24 927,-1 48 1,-3-5-961,-12-45 1,-1-27 0,0-12 0,-1 1 0,-2 16 0,-2 28-218,-4 30 1,-1 21-1,-2 15 1,0 11-1,-2 5 1,-1 1-1,0-3 1,-1-10-1,-1-14 98,1 9 0,-1-1 32,0-6 0,1 13 0,1 7 1,0-1-1,0-8 0,1-15 0,-1-21-3264,2-22 2621,5 35 1,12-7-1,-12 5 1,1-1 0</inkml:trace>
  <inkml:trace contextRef="#ctx0" brushRef="#br0" timeOffset="175299">21130 12894 6273,'-19'-10'3276,"1"-21"0,11 9-2092,-10-13-2823,-12 31 1,-4 6 664,1 2 1620,0 23 0,-3 16 0,19-1-646,25-10 0,15 0 0,3-10 1574,8-12 1,2-14-1216,4-17 1,-8-15-1453,-23-4 1,-8-8 0,-7 5 783,-6-1 1,-6 15 0,-8 33 0,52 9-1,-1 0 1</inkml:trace>
  <inkml:trace contextRef="#ctx0" brushRef="#br0" timeOffset="176562">21364 12894 7263,'-13'-10'3276,"12"10"-2036,2 26 1,5 13 288,-2-5 0,0-5-450,2-12-899,-5-35 0,2-17-45,5 3 0,4-6 0,2-1 0,-3 3-135,-3-14 0,7 4-30,16 10 0,11 3 0,-4 16-1609,-12 24 1,1 6 1254,12-12 1,-4 4 0,-17 14-1,-8 5 1,-11 11 0</inkml:trace>
  <inkml:trace contextRef="#ctx0" brushRef="#br0" timeOffset="177612">21991 12753 7353,'-12'-8'3276,"5"-2"-166,-15-7-4369,-9 23 1529,5 4 0,1 7 539,0 22 1,11 8-1170,17 4 0,14-16 270,28-56 360,-13-6 0,0-1-990,-7 5 1,-5 13 1258,-9 38 1,-8 27 0,-4 7-72,-1-23 0,-3 4 0,-1 3 0,-1 2 0,1 0 0,0-1 0,1-3-340,3 0 1,2-2-1,1 0 1,-1 0 0,-3-2-1,-4 1 276,-5 5 1,-3 4 0,-2 0 0,-4-5 0,-1-10 0,-2-16-315,-12-23 0,-4-18 0,1 7-90,-8 30 0,0-7-15,17-23 0,-5-13 0,0-7 0,4-3 0,5 1 0,12 6-1624,18-11 1,5 0 1273,-24-4 1,-9-3 0,19 9 0,25 16 0,14 6 0,-1 3 0,5 1 0,1 0 0</inkml:trace>
  <inkml:trace contextRef="#ctx0" brushRef="#br0" timeOffset="178661">22397 12859 7533,'6'-36'3276,"-5"1"0,-6 16-2730,-17 4 1,-8 6-862,-6 15 1,-1 10 523,6 0 1,0 4 0,10 4 285,10 30 0,22-14-316,18-49 1,13-20 0,-1 11-135,2 30 0,-2-3 472,-9-34 0,2-19 1,-4 3-1,-11 26-922,-15 47 1,-4 16-1235,18-7 1,4 0 1283,-9-9 1,1 1 0,3-5 0,13 1-1,1-11 1,11-28 0</inkml:trace>
  <inkml:trace contextRef="#ctx0" brushRef="#br0" timeOffset="179299">22816 12876 7533,'-14'-37'3276,"3"74"0,22-5-1913,30-19-1273,-15-3 314,-9-32 1,2-21 0,0-3 0,-1 16-225,11 16-45,2 3 0,-2 9-45,-8 35-1080,-8 6 1,-2 10 0,-2-10 989,-1-9 0,21 3 0,-3-54 0</inkml:trace>
  <inkml:trace contextRef="#ctx0" brushRef="#br0" timeOffset="179811">23480 12136 7533,'-8'-49'3276,"-2"9"-3139,-1 64 0,-3 27 1,1 0-138,5-15 0,1-1 0,0 4 0,-1 1 0,-1 4 0,1 0 0,3-4 0,9-4 0,-1 0 0,0 0 0</inkml:trace>
  <inkml:trace contextRef="#ctx0" brushRef="#br0" timeOffset="180800">23787 12735 9781,'-6'-35'3276,"1"15"0,-17-3-3224,-3 22 1,-5 8 37,-10 7 0,2 5 494,12-1 1,8 5 134,19 14 1,13 3-495,15-9 0,0 0-675,-13 9 0,-14-1-1189,-32-5 1,-12-4 1524,5 3 1,-2-5 0,-3-13-1,15-2 1,44 2 0</inkml:trace>
  <inkml:trace contextRef="#ctx0" brushRef="#br0" timeOffset="182436">24870 12206 7533,'-5'-33'3276,"15"-12"0,-2 13-2363,11 1 707,-1 70-1995,-20-10 0,-8 10 0,-4 5 0,-3 4 1,0 0-1,2-3 824,1 1 1,-1 0 0,0 0 0,0 1-1,-1 0 1,-1 1-124,2-7 0,-1 1 0,-2 0 0,1 1 0,-1-1 0,2-1 1,1-1-1,2-3 236,-4 17 0,3 0 0,3-7 0,2-12-382,1-4 224,34-29 1,24-13 0,8-3 0,-9 4-1498,-12 7 1,-3 1 0,3-1 682,5-5 0,3-3 1,0 3-1,-8 5 1,0 12-1,-13 6 0,-18 5 1</inkml:trace>
  <inkml:trace contextRef="#ctx0" brushRef="#br0" timeOffset="183311">25609 12894 7533,'0'-27'1092,"0"-1"0,-17 1 0,-4 3 2184,6 5-3062,-19 17 1,-13 10 0,6 9 144,16 7 1,5 8 0,0 0 209,-9 6 1,-1 0 0,15 0-840,26 12 0,20-16 150,8-39 0,9-19 1,-1-4 1168,-9 5 0,-2-2 1,-3-1-196,7-16 1,-8 19-2494,-16 49 1,-6 17 1372,-3-10 0,-1 2 1,4-1-1,8 1 1,4-2-1,4-9 1,13-17-1,0 0 1</inkml:trace>
  <inkml:trace contextRef="#ctx0" brushRef="#br0" timeOffset="184530">26077 12823 7173,'-6'-43'3276,"5"6"0,-10 25-2612,6 41 1,5 28-1,9-5-889,15-11 0,8-6-315,-7-10 1,2-3-1,2-8 945,8-18 0,1-8 539,-6 0 1,2 4-286,-1 16 1,3 5 0,0-6-91,-2-12 1,1-7 0,-2-4-1663,3-5 1,-2-5 0,-4-4 917,-2-11 1,-5-5-1,-8 6 1,-16 6 0,2 15-1,26 46 1</inkml:trace>
  <inkml:trace contextRef="#ctx0" brushRef="#br0" timeOffset="185736">27393 12771 7533,'0'-27'1638,"0"1"0,6-19 1638,-27 17-2820,-18 19 1,-9 10-232,3 8 0,2 8 0,-3 9 0,16 9 464,37-1 1,16 5 0,2 1 59,-2 2 1,1 1-1,-5 2-599,-3 3 0,-6 2 0,-13-7-660,-16-16 1,-10-5-1,-3-5-583,-1-2 1,-2-5 0,1-5 436,-16-9 1,22-4-1,51 0 1,17 18 0</inkml:trace>
  <inkml:trace contextRef="#ctx0" brushRef="#br0" timeOffset="186180">27739 13300 7533,'-18'-21'819,"1"1"0,-10 6 0,27 51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1:36:09.066"/>
    </inkml:context>
    <inkml:brush xml:id="br0">
      <inkml:brushProperty name="width" value="0.09071" units="cm"/>
      <inkml:brushProperty name="height" value="0.09071" units="cm"/>
    </inkml:brush>
    <inkml:brush xml:id="br1">
      <inkml:brushProperty name="width" value="0.09071" units="cm"/>
      <inkml:brushProperty name="height" value="0.09071" units="cm"/>
      <inkml:brushProperty name="color" value="#A020F0"/>
    </inkml:brush>
    <inkml:brush xml:id="br2">
      <inkml:brushProperty name="width" value="0.09071" units="cm"/>
      <inkml:brushProperty name="height" value="0.09071" units="cm"/>
      <inkml:brushProperty name="color" value="#FFC000"/>
    </inkml:brush>
    <inkml:brush xml:id="br3">
      <inkml:brushProperty name="width" value="0.09071" units="cm"/>
      <inkml:brushProperty name="height" value="0.09071" units="cm"/>
      <inkml:brushProperty name="color" value="#FF0000"/>
    </inkml:brush>
    <inkml:brush xml:id="br4">
      <inkml:brushProperty name="width" value="0.09071" units="cm"/>
      <inkml:brushProperty name="height" value="0.09071" units="cm"/>
      <inkml:brushProperty name="color" value="#00B050"/>
    </inkml:brush>
  </inkml:definitions>
  <inkml:trace contextRef="#ctx0" brushRef="#br0">25745 2981 6903,'0'-10'720,"0"-6"1708,0-9-1258,0-4-991,-11-7-179,-25 11 157,6 22 1,-8 6-1,-3 5 1,0 5 111,6 6 1,-1 5 0,-1 4 0,1 3 0,0 1 0,2-1-270,1-2 0,-1 1 0,2 0 0,1 2 0,2 1 0,4 3 120,0 6 0,1 4 0,2 2 0,5 1 0,8-3 0,8-4 95,11-4 1,9-2 0,7-1 0,2-4 0,2-3-261,9 2 0,6-4 0,2-5 0,-2-4 45,3-2 0,0-6 0,0-7 202,-5-5 1,2-5-1,-3-4 1,-7-6 426,-5-13 1,-8-8 0,-1-5-289,-1 4 1,2-5 0,-1-2 0,-5-1 0,-6 1-486,-9 1 0,-5 0 0,-5 0 0,-1 0 0,0 2-512,2 3 1,-1-1-1,0 1 1,-3 3 0,-3 4 108,-12-9 1,-5 6 0,5 19 0,1 34 0,44 23 0</inkml:trace>
  <inkml:trace contextRef="#ctx0" brushRef="#br0" timeOffset="1389">25757 3828 7533,'-31'-28'1638,"16"4"0,-1-1-173,-2 8 0,-5 3-1585,-6 1 0,-5 2 0,-3 7 255,2 8 0,-3 5 0,-1 6 0,0 6 70,5 2 1,-2 6 0,-1 5-1,0 2 1,5 2 0,4 0-1,9 0-578,8 5 1,10 2-1,5 0 1,0 1-1,-7 0 388,-9-3 0,-7 3 0,-3 1 0,4-4 0,10-5 0,14-8-4,24-9 1,18-7 0,11-7 0,2-5 0,-6-3 0,-15-1 167,-10-4 1,-2-6-72,4-1 0,8-4 0,3-4 0,-5-3 0,-10-4 701,-6-14 1,-10-8 0,-7-1-1,-6 5-809,-13 5 0,-8 3 0,9-4 0,18 4 0,8-5 0,3-1 0,-2 3 0,-8 7 0,-15 1 0,1-1 0</inkml:trace>
  <inkml:trace contextRef="#ctx0" brushRef="#br1" timeOffset="20788">27344 2981 6993,'-19'-18'2878,"7"-7"-1798,7 5-451,-1-13-809,-12 6 405,-3 12 0,-6 2-45,-3 2 0,-4 4-180,1 8 0,-2 5 0,0 3 120,-1 5 0,0 4 0,1 3-30,-3 8 0,0 4 0,2 3 179,5 1 1,1 2 0,4 3-203,7-7 1,1 2-1,3 1 1,2-1-68,0 3 0,3 0 0,7-1 629,8 1 1,7-1 0,-2-4-675,-8-6 0,7-3-23,18-7 1,14-2 0,5-3-1,-7-2-22,4 1 0,1-2 45,-2 0 0,4 1 0,2-2 0,-4-8 195,-1-9 0,-2-7 0,-3-4 90,-3-3 0,-3-5 0,-4-3 149,-3-10 1,-5-4 0,-3-1-270,-5 1 0,-4-1 0,-5 0-210,-4 2 0,-5 0 0,-5 2 90,-6 3 0,-4 0 0,-1 4 0,2 3 0,0 2 0,-2 5 0,-4 5 0,2 9 0,3 13 0</inkml:trace>
  <inkml:trace contextRef="#ctx0" brushRef="#br1" timeOffset="49108">26224 11448 7443,'7'-10'-540,"4"2"3239,-9 0-990,3 6-1440,-5-13 541,-16-3-1260,-21-10 360,-5 12 0,-6 5 390,11 8 0,-1 3 0,-2 1-240,-7 0 0,-1 2 0,1 5-150,4 5 0,2 5 0,0 2 180,0 1 0,0 2 0,3 3 149,1 6 1,1 4 0,3 2-128,8-7 1,1 2-1,2 1 1,5 1 22,4 2 0,4 1 0,4 0 0,2 0 269,4 0 1,4 1 0,2-1 0,4-2-405,5-1 0,3 0 0,4-3 0,1 0 0,3-1 0,3-1 0,2-2 0,0-4 0,6-1 0,2-5 0,2-2-90,3 1 0,2-2 0,2-8 337,-6-10 0,2-7 1,-1-3-1,-3 0-217,1 2 0,-4-1 0,0-6-188,-3-8 1,0-7 0,-3-4 0,-6 0 157,-8 2 0,-6-1 0,-3-1 0,-4-2 404,-5-9 1,-5-2 0,-4 0 0,-3 2-360,-4 3 0,-3 1 0,-3 2 0,1 2-45,-1-5 0,-1 3 0,-4 6 0,-6 11 0,-3 5 0,5 4 0,-8-8 0</inkml:trace>
  <inkml:trace contextRef="#ctx0" brushRef="#br1" timeOffset="58386">27775 11536 7533,'0'-47'1619,"2"17"0,1 3-1619,-1 5 1079,-7-7 1,-6 2-1080,-22 11 179,1 12 1,-11 3 0,-6 1 0,2 2 0,9 1-406,-4 3 1,0 4 296,5-5 1,-7-1 0,-2 3 0,3 5 0,8 9 302,10 9 1,6 9 0,3 6 0,3 2 0,0-5 0,0-6-375,-13 6 0,10 4 56,16-8 0,4 11 0,5 8 1,3 2-1,4-1 0,4-7 1,3-9-1,3-16 52,12-16 0,7-17 0,4-9 0,3 1 0,-2 10 326,-5 13 1,4 9 0,0 4 0,-2-4-1,-2-9 1,-4-15-132,-7-15 1,0-13-1,0-9 1,-3-6 0,-5-3-1,-6 3 1,-7 4 0,-10 9-304,-16 4 0,-16 5 0,-1 1 0,9-6 0,17-14 0,11-10 0,3-1 0,-5 9 0,-12 17 0,-32 27 0,1 0 0</inkml:trace>
  <inkml:trace contextRef="#ctx0" brushRef="#br2" timeOffset="118091">27356 3969 7982,'-7'-10'1530,"7"-14"-451,2 5-719,3-1 359,-5-11-449,0 19 225,-8-11 0,-5-3-765,-15-13 90,6 20 0,-5 1 674,-11-5 1,-6 6-375,-1 18 0,-4 6 0,4-3-210,4-13 0,1 6-427,2 18 1,-7 11 0,-1 6-1,6-2 1,12-7 606,5 4-68,2-2 1,-7 6-1,1 4 1,5 0 89,6 0 0,2 2 1,6 0-1,6-1 487,14 7 1,11-1 0,-8 2-623,-16-4 1,-9 3 0,4-2 0,12-4 165,17-7 1,10-1 0,7-3 0,2-6 0,-2-8 58,2-10 1,1-10-1,0-3 1,-2 7-203,8 15 0,-3 6 0,2-14 467,-6-19 1,4-12 0,-1-6 0,-7 0-1,-12 5-377,-15 6 0,-6-5-30,2-8 0,1-11 0,0-8 0,-2 1 0,-4 4 0,-5 12-60,-19 1 0,1 1 0,18 1 0,6-8 0,3-3 0,5 4 0,2 10 0,19 9 0,-1-1 0</inkml:trace>
  <inkml:trace contextRef="#ctx0" brushRef="#br2" timeOffset="122231">26323 12347 13649,'-19'-17'-45,"-15"7"0,0 2 45,16-2 120,-15 3 0,-12 0 0,2 5 30,10 7 0,2 3 0,-3 1 29,-2-3 1,-2-1 0,-1 2 0,0 4-158,-3 9 1,-1 4 0,1 4-1,5 2 203,5 1 0,2 1 0,4 4 0,5 1 179,2 3 1,4 4 0,6 0 0,6-2-195,11 7 0,9-3 0,9-4-121,5-10 1,7-4 0,4-4 0,1-6 135,3-8 0,3-7 0,1-3 0,-3-1-293,-6 1 1,-2 0-1,0-1 1,-4-4 127,4-2 0,-4-3 0,-4-8 569,-5-22 1,-6-11 0,-5 7-675,-7 18 0,-1-1 337,4-17 0,4-11 1,-1 1-1,-5 15-202,-6 5-90,2-4 0,-5-2-270,-18 9 0,-3 5 270,0-3 45,-3-5 0,-8 3 135,-6 20 0,-5 5 0,16-3-180,24-10 0,-20 2 0,7 1 0,49 6 0,1 1 0,-1 0 0</inkml:trace>
  <inkml:trace contextRef="#ctx0" brushRef="#br2" timeOffset="123804">27739 12383 7533,'-6'-28'3058,"-6"3"-2114,-9 15 1,-5 2-810,-7-5 0,-4 0-195,-2 6 0,-5 2 0,0 6 195,8 3 0,-1 4 0,0 4 0,2 3 157,-4 6 0,1 4 1,2 4-1,4 4-59,9-1 1,1 4 0,4 3 0,3 2 0,4-1 17,5 2 1,2 2 0,5 0 0,4 0 0,5-3-72,4 2 0,6 0 0,3-2 0,5-3 0,4-7-135,1-8 0,5-3 0,2-4 0,3-3 0,0-4 0,-1-3 59,3-4 1,0-4 0,2-3 0,-2-4 0,0-5 0,-2-3 177,-3-5 1,1-4 0,0-5 0,-2-2 0,-4-3-1,-7-1 1,-8 0-830,-9-3 1,-9-4 0,-5-1 0,-4-1 0,0 1 0,3 2 73,7-2 0,2 0 1,-1 1-1,-6 3 1,-12 7 450,-14 7 0,-13 4 0,-7 4 0,0 3 1,8 5-1,16 3 0,10 4 0,-28 20 0</inkml:trace>
  <inkml:trace contextRef="#ctx0" brushRef="#br3" timeOffset="151406">2681 13741 6363,'-8'-41'3276,"6"25"-1946,-12-13 1,-3 11-922,10 32 1,1 22-1,2 14 1,1 9-1,0 4 1,-1-3 0,0-8-1,-2-14-265,-10 1 0,0 1-122,10-1 1,0 15-1,1 9 1,0 2 0,2-3-1,0-10 1,1-17-1,1-21-3299,1-36 1794,0 24 1483,16-41 0,3 11 0,-1 6 0,0-1 0</inkml:trace>
  <inkml:trace contextRef="#ctx0" brushRef="#br3" timeOffset="152417">2663 13688 8162,'-25'-18'3276,"-2"-15"0,62 3-3032,6 24 1,12 9 0,-8 12 294,-19 12 1,-5 11 0,-5 3 0,-5-4-495,-4 9 0,-10 0-45,1 6 0,-4 2 0,-11-15 0,-39-24 0,16-16 0,71-3 0,1 0 0</inkml:trace>
  <inkml:trace contextRef="#ctx0" brushRef="#br3" timeOffset="153514">3246 14270 7533,'-18'-26'3276,"-8"-1"-2261,3 17 1,-5 8-1076,-2 12 0,-4 9 0,2 1 195,-10 8 0,12 7 314,22 20 1,20-14 642,13-50 0,11-19 0,1 8-616,9 21 0,2 4-1016,-10-11 0,0-3 1,-14 10 539,-22 29 0,13 11 0,10 8 0,0-22 0,12-50 0,0 19 0,0 0 0</inkml:trace>
  <inkml:trace contextRef="#ctx0" brushRef="#br3" timeOffset="154154">3792 13723 7533,'0'-20'1638,"0"-12"0,0 2 1382,0 18-2373,-2 28 1,-4 25 0,0 14 0,0 3-1,3-9-1467,2-2 1,2-3 0,1 1 0,-2 4 272,-3-2 1,-1 5 0,-1 1 0,0 0 0,2-4 0,1-7-1,5 6 1,1-5 0,-3-25 0,-9-43 0,-2-12 0</inkml:trace>
  <inkml:trace contextRef="#ctx0" brushRef="#br3" timeOffset="154535">3634 14076 7533,'25'-37'1638,"1"-1"0,-9 9-1311,14 11 1,17-2 0,7 0-1,-3 3 1,-14 6 0,7 3-1,1-3 1,0 1 0,1 0-1</inkml:trace>
  <inkml:trace contextRef="#ctx0" brushRef="#br3" timeOffset="155454">4233 14023 7533,'10'-26'3276,"-10"46"-2701,-5 9 0,-4 13 0,-2 3 1,3-4-966,2-3 0,2-3 0,-2 4 187,-3 6 1,-4 6 0,4-4 0,9-16 202,15-15 0,5-54 0,-2 7 0,-1 0 0</inkml:trace>
  <inkml:trace contextRef="#ctx0" brushRef="#br3" timeOffset="156393">4480 14323 7173,'-27'-10'3276,"9"2"-1638,52-7 0,18-9-552,-23-10 1,-3-5-788,4 4 1,0-1 0,-19 13-1604,-34 20 0,-9 12 2788,-1 21 0,7 15-832,17-10 0,3 6 0,6 1 1,5-4-983,10 3 0,7-3 0,6-9 330,10-7 0,7-9 0,-4-9 0,-3-13 0,-4-9 0,-9-4 0,-1-1 0</inkml:trace>
  <inkml:trace contextRef="#ctx0" brushRef="#br3" timeOffset="156972">4898 14340 7533,'-6'34'819,"14"-58"0,7-28 0,4-2 0,0 27 819,-1 40 0,5 7-1184,15-17 1,8-7-1,-10 7-3731,-9 27 2730,-9 17 1,0 12 0,-1-28 0,12-65 0,-10 7 0</inkml:trace>
  <inkml:trace contextRef="#ctx0" brushRef="#br3" timeOffset="157403">5452 13653 7533,'-21'3'546,"14"20"0,4 18 0,3 10 0,1 4 0,1-2 0,0-11 520,0-2 1,1-6 0,0 8-1067,0 0 0,-1 12 0,1 5 0,0-1 0,0-4 0,1-12 0,1-16 0,3-13 0,3 13 0</inkml:trace>
  <inkml:trace contextRef="#ctx0" brushRef="#br3" timeOffset="157713">5317 14129 7533,'3'-42'546,"1"-1"0,22 20 0,12 1 0,8 1 0,-2 4 0,-6 2-529,5 1 1,1 3 0,5 0 0,11-1-1,-9-1 1,-26 2 0,-29 1 0</inkml:trace>
  <inkml:trace contextRef="#ctx0" brushRef="#br3" timeOffset="158338">4657 13794 7533,'-27'-22'655,"1"0"0,14 1 1,44 9-1,1 0 0</inkml:trace>
  <inkml:trace contextRef="#ctx0" brushRef="#br3" timeOffset="159738">6596 13776 7533,'-7'-39'655,"0"0"0,0-1 1,1-2-1,-1 1 0,4 22 2275,3 25-2648,0 14 1,0 16 0,1 11 0,0 5-1,2 2 1,2-4 0,1-9-874,8 1 0,4-7 1,0 1-1,-3 6 578,-8 2 0,-4 9 0,-2 5 1,0-2-1,3-6 0,3-14 1,7-17-245,15-26 1,10-22 0,-1-8 0,-11 6 166,-16 1 0,1 9 90,28 19 0,12 15 0,-13 7-315,-26 2 1,-6 7 314,8 12 0,3 14 0,2 3 0,-1-13 0,-2-24 0,12-49 0,-5 16 0,0 1 0</inkml:trace>
  <inkml:trace contextRef="#ctx0" brushRef="#br3" timeOffset="160675">7494 14146 7533,'-14'-20'1638,"0"-1"0,-14 6-353,4-4 0,-5 6-1420,-13 29 1,0 15 853,9 3 1,8 7-750,12-4 0,6 4 0,12-10-60,21-10 0,10-14 659,-1-16 1,3-11 0,-2-2-211,4-13 1,-4 9-2518,8 36 519,-28 24 1,-5 10 1283,-5-6 0,0 2 0,6-12 0,13-14 0,3-12 0,-6-22 0,0 1 0</inkml:trace>
  <inkml:trace contextRef="#ctx0" brushRef="#br3" timeOffset="161368">8109 14093 7533,'4'-36'1638,"1"0"0,-1-9 0,-35 31 0,-10 12-1154,11 13 1,1 8-1,0 0-2123,-10 6 1,2 1 1375,-4 1 1,18 1 1088,41-4 0,20 1 1,-2-3-737,-4-7 0,-4 3 90,-2 11 0,-3 8 0,-13-3-1035,-26 1 1,-11-2 719,2 5 0,-6-5 135,-19-15 0,13-3 0,44 9 0,-10-5 0</inkml:trace>
  <inkml:trace contextRef="#ctx0" brushRef="#br3" timeOffset="163626">9784 13688 8342,'0'-28'3276,"0"11"-5196,-22-15 2100,16 26 639,-23 2 0,-21 2 0,-7 6 0,7 6-657,11 11 1,3 7 0,0 3 0,-3-1-218,2-8 0,-4 0 0,-1 0 0,0 1 1,3 0-1,5 0 100,-4 5 0,4 0 0,5 3 0,9 4 119,13 5 0,9 8 1,5 1-1,3-6 0,0-12 16,17 3 105,1-8 1,11 8-1,6 2 1,1-7-1,-4-13-975,6-20 1,-2-15-1,2 5-130,-9 12 1,2 3 0,-2 1 0,-2-5 272,4-12 1,-3-3 0,-19 12 0,-29 21 0,-4 5 0</inkml:trace>
  <inkml:trace contextRef="#ctx0" brushRef="#br3" timeOffset="179777">25818 4763 7623,'-19'-36'3276,"7"1"0,-10 0-2582,-17 22 0,-15 5 1,6 1-650,18-5 0,-1 7-30,-5 11 0,-9 8 0,-5 6 0,0 4 0,5 2 0,11 1-15,9 4 0,9 3 0,3 3 0,-1 2 179,-3-1 1,-1 2 0,0 3 0,3 1 0,3-2 0,8-2 202,9 10 0,8 0 1,6-4-1,5-4-225,3-5 1,6-3-1,3-5 1,1-5-158,-1-6 0,3-4 0,0-6 0,2-5 179,5-8 1,3-7 0,-1-7 0,-7-4 494,-7-4 1,-5-6 0,-4-3 0,-1-3-352,-4 2 1,-2-3 0,-2-2 0,-3 1 0,-1 3-324,0-9 0,-4 3 0,-8 0-765,-9 3 1,-7-3-1,-3 5 1,3 12-2513,-9 7 2621,6-4 1,6 9-1,21 33 1,24 9 0</inkml:trace>
  <inkml:trace contextRef="#ctx0" brushRef="#br3" timeOffset="181062">25893 5609 7533,'-13'-27'1092,"1"-1"0,-10 0 0,-8 5 0,-8 11 0,-7 6 0,-2 5-437,5 5 1,-2 4 0,-1 4-1,1 3-260,5 0 1,-1 2 0,0 2 0,4 4 0,5 3 35,4 4 1,3 5 0,4 3 0,5 0 0,6-1-28,8 8 1,7 1 0,8-1 0,7-6-585,4-10 0,8-2 0,4-3 0,3-6 1,-1-7-477,2-9 1,4-8-1,0-6 1,-1-1 0,-2 1 716,-1 5 0,-1 2 0,-2-5 0,-5-9 253,-6-10 1,-1-12 0,-3-5 0,-4-1 0,-8 2 0,-8 8-1408,-19-1 1,-14 6 0,6-4 1051,15 0 1,5-5 0,1 2 0,-4 6 0,-12 0 0,8 13 0,55 38 0</inkml:trace>
  <inkml:trace contextRef="#ctx0" brushRef="#br3" timeOffset="187037">27270 4833 7533,'20'0'1079,"3"-8"-719,-10 6 270,5-21 2248,-11 3-2159,-2-7-719,-26-7-359,-1 7 89,-8 8 0,-4 3 225,4 3 0,-5 6 67,0 9 1,-7 6-1,0 3 1,4-1 67,-6 4 0,1 8-506,12-2 1,-5 6-1,-1 4 1,1 2 0,4-3-1,7-4 461,-1 9 0,4-1 0,-1-6 0,-4 2 0,3 3 0,9 2 40,14 8 0,11 6 0,3-2 0,-3-8 5,-6-10 0,1-1-68,0 12 1,1 11 0,5-4-1,12-15 38,12-22 0,13-14 0,6-8 0,2-4 0,-4 1 0,-11 6 30,3 6 0,-2-8 259,-14-6 1,7-9 0,3-7 0,3-4 0,-1-3 0,-3 1-1,-4 1 1,-8 4 0,-9 7-1025,-10-12 1,-10-2 674,3-7 0,-2-14 0,1 0 0,2 13 0,4 28 0,4 28 0,8 15 0</inkml:trace>
  <inkml:trace contextRef="#ctx0" brushRef="#br3" timeOffset="188391">27529 5609 7892,'-20'-43'819,"0"0"0,-9 16 0,-7 5 0,-6 4-1592,-3 9 1,-6 7 0,-2 1 0,5 0 772,0-7 0,4 0 0,-4 10 384,7 7 1,-6 6 0,-1 4 0,2 3-1,7 3 1,11 2 132,12 7 0,11 4 1,5 2-1,0 1-373,1 2 0,1 2 0,2 1 0,2-1 0,2-2-77,1 0 0,1 0 1,5-4-1,8-4-137,6-8 0,10-2 0,4-2 0,1-4 1,-6-4-1,-9-6 70,12-7 179,-11-5 1,11-2 0,6-2 0,1-4 0,-5-5 0,-10-5 125,-7-10 1,-7-9 0,-5-4 0,-1-2 0,-1 2 240,1 4 0,-1 0 0,-1-1 0,-1-1 0,-1 2 0,-3 0-467,0-5 0,-2 0 0,-1 1 0,-5 3 1,-5 4-1,-18-11 0,-7 5 0,14 26 1,29 45-1</inkml:trace>
  <inkml:trace contextRef="#ctx0" brushRef="#br3" timeOffset="191721">26262 13212 6993,'12'-10'854,"9"-10"1,3 1 584,8 3 45,-16-10 1,-12 3-1890,-42 24 0,-17 10 450,17-13 0,-5 2-416,6 7 1,-9 4-1,-4 4 1,0 0 0,5-1-1,8-4 326,-2-2 0,1 4 30,3 4 0,-9 7 1,-3 4-1,1 2 1,6-1-1,10-2 285,3 7 0,11 6-216,7 0 0,2 10 0,3 3 0,4-2 0,4-8 66,6-8 0,4-6 0,4 2-120,0 1 0,2 3 0,4-3 0,5-6 359,4-8 1,7-5 0,2-4 0,1-4 0,-3-6-551,-1-7 1,0-9 0,-1-3 0,0 2 0,1 6 212,11 11 1,1 7 0,-1-2-1,-6-15 481,-9-14 0,1-11 0,-2-7 1,-7-3-1,-10 2 0,-13 7-1159,-20 6 1,-17 4-1,-8 1 1,2-1 0,11-4 282,14-12 1,10-5-1,0 1 1,-8 7 391,-24-1 1,-8 5 0,26 12 0,48 13 0,21 8 0,-4 1-1,0 0 1,1-1 0</inkml:trace>
  <inkml:trace contextRef="#ctx0" brushRef="#br3" timeOffset="193139">26409 14076 7533,'-20'-37'1092,"-1"-1"0,11 15 0,-3 1-775,-11-4 0,-7-1 0,-3 6-197,-3 8 0,-2 7 0,-4 5-174,5 4 0,-3 2 0,-2 4 0,0 1 0,3 2 166,-7 5 1,1 2-1,2 3 1,3 5 138,7-1 1,0 4 0,3 3 0,5 1 0,7 1-230,8 8 1,8 2 0,6 1-1,6-1 158,2-8 0,4 0 0,4 0 0,3-2 0,5-3 14,4-3 1,4-1 0,4-2 0,2-3 0,2-3 0,-1-3-270,2-3 0,1-4 0,2-2 0,0-4 0,0-3 0,-2-4 120,2-5 0,1-2 0,-1-4 0,-1-4 0,-5-4 0,-5-4 164,-6-5 1,-4-4 0,-4-4 0,-3-2 0,-4-1 0,-5 2-768,-5-5 1,-8-1-1,-3 0 1,-1 1-1,3 2 558,3-2 0,2 1 0,-1 3 0,-3 6 0,-11-2 0,9 11 0,42 26 0,-1 0 0,1 0 0</inkml:trace>
  <inkml:trace contextRef="#ctx0" brushRef="#br3" timeOffset="194905">27972 13406 6453,'-4'-43'1092,"0"1"0,0 9 0,-2-2 0,3-4 0,-2-4 0,-9 7-1057,-14 12 0,-10 6 0,5-1 54,6-9 1,-3 5-68,-10 18 1,-12 9 0,-2 7-1,8 5 23,13 4 0,5 5 0,1 4 0,-3 1 15,0-4 0,-4 2 0,-1 1 0,1 1 0,2 2 0,6 1 66,0 7 0,4 3 0,4 2 0,4 0 0,5 0 233,2 0 1,4 2 0,4 0 0,7-3 0,8-6-271,10-5 1,9-4 0,6-4 0,3-5 0,0-5 72,1-6 0,3-4 0,0-6 0,1-6 0,-4-7 30,-9-4 1,2-5 0,-2-5 0,-1-3 0,-3-3-1,-5 0 1,-6 0-103,-3-8 0,-7-4 0,-5 0 0,-6-1 0,-2 3-746,-3 0 1,-4-1-1,-4 2 1,-3 3 0,-2 8 245,-10-2 0,-5 9 1,2 13-1,-8 24 1,13 13-1,43 7 0,1-1 1</inkml:trace>
  <inkml:trace contextRef="#ctx0" brushRef="#br3" timeOffset="195958">27775 14093 7623,'-4'-25'1092,"0"0"0,7-7 0,-5 1 238,-19 4 0,-10 5-1870,-7-4 1,-10 11 665,10 19 0,-8 9 0,-2 6 0,0 2 0,5 0 211,1 1 0,2 1 0,3 2 1,1 5-69,2 1 1,-2 4 0,4 2 0,8 0 0,14-1-19,16-1 1,12 2 0,9-2 0,4-2 0,1-6-396,2-5 0,4-3 0,3-5 0,2-4 1,1-3 143,1-2 0,3-2 0,2-4 0,-2-4 0,-4-6 0,-6-7 194,-9-8 1,-3-8 0,-4-5 0,-4-3 0,-4 1 0,-3 4-1015,-4-5 1,-6 2 0,-4-1 0,-3 1 587,-4-10 1,-4-4 0,-3 8 0,0 18 0,-7 22-1,60 19 1,0 1 0</inkml:trace>
  <inkml:trace contextRef="#ctx0" brushRef="#br3" timeOffset="211992">27455 6720 6633,'-6'-9'-450,"0"-7"91,6-2 359,6 7 0,11-21 0,9 13 0</inkml:trace>
  <inkml:trace contextRef="#ctx0" brushRef="#br3" timeOffset="212619">27652 6720 7533,'12'0'0</inkml:trace>
  <inkml:trace contextRef="#ctx0" brushRef="#br3" timeOffset="213245">27701 6738 5824,'-19'-29'0,"7"-3"0,6 30 359,-5-5-628,3 7 269,-5 0 0,8 15 0,5 5 0</inkml:trace>
  <inkml:trace contextRef="#ctx0" brushRef="#br3" timeOffset="213574">27652 6720 6273,'-20'0'-150,"8"8"0,7 2 1</inkml:trace>
  <inkml:trace contextRef="#ctx0" brushRef="#br3" timeOffset="215001">27591 6756 6543,'16'-20'270,"-7"4"180,-7 16-90,-39 8-180,5-6 89,-11 9 1,14 2 360,70-2-406,-13-9 1,10-2 0,7-2 0,5-1 0,3 0 0,-2 0 0,-2 0 0,-5 2-405,6 0 0,-3 1 0,-2 1 0,1-1 0,3 0 77,-3-1 0,9-1 0,2-1 1,-3 1-1,-9 1 0,-13 0 1,-20 3-198,-33 4 0,-27 2 0,-6-1 315,12-1 0,-5-1 0,-4-1 0,-1 1 0,0-1 0,3 0 120,2-1 0,0 0 0,0-1 0,2 0 0,2 1 0,5 0-165,-12 2 0,5 2 0,25-4 194,35-3 1,25-4 0,14-1 0,7 0 0,-3 1 0,-12 3-165,-2 3 0,-6 3 0,6-3-90,0-3 0,12-3 0,3-2 0,-7 1 0,-14 0 1,-23 3-46,-33 2 0,-25 2 0,-11 1 0,4 0 314,3-1 1,-1 1 0,-1-1 0,1 1-248,-9-3 1,-4 0 0,10 2 0,28 5 1146,54 25-1735,0-26 1,11-5-1,6-2 1,2 0 0,-4 2 86,3 4 1,-1 2 0,1 0-1,-1-3 569,11-1 0,5-2 0,-11-2 0,-30-2 0,-43-5 0,-3-1 0</inkml:trace>
  <inkml:trace contextRef="#ctx0" brushRef="#br3" timeOffset="220527">25622 15434 7443,'0'-18'1709,"5"1"-1799,-4 7 450,4 2-720,1 8 1169,1-8 1,0-9-450,-7-19-495,-19 20 0,-13 3 120,2 7 0,-9 2 0,-5 3 0,-3 0 0,0 2 0,1 0-15,-2 2 0,0 1 0,-1 1 0,0 0 0,-1 1 0,0-1-48,3-2 1,-4-1 0,-2 0 0,3 0 0,3 1 0,7 1 0,8 3 302,-5 10 0,21-3 44,31-11 1,23-5 0,14-3 0,6-2 0,0 0 0,-8 2-234,-4 2 0,-2 1 0,0 0 0,1-1 0,3-1 92,1 0 1,9 0-1,2-1 1,-1-1-1,-10 0 1,-13-1 0,-20-2-759,-31-11-629,-18 3 1061,3 15 0,-10 6 0,-6 3 0,-1 0 0,1 0 318,4-1 0,-2 0 0,0 1 0,0-1 0,4 1 0,3 1-180,-12 4 0,5 0 0,25-5 509,45-10 1,31-7 0,4-3-306,-20 3 0,3-1 0,1-2 0,0 0 0,0 0-648,2 0 0,2-1 0,-2 0 1,-3 1-1,-8 2-1135,8-4 1,-22 6 1540,-52 12 1,0 6 0,46 4 0,13 0 0,1-4 0,0-1-1</inkml:trace>
  <inkml:trace contextRef="#ctx0" brushRef="#br3" timeOffset="223466">27529 6756 7443,'-25'-20'3276,"6"-3"-1425,23 13-1492,23-10 1,18-7 0,2 1-315,-9 8 0,2 1 0,1 0 0,1-1-117,-4 0 0,2-1 0,0 0 0,-1 1 0,-3 2-18,12-4 0,-3 2 0,-12 5-989,-11 5 629,-48 23 1,-24 11 426,14-8 1,-4 3-1,-2 0 1,-1-1 111,7-3 1,-3 0 0,1 1 0,0-1 0,1 1 270,-5 4 0,-1 1 0,4-1 0,4-3 224,-10-1 1,21-1 539,43-2 1,16 1-1036,-8 5 1,3 2 0,1 0-1050,5 0 1,1 0 0,0 2-134,1 3 1,-2 3 0,-3-2 750,-1 1 1,-2-1 0,-1-1-1,-5 2 1,-16 3 0,0-1-1</inkml:trace>
  <inkml:trace contextRef="#ctx0" brushRef="#br3" timeOffset="224870">27714 15187 7533,'-25'-8'1799,"0"6"-540,0 2-713,41-2 0,25-3 0,15-2 0,7 1 0,-4 0 0,-12 3 546,-5 2 0,-6 2 0,9-1-1280,-9-2 1,7-2-1,5 0 1,4-2-1,2 1 1,-1 0 0,-2 0-1,-4 1 1,-6 1-1,-8 2 188,17 3 0,-8 2 0,6-3 0,3 1 0,-26 4 0,-58 22 0</inkml:trace>
  <inkml:trace contextRef="#ctx0" brushRef="#br3" timeOffset="226369">27714 15187 6363,'-3'-16'655,"26"0"0,21-4 1,12-2-1,-3 1 0,-13 2 983,-12 0 0,0-1-1725,11 2 0,14-5 0,1 2 0,-12 4 0,-25 10-363,-36 12 0,-15 8 247,-5 5 1,-7 8 0,-2 2 0,7-2 660,11-4 1,3 1-1,-2 0-413,-10 1 0,-8 2 0,7 0 0,21 0 824,28 1 1,17-1 0,0 1-1963,2 7 1,2 0 0,1-4 692,3-6 0,2-3 0,-2 1 0,-5 5 0,-1 1 0,-4-12 0,6-26 0</inkml:trace>
  <inkml:trace contextRef="#ctx0" brushRef="#br4" timeOffset="244694">27714 7602 6723,'-18'-17'540,"-12"7"0,-3 2 1528,-8-10 181,53 9-2231,18 6 0,18 6 0,10 2 0,2 1 0,-8-2-536,-7 0 1,-2-1 0,-1 0 0,4 1-30,-3 0 1,5 0 0,2 1 0,-3-1 0,-5 1 0,-9-1 499,-3 1 1,-10-3 0,-7-9 0,-1-3 0</inkml:trace>
  <inkml:trace contextRef="#ctx0" brushRef="#br4" timeOffset="246185">27762 7585 7533,'-18'-10'449,"-22"-6"2827,88 6-3229,-17-1 1,4-5-1,1 2-167,7 3 0,2 1 1,0 0 328,-2-2 1,-1 0 0,-7 1-210,7-5 450,-47 8-1619,-17 6 809,-13 7 0,-12 6-31,12-2 1,-6 4-1,-2 0 1,1 1-1,4-2 391,-3 0 0,4 0 0,-1 1 157,-5 0 1,-6 0-1,8 1 1,21 1 1191,32 8-1259,-4-9 270,15 19 0,10 14 0,-2-7-1170,-5-17 0,1 1-283,1 8 1,2 5 0,-4-8-2185,7-6 3139,-38-13 0,-8 0 0,-6-2 1</inkml:trace>
  <inkml:trace contextRef="#ctx0" brushRef="#br4" timeOffset="255424">27750 17709 7533,'-28'-19'3276,"12"-5"-166,-8 22-1131,13 2 1259,59 10-3341,-17-9 0,9-2 0,7-2 1,4 0-1,0 0 0,-2 0 0,-5 1-311,0 3 0,-4 0 1,-1 1-1,2-2 1,3-2 413,3-2 0,5-1 0,4-3 0,-2 0 0,-3 0 0,-7 1 0,-10 0 0,0 2 0,-16-3 0,-48-26 0</inkml:trace>
  <inkml:trace contextRef="#ctx0" brushRef="#br4" timeOffset="257107">27849 17674 7623,'-38'0'-90,"13"0"3366,-2 0-796,12 0-2390,-4 0 3149,40-16-2835,6 3 1,12-6 0,8-2 0,2-1-1,-4 2 1,-8 2-645,-5 0 0,-5 2 1,5-1-417,14-4 1,12-4-1,0 1 1,-13 6 0,-28 10-206,-52 20-232,-2 7 1,-8 6 0,4-3 719,10-8 1,-2 0 588,1 1 0,-7 5 0,-2 0 0,3-1 0,6-7-126,2-7 0,3 0 329,-7 12 1,-2 5 0,4-6 659,-4-13-809,19 13-90,23-8 1259,17 25-1169,-13-17 822,22 10 0,15 7 0,-5-6-1124,-14-11 0,1-2-28,6 6 0,4 4 0,-6-10-2189,5-14-1028,-59-3 2882,16-13 0,-7 39 0,20 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3:19:41.662"/>
    </inkml:context>
    <inkml:brush xml:id="br0">
      <inkml:brushProperty name="width" value="0.12095" units="cm"/>
      <inkml:brushProperty name="height" value="0.12095" units="cm"/>
    </inkml:brush>
  </inkml:definitions>
  <inkml:trace contextRef="#ctx0" brushRef="#br0">26754 13353 8640,'0'30'1092,"0"0"0,0 14 0,0-1 2184,0 2-1638,1-12 0,3-11 110,9-30-2904,6-18 951,11-3 182,-17 8 0,0-1 0,4 0 0,1 1 0,-2-2 0,0 1 0</inkml:trace>
  <inkml:trace contextRef="#ctx0" brushRef="#br0" timeOffset="1072">27701 13370 3828,'7'18'3276,"-7"0"0,-7-1 0,1 1 0,0-1-1403,23 17-1862,8-5-295,-2-6 0,4-3 696,-3-8 0,2-4-1312,-1-2 1,-1-4-2068,8-20 1721,-20-17 1404,-24-2-206,-14 1-194,-17 19-585,11 9 5,1 24 1135,30 3 2612,15 9-1869,22-3-2380,3-23 1002,-8 4 1,-2-45 0,-10-1-1</inkml:trace>
  <inkml:trace contextRef="#ctx0" brushRef="#br0" timeOffset="1222">27910 13441 7670,'0'35'366,"0"-7"0,6-26 1,1-14-1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1:42:47.297"/>
    </inkml:context>
    <inkml:brush xml:id="br0">
      <inkml:brushProperty name="width" value="0.09071" units="cm"/>
      <inkml:brushProperty name="height" value="0.09071" units="cm"/>
      <inkml:brushProperty name="color" value="#00B050"/>
    </inkml:brush>
    <inkml:brush xml:id="br1">
      <inkml:brushProperty name="width" value="0.09071" units="cm"/>
      <inkml:brushProperty name="height" value="0.09071" units="cm"/>
      <inkml:brushProperty name="color" value="#0070C0"/>
    </inkml:brush>
  </inkml:definitions>
  <inkml:trace contextRef="#ctx0" brushRef="#br0">28156 16880 5824,'-28'-16'1638,"-1"-1"0,2 3-308,-3 1 0,-2 3 1946,-10 18 0,17-6-2822,42 4 1,22 4 0,4-3-231,-3-4 1,4-3 0,2 0 0,-1 1-293,-3 3 1,0 1 0,0 0-1,-1-3-112,3-4 0,3-1 0,-7-2 1,-18-1-2700,-20 2-398,-2-11 2457,-2 15 1,-36 15 0,3 5 0</inkml:trace>
  <inkml:trace contextRef="#ctx0" brushRef="#br0" timeOffset="1465">28070 16828 7533,'-40'-10'3276,"-9"2"0,44 0-2457,25-4 0,20-4 0,6 0 0,-10 3-112,-11 2 1,1 1-888,9-4 0,12-2 0,2-1 1,-5 2-1,-14 6 1439,-8 5-1079,16-12-990,-45 24 315,-23 4 1,-13 2 644,4 0 0,-3 1 0,-2 1-16,7-3 1,-1 1 0,-1 0 0,1 0 314,-2-2 1,-1 1 0,2 0 0,7 2 854,-2 9 1,17 3-136,26-5 1,13 1-1238,6-1 1,7 1-1,3 1 1,-3-1-263,-4 1 0,-1 0 0,0-2-240,9 3 1,0-2-1,-11-8-2707,-17-9 2457,-10-20 1,-7 14 0,-7 30 0</inkml:trace>
  <inkml:trace contextRef="#ctx0" brushRef="#br0" timeOffset="30458">27862 10160 6993,'-36'-8'3276,"3"-2"-1875,7 1-591,4 1 2466,4 8-526,9 0-1658,35-2 0,30-1 0,-7 0-841,-24 2 0,3 0-308,6 1 1,12 0 0,8 0 0,5 0 0,0 1 0,-2-1 0,-7 0 0,-11-1 145,12-2 1,-2 0-90,-8 3 0,12 1 0,3 0 0,-5 1 0,-15-1 0,-22 0 0,-30-1 0,-26 10 0,2-1 0,1-1 0</inkml:trace>
  <inkml:trace contextRef="#ctx0" brushRef="#br0" timeOffset="31929">27898 10142 7533,'-41'0'2158,"7"-7"-1798,2 5 1169,6-6 1,3 0 718,9 6-3064,32-11 1,26-9 0,6-2-1,-9 5 861,-14 6 0,3 0 158,3 0 0,12-5 0,4 0 1,-1-1-1,-7 3 0,-13 4-922,-3-2 629,7 1 0,-11 3 810,-26 10-1980,-17 8 1080,11-6-450,-15 8 1,-13 8-1,-1 1 922,4-4 1,-1 2-1,-1-1 1,3 0 799,-3 2 0,1 0 0,-1-1-514,-12 5 0,-1 0 1,22-11 410,26-11-719,-8 0 630,11 0-631,-6 16 386,24 0 0,20 6 1,8 1-1,-1 1 0,-13-3-809,-9 3 1,0 1-667,15 4 1,13 6 0,-4-6 0,-18-19 356,-22-17 1,-33 18-1,17-7 1</inkml:trace>
  <inkml:trace contextRef="#ctx0" brushRef="#br0" timeOffset="46877">25695 9860 7443,'-13'0'2338,"-20"-8"-89,16 6 90,-23-13 937,8-3-1155,1 6-952,11-3 1080,48 38-1979,-13-9 269,8 4 1,11 8 0,6 4-1,0 1 1,-6-1-405,-5 0 0,-3 0 0,0 1 0,2 0-791,1-2 1,3 1-1,0 0 1,-2 0 0,-4-2 77,4 5 0,-4-1 0,-11-7-1671,-15-10 2249,11-38 0,-35 33 0,1-14 0</inkml:trace>
  <inkml:trace contextRef="#ctx0" brushRef="#br0" timeOffset="47577">25695 10495 7533,'-35'13'1638,"1"0"0,-10-9-819,54-22 0,21-11 0,9-7 0,-1-1-351,-9 8 0,2-3 0,2-1 0,0-1 0,1-1 0,0 1 0,-2 2 67,0-2 1,1 0 0,-2 0 0,1 1-1,-1 2 1,1 1-1192,4-3 1,4-2-1,-2 3 1,-6 8 0,-13 11-165,-10 11 1,-7 41 0,42-59 0</inkml:trace>
  <inkml:trace contextRef="#ctx0" brushRef="#br1" timeOffset="76124">28033 12629 7533,'-19'0'-1529,"-4"0"1978,15 0 1710,-14 0 90,14 0-90,-10 0-720,6 0-270,-1 8 270,37-2 0,22-2-1277,-9-1 0,9-1 0,3 0 0,0-1 0,-3 1-792,0 0 0,-2 0 1,0 0-1,1 0 126,-1-2 0,2 0 1,0 0-1,-5 0 1,-9 0 503,14 0 0,-68 0 0,15 0 0</inkml:trace>
  <inkml:trace contextRef="#ctx0" brushRef="#br1" timeOffset="77666">28008 12665 6903,'-36'-5'1092,"-1"0"0,4 2 0,14-2 0,42-7 0,27-5 0,0-1-128,-6-4 0,-1-1 1,3 1-943,-7 10 1,2 2-1,0-1 1,-5-1 186,4-7 1,-4-2 0,-20 10-1469,-50 27 809,10-8-240,-7 7 1,-9 6-1,-2 0 1200,-3-3 0,-1-2 0,1 3-451,3 1 1,1 1 0,2 0 1578,-12 6 0,22 1-819,43-8 0,21 1 0,7 0 0,-5 2-1912,2 5 1,-2 2 0,-1 2 761,3 3 0,-2 2 1,-7-3-1,-5-6 1,-15-6-1,-43-14 1,-1 0-1</inkml:trace>
  <inkml:trace contextRef="#ctx0" brushRef="#br1" timeOffset="96150">27726 4198 6453,'0'-35'2249,"-5"0"-1709,-30 31-540,10-8 1124,-14 29 0,-1 5-1214,18-16 900,-10 10 0,4-1 1978,19-13-2428,-9 6 989,13-8-1169,5 0 1709,71-16-1674,-34 12 1,9 0 0,3 0 0,0 1 0,-5-1-239,-5-1 1,-3 0 0,0 0-1,3 0-37,0 2 0,5 1 0,0 0 0,1 0 0,-2-1 0,-4 0 480,13-5 0,-5-1 0,-6 2-465,-8 4 0,-1 0-1594,25-10 1,-21 3 818,-39 10 1,-30 23 0,5 7 0</inkml:trace>
  <inkml:trace contextRef="#ctx0" brushRef="#br1" timeOffset="97612">27529 4180 7533,'-44'0'3276,"29"-15"0,7 11-2552,26-13 0,22-8 1,2 4-1175,-7 10 0,2 4 0,0-2 480,2-8 0,0-3 0,-4 6-390,8 6 1,-18 8-91,-48 9 0,-19 7 427,8 3 1,-6 3 0,0 2-1,1-4 622,1-5 1,1-3 0,0 2 492,-7 10 0,0 2 0,24-14-590,35-21-532,20 15 0,15 13 0,-2 1 90,-16-6 0,-2 1 0,1 1-90,10 5 0,2 2 0,-8-2-420,3 10-2827,-38-41 2544,11 0 1,19 2 0,15 8 0</inkml:trace>
  <inkml:trace contextRef="#ctx0" brushRef="#br1" timeOffset="98823">27627 2540 7892,'-13'-29'3276,"18"13"0,43 18-2982,-17-2 0,10-1 0,7 0 0,4 0 1,2 0-1,-1-1 0,-6 1 0,-6 0-174,9 0 0,-6 0 0,6-1-379,-10 1 0,8 0 1,5-1-1,2 1 1,-4-1-1,-4 0 1,-11-1-1,-12-1 259,-5-3 0,-35 5 0,-18-6 0</inkml:trace>
  <inkml:trace contextRef="#ctx0" brushRef="#br1" timeOffset="100410">27591 2522 7533,'-19'0'2878,"-21"0"-1169,49 0-1439,-25-7-55,34-7 1,27-6 0,14-3 0,-1 1 0,-13 4-441,-6 3 1,0-1 206,0-2 0,8-5 0,2 0 0,-6 4 0,-13 8 18,-8 11 539,-22 0-539,0 0-899,-22 8 809,-10 7 0,-9 5 0,-1 2 60,-1 0 0,-1 1 0,0 0 479,10-6 1,-2 0 0,2 0 0,3-1-135,-19 10 0,17-5-585,27-13 1304,26 7 1,15 3-1335,-4 2 0,4 2 0,0-1-1319,6 1 0,0-1 1619,-6-5 0,1 1 0,-19-3 0,-38 2 0,-13 3 0</inkml:trace>
  <inkml:trace contextRef="#ctx0" brushRef="#br1" timeOffset="126882">25794 3916 6903,'-7'-20'2339,"-15"-3"-2159,18 21 1259,-12-22-1529,26 5 270,-7-1 359,3-11-404,-44 16 0,-19 10-225,17 7 0,-1 6 0,-5 2 306,6-2 0,-5 2 0,0 3 0,0 2 0,4 3-805,4 6 1,2 5-1,2 2 1,1 0 0,2-3 588,-10 5 0,2-3 0,7 7 179,10 5 1,4 6 0,6 1 0,10-5 299,13-6 1,10-2 0,3-1-390,0 3 0,3 2 0,3-2 0,4-9 67,4-8 1,5-7-1,2-5 1,0-6-230,-4-3 0,3-5 0,-1-4 0,-1-3 0,-3-3 611,0-6 1,-3-5 0,-2-4 0,-1-2-486,-4 0 0,0-4 0,-2-1 0,-2 2 0,-4 4 35,6-7 1,-7-2-258,-10-2 0,-2-7 0,-3 2 1,-5 12-103,-10 8 45,-3-2 0,-5-9 0,-3-1 0,-4 10-255,-13 8 1,-6 9-1,0-1 180,0-4 0,-1 0 1,1 6-794,0 10 1,0 5 0,7 5-547,5 5 1,12 3 1477,19 17 1,23-19-1,10-5 1</inkml:trace>
  <inkml:trace contextRef="#ctx0" brushRef="#br1" timeOffset="129933">25326 2364 7533,'-19'-18'1259,"-21"8"-539,12 2 89,1 8 1,0 0 719,0 0-922,30 20 0,14 15 0,7 5 0,2-1-481,0-5 0,5 0 0,2 1 0,0 0 0,-2 1 18,-3 2 0,-2 2 0,-1 0 0,1-1 0,2-4-10,9 2 1,5-1 0,-7-6 0,-17-9-315,-19-12-450,-5-35 1,0-12-2648,-1 12 0,12-15 2891,4 33 1,8 16 0,-4 2 0</inkml:trace>
  <inkml:trace contextRef="#ctx0" brushRef="#br1" timeOffset="130707">25239 2963 7533,'-38'-5'468,"-1"1"0,45-18 0,19-12 0,13-6 0,7-4 0,0 1 0,-4 6 78,-6 6 0,1 3 0,1 1 0,1 0 0,1-1 0,1-1-137,-3 0 1,2-2-1,1 0 1,1-2-1,-1 2 1,-2 0 0,-1 2-1,-4 2-910,15-10 0,0 1 1,-11 6-1,-23 16-1478,-19 14 1979,-7 16 0,-7 0 0,-3 3 0,-4 8 0,0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1:52:46.960"/>
    </inkml:context>
    <inkml:brush xml:id="br0">
      <inkml:brushProperty name="width" value="0.09071" units="cm"/>
      <inkml:brushProperty name="height" value="0.09071" units="cm"/>
      <inkml:brushProperty name="color" value="#A020F0"/>
    </inkml:brush>
    <inkml:brush xml:id="br1">
      <inkml:brushProperty name="width" value="0.09071" units="cm"/>
      <inkml:brushProperty name="height" value="0.09071" units="cm"/>
      <inkml:brushProperty name="color" value="#FFFF00"/>
    </inkml:brush>
  </inkml:definitions>
  <inkml:trace contextRef="#ctx0" brushRef="#br0">19518 5803 7443,'-7'-33'3276,"7"11"-2864,1-3 127,5 25-539,-6 2-180,0 13 450,0-13 45,-5 26 0,-1 7-405,3-13 180,-2 6 0,-4 14 0,-2 9 0,0 4 0,1 1 0,1-4 102,4-8 1,1 1 0,1 0 0,0 1-1,0 0 1,-1-1 0,-1-1-193,-2-2 0,-1-2 0,-1-1 0,0 1 0,1 2 0,1 3 0,2 5 191,2-11 0,1 4 0,0 3 0,1 2 0,1 3 0,0 1 1,0 1-1,1 1 0,1 0 0,0-1 0,0 0 0,1-2 1,1-1-1,0-3 0,1-3 0,0-4-12,4 10 1,1-5 0,1-4 0,1-2 0,0 1 0,1 1 0,0 4 0,-1 5-322,-4-10 1,0 4 0,0 3-1,0 2 1,0 2 0,-1 2 0,1 1-1,0 1 1,0-1 0,0 0-1,1 0 1,-1-2 0,1-2 0,0-2-1,0-3 1,0-4 0,1-3 128,5 12 0,1-5 0,0-5 0,0-2 0,0 0 1,1 1-1,1 1 125,-2 2 0,2 3 1,0 1-1,0 0 1,0-2-1,-1-4 1,0-5-1,-1-7-472,10 3 1,0-6-734,-4 2 1,2 1 0,-2-6 501,12 1 591,-29-54 0,-16 0 0,5 0 0,-1 1 0</inkml:trace>
  <inkml:trace contextRef="#ctx0" brushRef="#br0" timeOffset="882">19628 9208 7533,'-41'-16'1799,"18"-4"1439,-5 1-2583,37 35 0,20 21 1,10 9-1,2 0 0,-6-11-68,-3-10 0,0-6 0,3 2 24,0 4 1,6 8 0,0-2-1,-4-10 1,-6-18-1432,-7-27 1,-6-21 0,-5-8 0,0 5 609,-1 10 1,-1 1 0,-2 0 0,-1-2 0,-3-9 0,-3-5 0,1 5 0,5 11 0,9 15 0,0 1 0</inkml:trace>
  <inkml:trace contextRef="#ctx0" brushRef="#br0" timeOffset="2551">20872 10301 7533,'-33'-19'1799,"4"42"-1620,19 4 1,2 10 0,2 8 0,1 3 0,0 1 56,0-8 0,1 2 0,0 3 0,1 1 0,0 2 1,1 0-1,0 2 0,1 1-238,1-9 1,0 0 0,0 2 0,1 0 0,1 0 0,-1 2 0,1 1-1,0 0 1,1 1 0,-1 1 0,1 1 0,1 1 90,-2-9 1,1 1 0,0 1 0,0 2 0,1 0 0,-1 1 0,1 1 0,0 0 0,0 1 0,0-1 0,0 1 0,1-1 0,0 0 0,0 0 0,1-1 0,-1-1 0,1-1 0,1-1 0,-1-1-325,2 6 1,1-2 0,1 0 0,-1-1 0,2-1 0,-1 0 0,1-1 0,0 0 0,0 0 0,0-1 0,-1 1 0,1-1 0,-2 1 0,1 0 218,-2 2 0,1 0 0,-1 0 0,-1 1 0,0-1 0,1 0 1,-1 0-1,0-1 0,1 0 0,0-1 0,1-2 0,0 0 0,1-2 106,3 7 0,1-1 0,2-1 0,-1-2 0,1 0 0,0-2 0,-1-2 0,-1-1 0,-1-3 518,4 13 0,-2-5 1,0-1-1,3 5-541,-3-9 1,3 3-1,0 2 1,2 2-1,0-1 1,1 1-1,-1-2 1,1-3 124,0-1 1,0 0 0,0-2 0,1-1-1,0 0 1,0-1 0,1-1-148,2 2 0,0-1 0,1 0 0,0-2 0,0-2 0,-1-4-495,5 3 0,0-3 0,0-4 1,-4-3-1190,5 3 1,-3-8 1091,0-16 1,-26-24 0,-6-7 0,2-4 0,1 1 0</inkml:trace>
  <inkml:trace contextRef="#ctx0" brushRef="#br0" timeOffset="3266">21351 14781 7533,'25'28'468,"1"-1"0,-5 2 0,3 8 0,3 3 0,1 0 0,1-4 0,2-8 351,6-3 0,3-6 0,1-8 0,0-9-164,1-13 0,1-10 1,1-7-1,-5-3 0,-8 0-560,-3-8 0,-10-3 1,-3-8-1,-6 9 1,-3-10-1,-2-4 1,-1 0-1,-1 5 1,1 7-1,-1 15 1,4 0-1</inkml:trace>
  <inkml:trace contextRef="#ctx0" brushRef="#br0" timeOffset="11397">20034 5415 8252,'-13'0'1260,"-4"0"-271,16 0 2287,-5 0-2684,6 0 1027,0 0-1889,6 0 720,1 8-90,5-6-360,0 6 179,-5-8 181,4 0-899,-4-8 449,0 6 539,9-6-89,-8 8-1259,4 0 1169,-1-8-630,-9-1 360,3-1-270,-5 2 0,0 0-270,0 6 450,0-6-179,0 8 538,0-8-718,0 6-631,0-5 1170,0 7-2249,0 0-1118,0-8 3766,6-2 2787,-5 0-3764,5-6 39,-6 15-1,0-7 630,0 8-720,5 0 1080,-3 0-360,3 0-270,-5 0 719,6 0-449,-5 0-180,4 0-270,-5 0 2159,0 0-1799,6 0 540,1-8-1170,5-2 270,10 5 1,7 0 89,11-5 0,7 5 288,-8 9 0,4 6 0,4 4 0,2 2 0,-1 0-19,-10-2 1,1 1 0,0 1 0,1 1 0,0 1 0,0 0 0,0 2-90,-2-1 0,1 1 0,-1 2 0,1-1 0,0 2 0,0 0 0,2 1 0,0 0-126,-4-2 0,2 1 0,0 1 0,2 0 0,-1 1 0,1 0 0,0 0 0,-1 0 1,-1-1-1,0 0 0,-3 0-9,6 3 0,-2-1 0,-2 0 0,0-1 0,0 1 0,0 1 0,3 0 0,2 2 121,-7-5 0,1 2 0,2-1 0,1 2 1,1 0-1,1 1 0,-1 0 0,1-1 1,-1 1-1,-1-1 0,0 0 0,-3-1 0,0-1 74,4 4 0,-2-1 0,-2-1 0,-1-1 0,1 0 0,-1 1 0,1 1 0,2 1 0,2 2-54,-6-4 0,2 2 1,0 1-1,2 0 1,1 2-1,0 0 1,0 0-1,1 1 1,-1-1-1,0 0 1,-1-1-1,-2 0 1,0-2-1,-2-1 4,7 4 0,-2-1 0,-2-1 0,-1-1 0,0-1 0,0 1 0,1 1 0,2 0 0,2 3-28,-8-7 0,1 1 0,1 1 0,2 0 0,0 1 0,0 1 0,1 0 0,1 0 0,-1 0 0,-1-1 0,1 1 0,-2-2 0,0 1 0,-2-2 0,-1-1 108,6 5 0,-2-1 0,-2-1 0,0-1 0,-1 0 0,0-1 0,1 1 0,0 1 0,2 1 0,1 0-180,-4-2 0,2-1 0,1 2 0,1 0 0,0 0 0,1 1 0,0 0 0,0 0 0,-1 0 0,1 0 0,-2 0 0,-1 0 0,-1-1 0,-2 0 99,5 4 0,-2 0 0,-2-2 0,0 1 0,-1 0 0,-1 0 0,1 0 0,0 2 0,0 0 0,1 2 46,-3-3 0,0 0 1,1 1-1,0 1 1,0 0-1,0 1 0,0 0 1,0 1-1,0 0 1,-1 1-1,0 0 1,-1 0-1,0 1-30,-2-2 1,0 1 0,0 1-1,-1 1 1,1 0 0,-2 0 0,1 0-1,-1 1 1,0-1 0,-1 1 0,-1-1-1,0 0 1,-1-1 0,0 0 80,0 4 0,0 0 0,-2-1 1,0 0-1,-1 0 0,-1 0 1,0 0-1,1 0 0,-1-1 1,1 1-1,1 0-98,1 0 0,1 2 0,1 1 0,1-1 1,-1 1-1,0-1 0,-1-2 0,-1-1 1,-2-2-1,-2-2 0,-3-4-8,4 16 0,-4-5 0,-3-4 0,0-4 135,7 11 0,-3-12-3412,-1-19 2878,-16-24 1,0-20 0,0-9 0,0-6-1,0 0 1</inkml:trace>
  <inkml:trace contextRef="#ctx0" brushRef="#br0" timeOffset="12598">26618 10989 7533,'-25'-18'3276,"45"48"-2184,0 12 0,7 9 0,5-25-437,-3-40 0,4-26 1,4-10-1,0 5 0,1 20-515,1 27 0,3 15 1,-2-1-1,-5-18 1,-10-23-1,-3-18 1,-3-9-1,-2-1 1,-3 7-1,-2 16 1,4 7-1</inkml:trace>
  <inkml:trace contextRef="#ctx0" brushRef="#br0" timeOffset="14426">26446 12753 7533,'-13'-28'629,"6"11"1,2 9 719,9 28 0,3 15-854,0 5 0,-11 12-377,-5-26 0,-5 5 0,-4 4 0,-4 4 0,-3 4 0,-3 2 0,-2 2 0,-1 1 0,-1 0 0,0 1 0,1-1 0,1-2 1,1-2-1,3-3 0,3-3 0,3-4-266,-3 13 0,5-6 1,2-4-1,0 1 1,-5 2-1,-9 6 143,11-17 1,-4 1 0,-1 3 0,-3 2 0,-2 2 0,-1 1 0,-2 1 0,-2 2 0,0-1 0,-2 2 0,0-1 0,-1 0 0,-1 0 0,1-1 0,-1-1 0,1-1 0,0-2-1,0-1 1,1-2 0,1-3 0,2-3 0,0-2 36,-11 5 1,1-3 0,-1-5 0,1-2-1,0-2 1,1-1 0,-1-1 0,0 0-1,0 1 1,-1 1 0,1 3 86,-1 0 1,0 2 0,0 0 0,0 1 0,-1 1 0,0-1 0,1 0 0,0 0 0,0-2 0,0 0 0,1-1 0,1-2-180,-6 2 0,-3 0 0,1 0 0,-1-1 0,2-2 0,3-2 0,3-1 0,5-4 0,5-3-1579,-27 1 1,28-12 1268,51-21 0,5 3 0,3 1 0,4 3 0</inkml:trace>
  <inkml:trace contextRef="#ctx0" brushRef="#br0" timeOffset="15267">24133 14640 7083,'0'-27'1092,"-17"46"0,-12 27 0,-2 4-724,9-18 1,-3 3-1,-1 1 1,-1 1-1,1 0 1,1 0-100,-2 0 1,-4 2 0,0 0 0,5-1 0,8-2 0,15-5 549,17 1 0,16-2 0,7-5 0,0-9-1009,3-10 1,4-9 0,3-6-1,2 0-63,-9 1 1,4-2 0,1-2 0,2 1 0,-3 0 0,-2 4 0,-6 3 0,12 4 0,-5 4 0,-18 10 0,-40 30 0,1 0 0</inkml:trace>
  <inkml:trace contextRef="#ctx0" brushRef="#br0" timeOffset="80228">27160 11236 7533,'-32'-37'180,"13"11"-1080,24 18 2069,6-14 1,-1-3-451,-6 6-749,-15-4 0,-13-9 0,-9-6 0,-7-3 0,-3-1 0,-1 4 85,13 14 0,-2 1 1,-3 0-1,-1 0 1,-2 0-1,-2 0 0,-1-1 1,-2 1-1,0-1 1,-1-1-1,0-1 1,-1-1-1,1 0-212,7 3 1,0 0 0,-2-2 0,-1 0 0,0-1 0,-1 0 0,-1-1 0,0-1 0,-1 1 0,0-1 0,0 0 0,0 0 0,0 0 0,0 0 0,1 1 0,0 0 0,0 1 0,2 0 0,0 1 0,0 1 0,2 1 106,-4-3 0,1 1 1,1 1-1,1 1 0,1 0 1,1 0-1,-1 1 1,1 0-1,-1 0 0,-1 1 1,-1-1-1,-2 0 1,-1-1-1,-2 1 0,-2-1 53,11 5 0,-3 0 0,-2 0 0,-1-1 1,-2-1-1,-2 1 0,0-1 0,-2-1 1,-1 1-1,0 0 0,0-1 0,-1 1 1,0 0-1,0 0 0,0 0 0,1 1 1,1 0-1,0 0 0,2 1 0,0 1 1,2 1-1,2 0 0,1 1 0,2 1 1,2 1-1,3 1 0,2 2 0,3 0-46,-24-7 0,10 4 0,6 3 0,0 1 0,-7 0 0,-12-3 1,26 6 0,-3-1 0,-3 0 0,-2-1 0,-2-1 0,-3 1 0,-2-1 0,-1-1 0,-2 0 0,-2 0 0,-1 0 0,-1 0 0,-1 0 0,-1 0 0,0 0 0,-1 0 0,0 1 0,0-1 0,0 1 0,0 0 0,0 1 0,1 0 1,1 1-1,1 0 0,1 1 0,1 1 0,2 1 0,1 0 0,2 1 0,3 1 32,-11 1 0,1 1 0,2 2 0,1 1 0,1 1 0,1 0 0,0 2 0,1 0 0,0 0 0,1 0 0,0 1 0,-1-1 0,1 1 0,0-2 0,-1 1 0,-1-2 0,0 0 0,-1-2 10,0-1 0,-1-2 0,0-1 0,-1-1 0,0-1 0,-1-1 0,0 0 0,0 0 0,1 0 0,-1 1 0,1 0 0,0 1 0,1 2 0,1 1 0,1 1 0,0 3 0,2 2 0,1 2 0,1 4 12,-6 4 0,0 4 0,-2 3 0,0 4 0,1 1 0,0 3 0,2 0 0,2 1 0,2 1 0,3-1 0,4 0 0,5-2 0,4-2 0,5-2 0,7-3-375,-1 13 1,14-4-1,2 7 337,-3 1 0,-2 6 1,1 5-1,3 2 1,5 1-1,7-1 0,9-4 244,2-16 0,4-2 1,5 0-1,4-1 1,3 0-1,4-1 1,2 0-1,3 0 1,1 0-1,2 0 0,0 1 1,1-1-1,0 1 1,-1 0-1,0 1-197,-12-6 1,2 0-1,0-1 1,0 1 0,1 0-1,1 0 1,0 0 0,1 1-1,1-1 1,0 1-1,0-1 1,1 1 0,0 0-1,1 0 1,0 0 0,1 0-1,0 0 1,0 1 0,1-1-1,0 1 1,0 0-1,0-1 1,1 1 0,0 1-1,0-1-17,-8-5 1,1 1 0,0 0 0,0 1 0,2-1 0,-1 1 0,1 0 0,1 0-1,0 0 1,0 0 0,0 1 0,1 0 0,0-1 0,0 1 0,1 0 0,-1 0 0,1-1-1,0 1 1,0 0 0,0 0 0,0 0 0,-1-1 0,1 1 0,0-1 0,-1 1 0,0-1-1,1 0 1,-2 0 0,1 0 0,-1-1 0,0 1 0,0-1 0,-1 0 0,-1-1 0,1 1-1,-2-1 1,0-1 1,7 4 1,-1 0 0,-1 0-1,0-1 1,0 1 0,-1-1-1,0 0 1,-1 0 0,1-1-1,-1 1 1,0-1 0,-1 0 0,1 0-1,0 0 1,-1-1 0,0 1-1,1-1 1,-1 0 0,1 0-1,-1 0 1,1-1 0,0 1-1,0-1 1,0 0 0,1 0 0,0 0-1,0-1-26,1 1 0,1 0 0,1-1 0,1 1 0,1 0 0,0 0 0,1 0 0,0-1 0,0 1 0,0 0 0,1-1 0,-1 0 0,-1-1 0,1 1 0,-2-1 0,0-1 0,-1 1 0,-1-2 0,-1 0 0,-1 0 0,-2-1 0,-2 0 0,-1-2 0,-1 0 0,-3 0 0,-2-2 1,-2 0 24,19 7 1,-8-3-1,-4-1 1,-3-2-1,1-1 1,5-1-1,7 0 135,-9-3 1,5-1-1,3 1 1,4-2 0,2 1-1,1-1 1,2-1-1,1 0 1,-1 0 0,-1-1-1,-1 0 1,-2-1-1,-3-1 1,-4 0 0,-4 0-1,-4-1-302,15 0 0,-10 2 0,-2-4 0,-1-4 1,7-10 379,-13 0 0,4-5 1,3-6-1,2-3 1,2-3-1,0-3 1,0-1-1,0-1 1,-2 0-1,-2 2 1,-3 0-1,-4 4 0,-4 2 1,-5 5 63,6-7 0,-7 6 0,-5-2 0,-1-11-122,-7 7 1,-1-6-1,0-6 1,-1-4 0,-1-3-1,0-3 1,-2-2 0,0 1-1,-1 0 1,0 2 0,-2 3-1,0 5 1,-1 4 0,-1 6-161,-1-12 0,-3 9 0,-3 2 0,-1-5 0,-3-2 0,-4-6 0,-3-3 0,1 0 0,1 3 0,4 6 0,6 9 0,10 3 0,1-1 0</inkml:trace>
  <inkml:trace contextRef="#ctx0" brushRef="#br1" timeOffset="112492">23320 16034 7533,'-25'0'569,"-5"8"1,-9 5 0,7-3-570,-1-2 120,-1 4 0,-6 3 0,22-3 1229,53-5 0,16-4-1259,-19-1-256,-11-5 1,7-3-1,7-2 1,6-3-1,6-1 1,3-2 0,5-1-1,1-1 1,2-1-1,1-1 1,0 1 0,-2 0-1,-2 0 1,-3 0-1,-3 2 1,-6 1 0,-5 2 180,14-5 0,-9 3 0,-4 1 0,0-3 0,5-3 0,10-8 77,-26 12 1,2-2 0,3-2 0,2-2-1,2-2 1,3-1 0,1-2 0,2-1-1,1-1 1,2-2 0,0 0 0,2-1-1,0-1 1,1-1 0,0 0 0,0 0-1,0-1 1,0 1 0,-1 0 0,0-1-1,-2 2 1,0-1 0,-1 2 0,-2 0 0,-1 1-1,-2 1 1,-2 1 0,-2 1 0,-2 2-1,-3 1 1,-2 2 0,-4 2 44,20-16 1,-8 6 0,-5 3-1,-4 1 1,1-3 0,2-5 0,6-7-99,-14 14 1,1-2 0,3-4 0,1-2 0,2-3 0,1-3 0,1-1 0,0-2 0,2-1 0,0-2 0,1 0 0,-1-1 0,1 0 0,-1-1 0,0 1 0,0 0 0,-2 1 0,0 2 0,-2 0 0,-1 2 0,-2 2 0,-2 2 0,-1 3 0,-3 2 0,-2 4 0,-2 2 0,-4 5-18,9-20 1,-8 10-1,-3 2 1,3-9-162,1 4 0,2-8 0,2-5 0,2-4 0,0-2 0,0 1 0,-2 1 0,-2 5 0,-2 7 0,-5 7 0,-4 11-131,-6-7 135,0-3 0,0 11 954,0 38 0,28-4 0,6 13 0</inkml:trace>
  <inkml:trace contextRef="#ctx0" brushRef="#br1" timeOffset="113782">26716 13106 7173,'-24'-10'1889,"-12"2"-1080,15 8 30,22-23 1,11-17 0,6 1-368,0 5 0,3-2 1,5 3-1,5 9 85,5 14 1,6 9 0,3 4 0,0-1-1,-6-6-1485,9-20 0,-5-6 0,-2 19 905,-4 30 1,0 17-1,-4 6 1,-6-3-1617,-4 8 1,-8-4-1639,3 0 2621,0 7 1,5-12-1,18-52 1,4-7 0</inkml:trace>
  <inkml:trace contextRef="#ctx0" brushRef="#br1" timeOffset="115086">27443 12224 6723,'-32'27'1092,"0"1"0,45-48 0,12-17-650,-8 4 0,0-7 0,2-5 1,1-5-1,0-4-420,-7 18 1,1-3-1,0-2 1,1-2-1,0-2 1,0-2-1,0 0 1,0-1-1,0-1 1,-1 0-1,0-1 1,-1 1-242,-1 5 1,-1-2-1,0-1 1,0-1-1,0 0 1,0-1-1,-1-1 1,0 1-1,0 0 1,0 0 0,-1 1-1,0 0 1,0 1-1,-1 1 1,1 1 58,0-5 1,0 1-1,-1 1 1,0 1 0,0 1-1,-1 0 1,0 0-1,0-1 1,-2-1 0,1-1-1,-1-2 142,-2 6 0,1-2 0,0-1 0,-1-2 0,0 0 0,0 0 0,0-1 0,-2 0 0,1 1 0,-2 0 0,0 1 0,-1 1 0,-1 2 0,-1 2 0,-1 2 135,-3-9 1,-1 4 0,-2 2 0,-2 2-1,0 0 1,-1 0 0,0-1 0,-1-2-1,1-4 37,2 7 0,0-3 0,-1-1 1,1-2-1,-1-1 0,0 0 0,0-1 1,-1 0-1,0 0 0,0 1 0,-1 1 1,-1 1-1,0 2 0,-1 1-195,-2-3 0,0 0 0,-2 2 0,1 0 0,-2 1 1,0 1-1,0 1 0,-1 1 0,-1 0 0,0 2 0,-2 0 152,0 0 0,-3 1 0,-1 1 0,-1 0 0,0 1 0,0 2 0,1 1 0,1 1 0,2 2 0,2 1-767,-4-7 1,3 2-1,2 3 1,0 2 0,0 3 541,-15-8 1,1 5-1,21 15 1,19 15 0,21 10-1</inkml:trace>
  <inkml:trace contextRef="#ctx0" brushRef="#br1" timeOffset="116071">27012 7973 7533,'-30'8'3276,"15"-30"-2330,-2-10 1,-4-11 0,4-5-749,7 8 0,1-3 0,2-2 0,1-1 0,1 0-109,1-1 1,2-2 0,0 1 0,0 1 0,0 1-68,-5-3 1,-1 0 0,3 4-1,12 6 458,17 1 0,11 6 0,5 15-750,-2 22 0,4 13 0,1 3 0,-2-6 180,-3-10 0,-1-5 0,6 3-379,-2 3 1,9 3 0,4 1 0,1 0 0,-1 0 0,-5-3 0,-9-2 194,-3-4 1,-6-3 0,5 1 0,1 0 0,7 1 0,3-1 0,0 1 0,-3 0 0,-7 0 0,12 1 0,1 0 0</inkml:trace>
  <inkml:trace contextRef="#ctx0" brushRef="#br1" timeOffset="126547">23702 12541 7263,'-7'-10'-270,"1"-5"3546,6-19-2679,-6 52 1,-6 25 0,-1 11 0,1-4-598,3-12 0,1-1 0,-1 2 0,-1 5 0,-4 8 148,5-20 0,-2 5 1,-1 4-1,-2 3 1,-1 2-1,-1 3 1,-1 2-1,0 2 0,-1 0 1,0 2-1,0-1 1,-1 1-1,1-1 1,1-1-1,-1-2 0,2-1 1,0-2-1,1-4 1,1-2-1,2-4-148,-5 15 0,3-6 0,1-4 0,0-2 0,0 0 0,0 1 0,-1 2 0,-2 6 0,1-7 0,-2 7 0,-1 5 0,-3 5 0,0 1 0,0 2 0,-1 0 0,1-3 0,1-3 0,2-5 0,1-6 0,3-8 0,2-9 0,4-10 0,4-13 0,6-42 0</inkml:trace>
  <inkml:trace contextRef="#ctx0" brushRef="#br1" timeOffset="127475">23394 13106 6903,'-10'-44'409,"1"0"1,18 12-1,9-4 1,5-4-1,4-1 1,-1 0 0,-1 3-1,-5 3 410,-4-6 0,-4 2 0,2 3 0,10 7-273,10 7 0,13 3 0,5 3 0,-1 6 0,-8 7 0,-14 8-783,-12 22 1,-8 13 236,9-3 0,6 11 0,0 1 0,-3-7 0,-8-14 0,-9-15 0,6-19 0</inkml:trace>
  <inkml:trace contextRef="#ctx0" brushRef="#br1" timeOffset="128560">21672 10760 7533,'40'17'273,"-26"1"0,1 8 0,1 7 0,1 5 0,1 6 0,0 3 0,0 4 0,0 1 0,1 1 0,-1 0 0,0-2 0,0-1-81,-4-8 1,1 1 0,-1 1-1,0 0 1,0 2 0,0 0 0,0 1-1,0 0 1,0 1 0,1 0 0,-1 0-1,1 1 1,0 0 0,1-1 0,0 1-1,0 0 1,1 0-183,-1-6 0,1 1 1,1 1-1,0-1 1,1 2-1,0-1 1,1 1-1,0 0 1,0 0-1,0-1 1,-1 1-1,1 0 1,0 0-1,-1 0 1,-1-1-1,0 0 1,0-1-1,-2 1 1,0-2-1,-1 1 1,-2-2 7,2 9 0,-2 0 0,-1 1 0,-1-1 0,-1 1 0,-1-1 0,0 0 0,0-1 0,-1-2 0,1 0 0,-1-2 0,1-2 0,1-2 0,0-3 0,1-1-565,10 17 1,4-3 0,0-5 0,-3-3 0,-4-6 0,-7-4-244,-7 10 0,-11-17 882,-22-37 0,13-15 0,1-7 1,-7-1-1,1-1 0</inkml:trace>
  <inkml:trace contextRef="#ctx0" brushRef="#br1" timeOffset="129592">21560 11130 7533,'-48'-8'1092,"29"-14"0,3-12 0,2-6-437,4 1 0,1-7 1,2-4-1,0 0 0,-1 0-323,1 7 0,0-1 0,0 0 0,0-1 1,0 1-1,0 1-278,-3-5 0,0 0 0,-1 1 0,3 1 0,3 2 103,2-2 0,1-1 1,6 6-1,8 11 158,26 7 0,14 18 242,-12 10 1,6 7 0,3 4 0,-1 2-1,-2-2-737,-1-1 0,-2 0 0,0 2 1,0 4-368,-5 1 1,2 4 0,1 3 0,-2-1 0,-4-1 0,-7-4-1093,4 12 1,-7-9 818,8-10 1,-44-18 0,-3-6 0</inkml:trace>
  <inkml:trace contextRef="#ctx0" brushRef="#br1" timeOffset="130877">18742 10266 7533,'36'19'218,"-1"1"0,1 0 1,-1-1-1,-6 3 1,1 3-1,3 5 1,2 2-1,1 2 1,1 1-1,1 2 0,0-1 1,-1-1-1,0-1 1,-1-2-1,-2-4 1,6 4 0,-1-4 0,-1-2 1,-1-1-1,2 0 0,0 3 1,3 4-1,3 4-175,-17-12 1,2 2 0,2 2 0,0 2 0,2 1 0,1 1 0,0 1 0,1 2 0,1 0 0,0 1 0,0 0 0,0 1 0,0-1 0,0 1 0,0-1 0,-1 1 0,0-2 0,-2 0 0,0-1 0,-1-1 0,-1-1 0,-2-1-161,6 5 0,-2 0 0,0-2 1,-2 0-1,-1-1 0,0 0 0,0-1 1,-1 1-1,1-1 0,-1 1 0,1 0 1,0 1-1,1 0 0,1 1 200,0 0 0,0 0 1,1 0-1,1 1 0,0 0 1,-1 0-1,2 1 0,-1 0 1,0-1-1,0 1 1,0 0-1,-1 0 0,1 0 1,-2 0-1,1 0 0,-2 0-138,2 1 0,-1 1 0,1 0 0,-1 0 0,1 1 0,-1-1 0,0 1 0,-1-1 0,0 0 0,-1 0 1,-1-1-1,-1-1 0,-1-1 0,-1-1 0,-1-1 347,8 10 1,-3-1-1,-1-2 1,-1-1-1,-2-1 1,-1 1 0,0-1-1,0 2-147,-2-1 0,-1 1 0,-1 1 0,0 0 1,-1-1-1,-1-2 0,0-3 0,-2-4-966,6 6 1,-1-5 0,-2-3 0,-5-3 350,-1 6 1,-7-15 0,-14-38 0,-6-11 0,-4 3 0,0 1 0</inkml:trace>
  <inkml:trace contextRef="#ctx0" brushRef="#br1" timeOffset="131966">18903 10795 7533,'-31'-9'1092,"0"0"0,3-23 0,6-16-604,12 10 0,3-8 1,1-6-1,1-1 1,0 3-1,0 5-151,-2 3 0,0 4 1,1 1-1,0-5-187,-2-2 0,-2-6 0,-1-3 0,5 3 0,8 10 0,11 12 179,13 18 1,12 12 0,7 8 0,4 4 0,0 0 0,-5-4-978,1-3 0,-1-1 1,0 1-1,1 1 1,1 3 178,-4 1 1,2 2 0,1 2 0,-1 0 0,0 0 0,-3-2 0,-4-2-79,21-1 1,-5-4 0,-22 6 0,-29 19 0,3-32 0</inkml:trace>
  <inkml:trace contextRef="#ctx0" brushRef="#br1" timeOffset="141368">16539 8961 7173,'-34'-26'1169,"0"14"-944,58-18 0,18-2-270,-22 17 0,6 2 45,-1 4 0,7-2 0,8-1 0,5 0 0,4-1 0,3-1 0,1 0 0,1 1 0,-2 0 0,-3 1 0,-4 0 0,-4 2-155,6-2 1,-6 1 0,-3 1 0,2 1-1,5-1 1,9-1 204,-21 5 1,5 0 0,3-1 0,3-1 0,3 1 0,2-1 0,2 1-1,2-1 1,1 0 0,1 0 0,1 0 0,0 0 0,0 0 0,0 0-1,-1 0 1,-1 1 0,-2 0 0,-1 0 0,-2 1 0,-3-1 0,-2 2-1,-4-1 1,-3 2-63,14-3 1,-6 1 0,-5 0 0,-3 1 0,1 0 0,3 1 0,4 1-1,9 0 2,-20 1 0,2 1 1,3-1-1,2 1 0,1 0 1,3 0-1,1 0 1,1 0-1,2 1 0,1 0 1,1-1-1,1 1 1,1 0-1,0 1 0,1-1 1,0 1-1,0 0 1,0 1-1,0-1 0,-1 1 1,0 0-1,0 1 1,-2-1-1,0 1 0,-2 1 1,-1 0-1,-1 0 1,-2 0-137,7 2 1,0 1 0,-1 0 0,-1 1 0,0 1 0,-1 0 0,0 1 0,-1 0 0,0 0 0,0 0 0,-1 1-1,1 0 1,-1-1 0,0 1 0,0-1 0,-1 0 0,1 0 0,0 0 0,0-1 0,1-1 145,2 1 0,0-1 0,0 0 0,1-1 0,-1 0 0,-1 0 0,1 0 0,0 0 0,0 0 0,-1 0 0,0 0 0,0 0 0,0 0 0,0 0 0,-1 1 0,1 0 0,-1 1 0,0-1 33,0 2 1,-1-1 0,1 1 0,0 0-1,0 0 1,-1 1 0,1-1 0,-1 1-1,0 0 1,-1 0 0,1 0 0,-2 0-1,1 1 1,-1-1 0,-1 1 0,0-1-1,-1 1-54,7 1 0,0 2 0,0-1 1,0 1-1,-1 1 0,0-1 1,-1 0-1,-1 0 0,-2 0 1,-2-1-1,-1-1 0,-3-1 1,-2 0 20,15 4 0,-9-3 0,-2 0 0,4 1 0,12 4 11,-24-7 1,3 1 0,5 1-1,2 1 1,4 1 0,2 1 0,3 1-1,1 0 1,2 1 0,0 0 0,1 1-1,1-1 1,-2 1 0,1-1-1,-2 0 1,-2-1 0,-2 0 0,-1-1-1,-4-1 1,-3-1 0,-4-1 0,-3-1-1,-5-2 7,16 6 0,-12-4 0,-3-2 0,3 3 0,10 5-18,-15-7 0,4 3 0,3 0 0,3 2 0,3 1 0,2 1 0,2 1 0,2 0 0,1 2 0,1 0 0,0 0 0,1 1 0,-1 1 0,1-1 0,-2 1 0,-1-1 0,-1 1 0,-2-1 0,-2 0 0,-3-1 0,-3 0 0,-3 0 27,11 8 0,-5 1 0,-3 0 0,-2-1 0,-2 1 0,-1 0 0,0 0 0,2 0 0,2 0 0,3 0-18,-4-5 0,2-1 0,1-1 0,2 1 0,0-1 0,1 0 0,0 1 0,0 0 0,0 0 0,-1 2 0,0 0 0,-2 2 0,-1 2 0,-1 1-21,-2 1 0,2 2 0,0 1 0,1 2 0,-1 1 0,0 0 0,-1 2 0,-2 0 0,-2 0 0,-2 0 0,-3 0 0,-3 0 0,-4-1 0,-3-1 0,-5-1 12,-6 9 0,-9-1 0,-7 0 0,-4 0 0,-2 0 0,1-1 0,1 1 0,6-1 0,7 1 0,10 0 0,8 2 0,5-1 0,4 1 0,-1-1 0,-3 0 0,-6-2 0,-8-1 0,-13-2-37,-9-5 0,-7 0 0,-7 0 1,-5 0-1,-6-1 0,-3-2 1,-2-1-1,-3-1 0,0-3 1,0-3-1,1-2 0,3-3 149,1-5 0,0-3 1,-1-3-1,0-2 1,-1-3-1,-1-1 1,-1-1-1,-1-1 1,0 0-1,-1 1 1,-1 0-1,-1 2-165,6 1 0,-1 0 0,-1 0 0,-1 0 0,0 1 0,-1-1 1,0 0-1,-1 0 0,-1 0 0,0 0 0,0 0 0,0-1 0,-1-1 1,0 0-1,0-1 0,1 0 0,-1-1 37,4-1 1,1 0-1,-1 0 1,-1-1-1,1 0 1,-1-1 0,0 0-1,0 0 1,-1-1-1,1 0 1,-1 0-1,0-1 1,0 0 0,0 0-1,0-1 1,0 0-1,0-1 1,0 1-1,0-1 1,0-1 51,3 1 1,-1-1 0,-1 0 0,1-1 0,-1 0-1,0-1 1,0 0 0,-1 0 0,1-1 0,0 1 0,0-1-1,0 0 1,0-1 0,0 1 0,1-1 0,0 0-1,0 1 1,1-1 0,0 0 0,1 0 0,0 0 0,1 1-69,-6-3 0,1 1 0,1-1 1,1 1-1,0-1 0,1 0 0,0 0 1,0 0-1,1 0 0,-1-1 0,0 1 1,0-1-1,0 0 0,-1 0 0,-1-1 1,0 1-1,-2-1 32,6 2 0,-1 0 0,-1-1 0,0 0 0,-1-1 0,0 1 0,-1-1 0,0 0 0,0 0 0,-1 0 0,1 0 0,0 0 0,-1 0 0,1 0 0,1 1 0,-1-1 0,1 0 0,1 1 0,0 0 0,1 0 0,0 1 0,2 0-43,-4-1 1,1 0 0,1 0-1,1 1 1,1 0 0,0 0-1,1 1 1,0-1 0,0 1-1,-1-1 1,1 1 0,-2-1-1,0 0 1,-1 1 0,-2-2 0,-1 1-1,-1-1 66,8 3 0,-2-1 1,-1 0-1,-1 0 0,-1 0 1,-1-1-1,-1 0 0,0 1 1,-1-1-1,-1 0 0,0 0 1,0 0-1,0 0 0,0 0 1,0 0-1,0 0 0,1 0 1,0 1-1,1-1 0,1 1 1,0 1-1,2-1 0,1 1 1,1 0-1,2 0 1,1 1-1,2 0-17,-14-3 1,4 1 0,2 1 0,2 0 0,2 1 0,1 0 0,0 0 0,0 0 0,-1 0 0,0-1 0,-2 0 0,-3-2 0,-2 0-3,9 2 0,-3-1 0,-2 0 0,-1-1 0,-2 0 0,-2 0 0,0-1 0,-1 1 0,0-2 1,0 1-1,0-1 0,0 1 0,1-1 0,1 0 0,1 0 0,2 0 0,2 0 0,2-1 0,2 1 1,3 0-1,2 0 0,4 0 137,-15-10 0,8-1 1,5 1-1,3-1 0,-1 0 1,-3-1-1,-5 0-215,5 7 0,-2-1 0,-3 0 0,-2 0 1,-1 0-1,-1 0 0,0-1 0,0 0 1,1 0-1,0-1 0,3 0 0,1 0 1,3-1 132,-4-6 1,2-1 0,2 0 0,1-1 0,2 0 0,0-1 0,-1 0 0,0 0 0,-1 0-33,0 1 0,-2 0 0,-2 1 0,1-1 0,0-1 0,1 1 0,1-2 0,4 0 0,2 0 0,5-2 101,-2-9 1,5-2-1,4-1 1,2 0 0,3 0-1,2 1 1,1 3-129,0-3 0,1 0 0,4 2 0,4 3 0,7 4 0,15-12 0,10 7 0,5 18 0,7 41 0,0 1 0,0-1 0</inkml:trace>
  <inkml:trace contextRef="#ctx0" brushRef="#br1" timeOffset="155815">17893 8696 7533,'-24'18'180,"-1"7"809,12 3 2287,7-9-2144,13-42-983,-1-5 1,1-12 0,2-9 0,-1-4 0,0-2 0,-1 3-173,-2 9 1,-1-1-1,0-1 1,-1 0-1,0-2 1,0-1 0,-1-1-1,0-2 11,0 7 1,-1-1 0,0-2 0,0-1 0,0-1-1,0 0 1,-1-1 0,0 0 0,0 1 0,-1-1 0,-1 2-1,0 1 208,0-2 0,-2 0 0,1 1 1,-2 0-1,1 0 0,-1 0 1,-1 0-1,0 1 0,0 1 1,0-1-1,0 1-205,-1 0 0,1-1 0,-2 1 0,1 0 0,-1 1 0,0 0 0,0 1 0,-1 0 0,0 1 0,0 1 25,-2-5 0,-1 1 0,0 1 0,-1 0 1,0 1-1,0 1 0,0 1 0,0 1-121,-3-8 0,-1 1 0,0 0 0,0 3 1,1 2-1,2 3-988,-5-11 1,2 5 0,-1 4-547,-15-9 1,17 16 818,46 35 1,5 8 0,13 2 0</inkml:trace>
  <inkml:trace contextRef="#ctx0" brushRef="#br1" timeOffset="156403">17610 6720 7533,'-38'-32'297,"-1"0"1,1 0 0,22 0 0,1-8 0,2-5 0,2-4 0,1-2 0,1 1-1,3 2 1,1 4 0,1 7 794,1-13 0,4 6 0,13-3-1420,1 16 0,8-6 0,5-3 1,4-2-1,3 0 0,1 2 1,0 3-1,-1 6 0,-4 7 1,-3 9 171,9 9 1,-3 14 0,7 0 0,-2-5 0,8-1 0,5 1 0,1 1 0,-5 1 0,-8 3 0,-13 2 0,-13 13 0,1-1 0</inkml:trace>
  <inkml:trace contextRef="#ctx0" brushRef="#br1" timeOffset="157767">21191 8996 7533,'-31'16'163,"-1"-1"1,33-22 0,7-6 0,7-7 0,5-4 0,4-6-1,6-4 1,3-4 0,3-3 0,3-2 0,1-2 0,1-2-1,1 0 1,0 0 0,0 0 0,-3 1 0,-1 2 0,-3 2-1,-4 3 1,-3 3 109,3-6 0,-3 2 0,-1 1 0,-2 0 0,-1 1 0,0 0 0,0 0 0,0-1 0,2 0 0,1-2 0,2-2 0,3-1-189,-7 11 1,1-1 0,2-2 0,1-1 0,1-1 0,1-1 0,1 0 0,1-2 0,1 1 0,-1-1 0,1-1 0,0 1 0,0 0 0,0 1 0,0-1 0,-1 2 0,-1 0 0,-1 1 0,-1 1 0,-1 1 0,-1 2 0,-2 1 0,-1 2 0,-2 2-450,11-15 1,-2 1 0,-2 3 0,-1 1 0,-2 2 0,-2 3 0,-2 1 0,-2 3 0,-1 2-183,7-20 1,-5 6 0,-4 24 0,4 58 0,-2-40 0</inkml:trace>
  <inkml:trace contextRef="#ctx0" brushRef="#br1" timeOffset="158249">22668 6879 7533,'30'-37'297,"1"1"1,-1-1 0,1 0 0,-1 0 0,1 1 0,-1-1 0,1 0 0,-11-5-1,-6 1 1,1 5 0,12 10-106,5 16 1,11 8 0,6 5-1,3 4 1,1 3 0,-5 1 0,-7-1-1,-10-2 1,-1 0 0,-8 8 0,-13 29-1,0 1 1,0-1 0,0 1 0,0-1-1,0 0 1</inkml:trace>
  <inkml:trace contextRef="#ctx0" brushRef="#br1" timeOffset="159017">20760 8378 7533,'-2'-40'546,"0"0"0,2 3 0,1-5 0,1-5 0,-1-3 0,-1-3-514,0 12 0,1-3 0,-1-2 0,0-3 1,0 0-1,-1-2 0,-1 0 0,-2 0 0,-1 0 1,-1 2 109,-2 5 0,-1 1 1,-2-1-1,-1 0 1,0 1-1,-2-1 1,1 0-1,-2-1 0,1 1 1,-1-1-1,0 1 1,1-1-95,0-1 0,0 0 1,0-2-1,0-1 1,0 0-1,-1 1 1,0 0-1,0 0 1,-1 2-1,0 2 0,-1 1 1,0 3-1,0 3-48,-8-10 0,-1 4 0,-2 3 0,1 3 0,-1 1 0,3 2 0,0 0 0,-8-15 0,-3-1 0,9 10 0,15 24 0,31 44 0</inkml:trace>
  <inkml:trace contextRef="#ctx0" brushRef="#br1" timeOffset="159443">20145 6844 7533,'-21'-39'655,"0"-1"0,11 4 1,4-4-1,0-5 0,0-2-187,0 7 0,0-4 0,-2-2 0,2-1 0,0 0 0,1 2 0,3 2-160,-2-5 1,0 1 0,3 2-1,6 2 1,11 5-778,10 7 1,11 1 0,7 2 0,3 3 0,1 4 0,-3 5 0,-7 4 215,3 6 1,-3 9 0,6 2 0,-4-1 0,9 2 0,4 1 0,1 1 0,-3 1 0,-7 0 0,-11-1 0,-6 5 0,0 0 0</inkml:trace>
  <inkml:trace contextRef="#ctx0" brushRef="#br1" timeOffset="160727">23923 10548 7533,'14'-23'819,"4"-5"0,8-10 0,5-7 0,5-7-637,-18 25 0,3-4 0,1-2 0,2-3 0,2-2 0,1-1 0,1-3 0,1 0 0,0-2 0,0 0 0,1 0 0,0 0 0,-1 1 0,0 0 0,-1 1 0,-1 2 0,-1 2 0,-1 2-274,5-8 1,-1 3-1,-2 1 1,0 1-1,0 2 1,-1-1-1,1-1 1,0 0-1,1-3 1,1-2-1,2-3 146,-9 12 1,1-2 0,1-3 0,2-1-1,0-2 1,1-1 0,0-2 0,1 0 0,0-1-1,0 0 1,0 0 0,0 0 0,-1 0 0,0 1-1,0 1 1,-2 1 0,0 2 0,-1 2 0,-1 1-1,-2 3 1,-1 3 0,-2 2 0,-2 3 0,14-21 0,-4 8 1,-4 5-1,-1 0 0,-1-4-55,1-7 0,1-8 0,0-2 0,-4 7 0,-6 14 0,-8 22 0,-11 26 0,-20 14 0</inkml:trace>
  <inkml:trace contextRef="#ctx0" brushRef="#br1" timeOffset="161258">25129 8449 7533,'26'-41'364,"1"1"0,0-1 0,-1 1 0,1-1 0,-1 0 0,1 1 0,15 26 0,2 13 0,6-6-160,-16-7 1,5-6 0,2-5 0,2-1-1,0 1 1,-1 5 0,-3 5 0,-5 9 0,7 13-1,-4 9 1,-2 6 0,-3 0 0,3 8 0,0 0-1,0 0 1</inkml:trace>
  <inkml:trace contextRef="#ctx0" brushRef="#br1" timeOffset="162093">26347 10901 7533,'-23'15'364,"0"-1"0,20-28 0,9-16 0,7-13 0,4-9 0,2-6 0,0-3 0,-1 0 0,-4 4-289,-7 17 0,0-2 1,-1-2-1,0-2 1,0 0-1,-1-2 1,1 0-1,-1-1 1,0 0-1,1 0 0,0 0 1,0 1-1,1 1 1,1 1-1,0 1-257,3-5 0,1 2 1,1 0-1,1 2 0,0 0 1,0 0-1,1-1 0,-1 0 1,-1-1-1,-1-1 0,-1-3 1,-1-1 313,-3 9 1,-1-4-1,1-2 1,0-1-1,-1-3 1,0 0-1,-1-2 1,0 1 0,0-1-1,-1 1 1,-1 1-1,0 0 1,-2 3-1,0 2 1,-1 2-1,-1 3 1,-2 3 0,0 4-1,-2 4-114,-8-16 0,-5 10 0,-1 4 0,0 0 0,4-7-428,7 2 0,3-6 1,2-2-1,1-2 1,0 1-1,-1 4 0,-2 5 1,-4 7 138,-14-7 0,-3 7 0,14 20 0,22 29 0,26 3 1</inkml:trace>
  <inkml:trace contextRef="#ctx0" brushRef="#br1" timeOffset="162481">26433 8555 7533,'16'-45'102,"0"0"0,-1 1 1,1-1-1,0 0 0,0 0 1,-1 1-1,1-1 1,0 0-1,0 0 0,-1 1 1,1-1-1,2-3 1,-1-1-1,-1-2 0,1 1 1,0 1-1,1 2 1,1 4-1,3 4 0,1 6 1,4 7-1,10 3 1,4 10-1,3 6 0,1 4 1,-1-1-1,-4-1 1,1-3-1,1 0 0,0 0 1,-1 1-1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3:22:39.04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23000 6182 24575,'0'0'0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3:24:01.010"/>
    </inkml:context>
    <inkml:brush xml:id="br0">
      <inkml:brushProperty name="width" value="0.09071" units="cm"/>
      <inkml:brushProperty name="height" value="0.09071" units="cm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11568 4410 8972,'0'-43'2608,"5"5"-2158,-4 3 0,5 2-90,-17 5-810,-13 9 270,-15-5 90,-5 24 0,-5 6 405,4-2 0,-3 2-191,5-1 1,-3 1 0,1 2-35,7 2 0,1 1 0,0 2-60,2 0 0,-1 1 0,3 2-150,3 0 0,1 2 0,2 3 180,2 5 0,2 3 0,2 2 150,3 0 0,1 1 0,4 3-120,1 7 0,4 3 0,3-1 0,4-3 0,3-2 0,2 1 29,3 1 1,3 1 0,5-4 240,5-3 0,5-2 0,2-5-360,2-3 0,3-4 0,2-2 299,3-2 1,2-2 0,2-4-345,-2-4 0,2-2 0,1-2 0,-2-2-45,6-4 0,0-3 1,-1-1 148,5 3 1,0-1 0,-3-5-30,-5-6 0,-2-5 0,-3-1 30,-9 2 0,-2-1 0,-2-3 30,2-4 0,-1-2 0,-4 0 270,-2-9 0,-6-2-151,-5 8 1,-2-1 0,-4-1-60,-5-8 0,-5-1 0,-3-1-90,-1 1 0,-3 1 0,-2-1-251,-1-1 1,-2 0 0,-6 4-80,2 13 0,-4 2 0,-2 1 1,0 2-511,-9-6 1,-2 2-1,1 3-210,2 3 1,1 2 0,1 2 989,-8-8 0,5 9 0,-6 23 0,19 13 0</inkml:trace>
  <inkml:trace contextRef="#ctx0" brushRef="#br1" timeOffset="9901">11519 4392 8432,'0'-27'2789,"0"1"-1890,0 9-269,0-1-450,-6-8-180,-11 7 45,-7 1 0,-6 2-270,-8 9 0,-6 3 255,7-2 0,-3-1 0,0 4-183,-2 6 1,0 3 0,1 1 122,5-3 0,0 2 0,1 3 60,-2 10 0,1 5 0,3 0-30,1 0 0,3 3-86,2 8 1,1 5 0,4 1 175,6 5 0,4 2 30,0-10 0,1 1 0,5-1 60,7 11 0,9-2 179,7-2 1,8-3-45,9-8 0,7-4-225,-8-10 0,3-3 0,1-1-150,3 0 0,1-2 0,1-3 0,-4-3 0,-1-2 0,1 0-30,-1 0 0,0 0 0,-1 0 90,5-2 0,-2-1 45,-5 0 0,-1-6 45,4-9 0,-3-7-135,-3-2 0,-3-5 105,-5 2 0,0-4 0,-2 0 0,-3-1 0,-1 0 0,-3-2-30,0 0 0,-1-2 0,-3 1 284,2-9 1,-4 0-225,-3-6 0,-5 0 0,-4 10 0,-4 1 262,-3-3 0,-3 0-487,-3 3 1,-3 2-136,-6 1 0,-3 3 225,-3 2 0,-4 3 0,-6 1 0,-2 5 0,3 7 0,0 4 0,-7-2 0,0 5 45,2 10 0,-1 5-225,0-1 0,0 2-45,3 4 1,2 5 89,4 4 0,3 3 90,0 6 0,3 5 150,13-10 0,2 2 0,1 2 239,-2 2 1,1 2 0,4 0-60,5-1 0,4 0 0,2 0-56,5 15 0,7-2-94,4-12 0,4-1 0,4-2-180,3-3 0,3-3 0,1-1 30,5-1 0,2-1 0,0-3 60,-1-1 0,-1-2 0,2-5-257,1-6 1,0-4 0,-1-1 256,6-1 0,-1-4-120,-7-4 0,1-2 0,-4-3 165,0-4 0,-2-3 9,-1 1 0,1-2 1,-4-1 124,0-5 1,-3-4 150,-7 0 0,0-2 0,-3-1-105,1-7 0,-3-2-136,-5 1 1,-2-3 0,-4 2 0,-4 6 0,-3 2 0,-1 0 0,2-2 0,-2 0 0,-4 2-240,-10-2 0,-6 2 0,-1 4-300,-8 3 1,-2 3-601,10 2 1,-2 0 0,1 7 507,-4 10 0,2 8 0,-9 17 1,30 3-1,1-1 0</inkml:trace>
  <inkml:trace contextRef="#ctx0" brushRef="#br1" timeOffset="38502">10903 5380 5914,'37'-33'899,"-11"19"-359,-2-25-1,-17 27 1,3-14 270,-8 9-1,3-9-449,-5 15-270,0-21 90,0 28-360,0-19 180,-5 21 90,-8-6 540,-17 24-361,-13 3-89,15 1 0,-1 3-90,-4 3 0,0 1-90,-2 4 0,1 1 90,8-7 0,-1 1 0,1 1-116,-1 2 0,0 1 0,0 0 146,-3 2 0,-1 0 0,0 2-98,7-7 1,-1 1-1,1 1 1,-1 0-91,-3 3 1,1 1-1,-1 0 1,0 1-154,-1-1 1,0 1 0,-1 0 0,1 0 309,-2 1 1,0 0 0,0 1 0,1-1-45,2-2 0,2 0 0,-1 0 0,1-1-23,0-3 1,0-1 0,1 1-1,-1 1 68,-1 5 0,0 1 0,0 1 0,0 0-90,1-3 0,0 0 0,1 0 0,0 1 22,-2 4 1,1 1-1,-1 0 1,2 0-1,0-3 1,0 0-1,1 0 1,2 1-46,2-1 1,1 0-1,1 1 1,0-1 44,-2-1 1,-1-1-1,1 1 1,1 0 22,2 0 0,2 2 0,0-1 0,-1 1-90,1-1 0,-1 0 0,1 0 0,1 1 45,-2 9 0,2 1 0,0 0 0,2-9 0,0 0 0,0 1 0,1-1 30,-3 6 0,2-1 0,-1 2 37,1-5 1,0 3-1,0-1 1,0-1-46,1-5 1,0-1-1,0 1 1,1 0 44,-1 8 1,2 1-1,0 1 1,-1-2-46,1-6 0,0-2 1,0 1-1,1 0-22,1 4 0,0 0 0,2-1 0,-1-1 30,-1 3 0,1-1 0,0 0-30,-1 6 0,1 1 0,1-1-27,2-3 1,1 0 0,1-1 86,0-2 0,1 1 0,1-1 120,0-1 0,1 0 0,1-1-45,6 9 0,0-2 89,-3-6 1,2-2 45,0-6 0,1-3 379,4 13-289,-1-18 965,-5-15-606,-1-2-1204,-12-24-595,-1 12-2197,-5-11 0,5 15 0,7 0 3081,7 0 0,27 0 1,5 0-1</inkml:trace>
  <inkml:trace contextRef="#ctx0" brushRef="#br1" timeOffset="39468">8553 9349 7803,'-13'-10'1439,"1"2"-540,-1 8-359,2 0-90,4 0 449,2 0-269,10 16 269,13 19-584,-6-9 0,1 3-105,2 2 0,1 4 0,1 1-621,5 7 0,1 3 0,-1-2 591,-4-8 0,0 0 0,1 0-24,-1-3 0,2 3 0,0-2 0,-3-6 69,1-2 0,-2-3-46,6 8 1,-2-3-90,-2-1 180,-5-9-90,-8-10 1632,-5-8-1542,0 0 325,0-8 305,5-25-181,8-3 1,3-7-451,-2 3 1,1-6 0,1-2 0,1 2-437,-1 6 1,1 1 0,0 0 0,0-2-32,-2 2 0,0-1 0,0-2 0,0 3 0,-3 3 78,2-2 0,-1 3 0,-3 2-240,0-4 1,-2 4-721,3-10 1,-4 17-360,5 9 180,-5-1-540,-1 8-234,-6 10 2033,0 10 0,-7 12 0,-3 5 0,0 1 0,-1 1 0</inkml:trace>
  <inkml:trace contextRef="#ctx0" brushRef="#br1" timeOffset="151725">11469 3087 6633,'-13'-8'3276,"-9"-18"-3134,19 13 848,-8-26-91,5 11-809,5 7 540,-5-11-540,6 30 1034,-4 26 0,-2 15-719,2-9 0,0 5-315,-1 1 0,1 9 0,-2 3 0,2-1 0,0-8-90,-1 11 0,1-4-1093,2-2 1,-1 2 0,3-14 545,1-20 1,15-30 0,6-11 0,-1 9 0,-1 0 0</inkml:trace>
  <inkml:trace contextRef="#ctx0" brushRef="#br1" timeOffset="152264">11420 3087 5914,'-33'-26'3276,"5"7"0,21-15-2457,28 16 0,17-1 0,6 0 0,-5 1-737,-5-3 0,-2 0 0,4 0-738,0 3 1,5 0-1,1-1 1,-3 2 0,-5 3 446,8-5 1,-12 11 0,-19 17 0,-31 29 0</inkml:trace>
  <inkml:trace contextRef="#ctx0" brushRef="#br1" timeOffset="152950">11384 3228 5914,'-17'12'3276,"58"-6"-2867,-4-12 1,8-5-1,-3 2 1,1 3-1,-1 0 1,7-2 0,0 1-1</inkml:trace>
  <inkml:trace contextRef="#ctx0" brushRef="#br1" timeOffset="154034">12084 3246 11760,'0'-18'450,"-11"-8"-90,-2 7-180,-34 1-630,19 22 0,-1 8 765,0 10 0,5 9 359,8 13 1,13 2-360,16-7 0,12-9-585,9-23 0,3-12 720,-2-11 0,-6-6-1080,-10-17 90,-13 76-944,3 1 0,4 3 1484,0-3 0,6-4 0,10-9 0,3-11 0,3-14 0</inkml:trace>
  <inkml:trace contextRef="#ctx0" brushRef="#br1" timeOffset="154779">12651 3351 10501,'0'-29'2788,"-11"-10"-3057,-9 27-46,-5 2 0,-3 2 585,-20 8 359,17 11 1,-4 6 0,8 4-361,9 10 1,7 5-180,0 10 0,8-2-90,8-15 0,9-3-1169,22 6 0,6-9 1169,-15-18 0,1-4 0,9 1 0,1-4 0,-5-13 0,-1 0 0</inkml:trace>
  <inkml:trace contextRef="#ctx0" brushRef="#br1" timeOffset="155197">13007 2946 9152,'-13'45'1638,"11"1"0,4 8-2075,-1-14 0,1 3 1,0 2-1,1-1-383,0 0 1,0 0 0,0 0 0,0-3 670,0 3 0,-1-1 1,-1-7-1,-1-6 1,0-9-1,0-15 0</inkml:trace>
  <inkml:trace contextRef="#ctx0" brushRef="#br1" timeOffset="155481">12860 3369 10321,'27'-31'150,"1"1"0,0-1 0,9 5 0,6 1 0,2 3 0,-4 3-150,-2 3 0,-3 4 0,2 1 0,7-2 0,0 2 0,-12 1 0,-13 2 0</inkml:trace>
  <inkml:trace contextRef="#ctx0" brushRef="#br1" timeOffset="157913">15887 17057 7533,'14'-16'3276,"-3"4"0,-17-29-2632,-1 27-195,-16-10 1,-4 1-270,-1 18-450,-5-1 0,-12-1 0,-2 2 1,5 7 269,-3 14 0,0 9 107,10-10 1,-6 1 0,-1 2 0,2 3 0,5 5 36,7 8 0,4 6 0,2 2 0,3 2 0,-1-4 13,-3 0 1,1-1-1,3 1 1,5 2-15,5-1 1,3 4 0,3 0 0,5-3 0,7-8 66,13 0 0,9-9 0,4-7-210,7-9 0,5-9 0,-1-5 0,2-6 0,0-7 0,-6-6 329,-7-9 1,-6-5 0,-6 1-690,-5-4 1,-8 17-181,-18 64 135,4-6 0,5 6-688,6-1 1,5 3 0,5-7 982,11-8 0,4-9 0,-2-12 0,-1-8 0,-6-16 0,-1 0 0</inkml:trace>
  <inkml:trace contextRef="#ctx0" brushRef="#br1" timeOffset="158847">16047 17551 9242,'14'0'3276,"-3"-16"-76,-22-4-3290,3 1-719,-26-5 179,6 22 0,1 10 900,-4 20 0,7 9 539,6 2 1,14 2-900,18-3 0,13 1 0,5-16 959,5-23 1,6-16 0,-3-3-181,-4 2 1,-3-3 0,-7-6-930,-9-17 0,-9-8 0,-9 6-75,-7 6 0,-11 7-1324,-25 4 1,4 7 1286,31 10 0,5 19 0,27 6 0,0 1 0</inkml:trace>
  <inkml:trace contextRef="#ctx0" brushRef="#br1" timeOffset="160038">16539 17551 5914,'14'0'3276,"-3"0"-1066,-17-8-1310,5-2 89,-15-15-719,-3 5-585,-14 15 1,-4 8 179,11 4 0,0 6 404,-3 5 1,-2 6 0,14 2 0,24 14 0,15-5 0,6-17 0,7-11-61,-3-8 1,3-7 0,-3-6 150,-5-9 0,-3-5 0,-9 2-1620,-11-13 1081,-15 21 418,-1 37 1,-3 21 0,10-3-555,17 1 0,11-3 315,4-2 0,5-7 0,3-15 0,0-12 0,-8-20 0,0 0 0,0 0 0</inkml:trace>
  <inkml:trace contextRef="#ctx0" brushRef="#br1" timeOffset="160614">16995 17110 7533,'14'-34'3276,"-3"21"-2184,-7 33 0,-3 24 0,-1 1-324,1-6 0,-1 2 0,0 2 0,0 1-1110,2-1 0,0 3 1,0 0-1,1-1 0,-1-4-751,1 13 1,1-3 0,1-9 686,4-6 0,2-17 0,7-34 0,0-5 0</inkml:trace>
  <inkml:trace contextRef="#ctx0" brushRef="#br1" timeOffset="195863">8738 10478 6453,'-14'-23'1079,"0"0"1,-8-4 269,22 11-803,9 30 0,10 24 0,4 15 0,4 7 0,-1-4 0,-4-10-533,-2-10 0,-1-4 0,0 0 0,4 5-36,-4-1 1,3 5-1,2 5 1,0 0 0,1 0-1,-1-3 1,-1-6 0,-3-9-293,17 12 0,-3-15 315,-6-11 0,-4-8 0,-6-18 0,-5 6 0</inkml:trace>
  <inkml:trace contextRef="#ctx0" brushRef="#br1" timeOffset="196385">8676 11448 7533,'2'-14'819,"17"-11"0,13-11 0,7-7 0,1 0-410,-12 13 1,2-3-1,2-1 1,2-1-1,-1-1 1,0 1 0,0 0-1,-3 1-48,1-1 1,-2 0 0,0 0 0,-1 1 0,0 0 0,1 0 0,1-1-831,4-2 1,2-2 0,2-1 0,-2 1 0,-2 4 0,-5 4 0,-7 7-242,10-13 0,-7 31 0,-15 34 0</inkml:trace>
  <inkml:trace contextRef="#ctx0" brushRef="#br1" timeOffset="199533">9759 9613 7533,'12'-17'0</inkml:trace>
  <inkml:trace contextRef="#ctx0" brushRef="#br1" timeOffset="206948">9771 10901 6183,'-7'-10'1620,"-20"-6"-1531,11 7 541,-20-9-360,23 8 539,48 1 1,28 2-666,-28 5 0,4 0 0,2 1 0,2-1 0,1 0-129,2-2 0,2 0 0,2-1 0,1 0 0,-1 1 0,0 0-69,-6 2 1,-1-1-1,1 1 1,0 1-1,0-1 1,-1 1-1,-1 0 84,3 1 0,-1-1 0,0 2 0,-1-1 0,1 0 0,0 0-90,2 1 0,0-1 0,1 1 0,-1 0 0,0-1 0,-1 1 24,4 1 0,-1 0 0,0 0 0,-2-1 0,0 0 36,2-1 0,-1-1 0,-1 0 0,1 1 198,-3 1 0,3-1 0,-1 2 0,-5 0 0,-9 1-378,12 9 112,-6-7 1,11-1-1,1 1 1,-10-2-113,-11 2 0,-3-2 90,17-1 0,3-4 540,-7-1 0,-3-2 104,8-4-644,-14 4 0,-1 0-90,-5-3 180,-1 8-359,-4 0-2918,-5 0 2971,-3 0 1,-11 16 0,0 3 0</inkml:trace>
  <inkml:trace contextRef="#ctx0" brushRef="#br1" timeOffset="207901">12368 10566 6094,'-25'-43'3276,"0"5"-976,28 27-1985,25 31 0,14 18-180,-10-14 0,4 2 0,0 1 0,-1 0-46,-6-1 1,0 1 0,-2 0 0,2-3-150,13 4 0,0-2 1,-14-5 1228,-21-6-1499,-32 0 0,-21 0 0,0 2-763,8 6 1,-1 2 0,-1 2 1026,1-3 0,-2 2 1,0 1-1,5-2 1,1 0-1,3-1 1,7-1-1,2 16 1</inkml:trace>
  <inkml:trace contextRef="#ctx0" brushRef="#br1" timeOffset="214307">13266 10142 6633,'0'-9'1080,"-6"-7"-271,0 14 360,-7-22-809,2 20 270,-7-11 629,4 15-539,-4 0-270,11 0 269,-4 8 900,10 1-719,-5 9-361,6-8-808,0 6 1168,28 17-405,-3-3 1,8 7 0,3 5 0,-3-2-271,-5-3 1,-1 0 0,1 1 0,1 1-495,1-3 0,2 1 0,0 0 1,-2-1-1,-4-4-210,-1 7 0,-5-4 1,-1-17-1230,10-33-1568,-21-3 2655,0-9 0,-5 5 0,-8 20 0,-2 4 1</inkml:trace>
  <inkml:trace contextRef="#ctx0" brushRef="#br1" timeOffset="214895">13155 10971 7533,'-41'28'1092,"0"-1"0,55-53 0,20-22-728,-14 21 0,4-5 0,4-3 0,3-4 0,1-1 0,1-1 0,-1-1 0,-1 2 0,-2 3-111,-2-1 0,-1 0 0,-1 1 0,0 0 0,0 0 0,0 0 0,2-1 0,1 0-493,1-2 0,4-2 0,1-1 0,0-1 0,0 1 0,-1 3 1,-2 3-1,-4 4 0,-4 6 309,19-22 1,-17 27 0,-25 56 0,5 0 0,-1 0 0</inkml:trace>
  <inkml:trace contextRef="#ctx0" brushRef="#br1" timeOffset="243388">12700 11236 8612,'-13'-22'0,"7"22"0,13-23 0,-28 64 0,7-13 0,-1 1 0</inkml:trace>
  <inkml:trace contextRef="#ctx0" brushRef="#br1" timeOffset="243525">12466 11501 7533,'-43'3'71,"0"1"1,5 3 0,8 4 0,12 16 0</inkml:trace>
  <inkml:trace contextRef="#ctx0" brushRef="#br1" timeOffset="243684">12171 11606 7533,'-41'0'0,"7"0"0,-14 0 0</inkml:trace>
  <inkml:trace contextRef="#ctx0" brushRef="#br1" timeOffset="243839">11630 11712 7533,'-39'5'-168,"0"0"1,3 0 0,-1 1 0,2-1 0,-8 0 0,1 0 0</inkml:trace>
  <inkml:trace contextRef="#ctx0" brushRef="#br1" timeOffset="244037">10990 11695 7533,'-28'-14'119,"-1"0"1,2 1 0,0 1 0,-17-6 0,1 0 0</inkml:trace>
  <inkml:trace contextRef="#ctx0" brushRef="#br1" timeOffset="244221">10546 11518 7533,'-43'-2'49,"0"-1"1,-1 0 0,6 6 0,1 0 0,2-3 0,-1-1 0,5 4 0,-6 15 0</inkml:trace>
  <inkml:trace contextRef="#ctx0" brushRef="#br1" timeOffset="244368">10067 11518 7533,'-48'-10'517,"3"3"0,55 22 0,-2 5 1</inkml:trace>
  <inkml:trace contextRef="#ctx0" brushRef="#br1" timeOffset="246135">10005 11589 7353,'-14'0'90,"-3"-8"809,16-2-314,32-11 0,20-7-511,-20 10 1,4-3 0,4-1 0,0-1 0,0 1 0,-3 1-3,1 0 0,-2 2 0,0 0 0,-1 0 0,0-1-234,7-5 0,5-2 0,-2 0 0,-13 6 1,-19 11-109,-26 12 315,-8 3 0,-5 6 134,-12 15 1,0 2-360,16-16 1,-1-2 89,-11 5 0,-6 3 0,0 0 90,5 0 0,1 0 0,-1-1 30,0-1 0,0-1 0,2 1 105,-4 4 0,6 3-1562,10 3 1,3-3 1516,-3-7-90,7 9 0,1-3 450,8-18 360,6 19-316,25-16 1,6-4-315,-6 7-45,15 3 0,3 5-1035,-13 4 1,-4 1 899,-7-7 0,0 2-283,7 18 0,-9-2 283,-17-18 0,6 17 0,1-25 0</inkml:trace>
  <inkml:trace contextRef="#ctx0" brushRef="#br1" timeOffset="250583">9697 11730 6633,'-5'18'-450,"3"-9"810,-14-1-360,14-8 360,-15 0-360,16 0 180,1 0 90,7 0 629,5-8-899,-5 6 450,-2-5-540,-5 7 540,5 0-180,-3 7-90,3 34-270,-5-7 180,0 11 0,5 8 119,4-18 1,4 0 0,0 3-143,-2 2 1,0 4-1,2 2 1,4 0 52,2-6 0,4 1 0,3 2 0,0-1 0,-1-1 0,-3-3-143,-2 3 1,-4-2-1,3 0 1,5 3-18,-2-11 0,4 4 0,3 2 0,2 1 0,2-1 0,-2 0 0,0-2 0,-3-2 0,-3-5 40,2 5 0,-3-5 0,0-1 0,5 5-67,-3-4 1,5 5 0,2 2 0,2 1 0,2 2 0,-1-2 0,-1 0 0,-2-3 0,-3-4 102,4 2 0,-4-3 0,-1-2 0,2 1 0,4 2-25,0-2 0,3 3 0,3 1 1,1 0-1,1 0 0,-1-1 0,-1-2 1,-3-3 5,3 2 1,-3-4 0,-1-2 0,3 1 0,5 3-36,-9-6 0,4 2 0,3 1 0,2 1 0,0 0 0,1-1 0,0 1 0,-1-2 0,-1 0 1,-3-3 29,4 2 1,-2-2 0,-1-1 0,0-1 0,0 0 0,0 1 0,3 1-33,-6-1 0,2 0 0,1 2 0,0 0 0,0-1 0,0 1 0,0-1 0,0 0 0,-1-1-14,1 1 0,1-1 0,0 0 1,-1-1-1,0 0 0,-1-1 1,-2 0-1,-2-1 106,7 1 0,-4-1 0,-1-1 0,2 0 0,2 2-8,-2 0 0,3 2 0,1 0 1,1 0-1,-1 0 0,0-1 0,-2-1-126,6 1 0,-1-1 0,-2-1 0,1 0 1,1 1 61,-6 0 0,0 0 0,0 0 0,1 1 0,0-1 0,0 0 0,3 0 0,1 0 0,0-1 0,0 1 0,-1-1 0,-1-1-18,0 0 0,-1 0 0,0 0 0,-1-1 0,0 0 107,0-1 1,-1-1 0,1 0 0,-1 1 0,0-1-126,-2 2 0,1 0 0,0 1 0,-3-2 1,-4 0 35,0 0 0,-3-1 0,0 1-90,20 3 0,-10 5 90,-26 3 0,-10 3 0,-18 6 0,-8 3 0,1 2 0,0 0 0,0-1 0</inkml:trace>
  <inkml:trace contextRef="#ctx0" brushRef="#br1" timeOffset="251981">15063 14958 5824,'-35'-20'1638,"0"1"0,1-7-1073,3-4 1,11 9 243,33 34 1,12 11-698,1-4 1,5 3-1,2 2 1,-2-1-248,-3 3 0,-1 0 0,0 0 0,0 0-68,4 1 1,1-1 0,-1-1 0,-6-5 382,-1-2 0,-9-4-270,-15-8 0,0-7-180,5 0 1349,-3 8 720,3-6-1835,-22 5 0,-27 4 0,-13 3 0,0-1 0,13-3 216,4-1 0,-2 2-237,7-2 1,-9 2 0,-7 2 0,-2 1 0,0 0 0,4-1-1,8-1 1,10-2-1113,4 0 0,5-1-470,-24 9 1,18-4 777,58-18 861,4-7 0,-6 6 0,-21 21 0,-2 3 0</inkml:trace>
  <inkml:trace contextRef="#ctx0" brushRef="#br1" timeOffset="256283">15826 15769 7533,'-25'-17'3276,"0"7"-1875,11 2-1041,3 16-360,11-6 809,9 25 1,4 16-406,-4-8 1,-1 4 0,0 3 0,0-1-23,2 3 0,0 0 1,0 0-1,0 0-45,-3 4 0,-2 1 1,3-5-1,8-16 742,15-17 1,10-20-811,-17-4 1,4-9 0,4-7 0,2-5 0,2-4 0,0-3 0,1 0 0,-2 0 0,-1 2 0,-3 3-1,-4 5-287,8-7 0,-6 3 0,-2 1 0,2-1 0,6-5-72,-8 10 0,5-5 0,4-3 0,1-2 0,3-1 0,-1 0 0,-1 1 1,-2 2-1,-3 3 0,-4 5 0,-6 5 0,-7 7-3187,7-12 0,15-1 2457,-40 52 1,-15-1 0,10-14 0</inkml:trace>
  <inkml:trace contextRef="#ctx0" brushRef="#br1" timeOffset="263071">14251 9648 7533,'30'-17'0,"1"-1"0</inkml:trace>
  <inkml:trace contextRef="#ctx0" brushRef="#br1" timeOffset="265595">14509 9525 6723,'0'-20'360,"0"-11"-180,6 11 180,0-23-91,-2 16 1,-1 1 180,3-5-450,-28 0 450,-6 46 90,-21-11-271,2 5 1,1-2-180,2-7-90,12-4 0,-9-3 0,-5-2 0,1-1 0,6 1 60,-2-4 0,5-1 0,-9 0-80,11 5 0,-5-1 0,-4 0 0,-3 0 0,-2 0 0,0 0 0,-1 1 0,2-1 0,3 1 8,-1 0 1,1 1 0,1-1 0,-1 1 0,1 0 0,-1 1-1,-1-1 1,-2 1-93,3 0 1,-2 0 0,0 1 0,-2-1 0,1 1 0,-1 0 0,0 0 0,0 0 0,1 1 0,0 0 73,-3 0 0,0 0 0,1 1 0,0 0 0,-1 0 0,1 1 0,0-1 0,1 1 1,-1 0 19,2-1 0,-1 1 0,2 0 0,-1 0 0,0 0 0,1 1 0,-2-1 0,1 1 0,-1-1 27,2 1 1,0 0 0,0 0 0,-1 0 0,0 0 0,0 0 0,0 0 0,-1 1 0,-1 0 0,0 0-41,3 0 1,-2 0-1,1 1 1,-2-1-1,0 1 1,0 0 0,0 0-1,-1 0 1,2 0-1,-1 0 1,2 1 0,0-1 5,0 0 1,1-1-1,1 1 1,1 0 0,-1-1-1,1 1 1,-1 0 0,0 1-1,0-1 1,-2 1 0,-1 1 22,1-1 1,-2 1 0,-2 0 0,0 1 0,-1 0 0,0-1 0,0 2 0,1-1 0,0 1 0,1 0 0,1 0 0,2 0 0,1 1-47,-4 0 0,2 1 0,2 1 0,0 0 0,2 0 0,-1 0 0,1 1 0,-2-1 0,-1 1 22,1 0 0,-1 0 0,0-1 0,0 1 0,-1 0 0,0 0 0,1 2 0,-1 0 0,1 1 0,1 2 54,-1 1 0,1 1 0,-1 1 0,1 1 0,0 0 0,0 2 0,1 0 0,-1 0 0,1 1 0,0 0-121,0 0 0,0 0 0,1 1 0,-1 0 0,1 0 0,0 1 0,0 1 0,0 2 0,0 0 0,0 2 85,7-2 0,-1 1 0,-1 0 0,0 2 0,1 1 0,-1 1 0,1-1 0,1 2 0,0-1 0,1 1 0,1-1 0,2 0 0,1 0 20,-7 5 0,2 0 0,0-1 0,1 0 0,2 1 0,2 1 0,3 2 0,4 1 0,2 4-277,7-2 0,3 3 0,2 3 0,3 2 0,2 1 0,1 0 0,1-1 0,2-2 0,0-2 0,0-3 0,1-4 257,-3 16 0,2-8 0,4 0 0,8 4 15,3-12 1,5 4 0,3 2 0,3 1 0,2 1 0,1-2 0,1-3 0,-1-3 0,-1-6 74,4 1 0,-1-7 0,2-2 0,2-1 0,4 2-70,-3-2 0,3 1 0,3 0 0,2 0 0,2 1 0,0-1 0,0 0 0,-1-1 0,-1-2-20,1 1 0,-1-1 0,-1-1 0,0 0 0,1-2 0,2 0 0,1-1 0,3-2 37,-5-3 0,2-2 1,1 0-1,2-1 1,1-1-1,1 0 1,1-1-1,-1 0 1,0-1-1,0 1 1,-2-1-1,-1 0 0,4 1 1,-2-1 0,-1 0 0,-1 0-1,1-1 1,0 0 0,0 0 0,2-1-1,1 0 1,3-1-38,-9-1 0,1 1 0,2-2 0,1 1 0,1-1 0,1 0 0,0 0 0,0 0 0,0-1 0,1 0 0,-2 0 0,1 0 0,-1-1 0,-2 1 0,0-1 6,1 0 1,-2-1 0,0 1 0,-1-1 0,0-1 0,0 1 0,-1-1 0,1 1 0,0-2 0,1 1 0,0 0 0,2-1 0,1 0-23,-5 1 0,1-1 0,1 0 0,1 0 0,1-1 0,0 1 1,0-1-1,1 0 0,0 0 0,-1 0 0,1 0 0,-1 0 1,0 0-1,-1-1 0,-1 1 0,-1 0 0,-1 0 22,5-1 1,-1 1 0,-1-1 0,-1 1 0,0-1 0,-1 0 0,0 1 0,0-1 0,0-1 0,1 1 0,0 0 0,1-1 0,1 0 5,-2-1 0,3 1 0,0-2 0,1 1 0,1-1 0,1 0 0,-1 0 0,0 0 0,-1 0 0,-1 0 0,0 0 0,-3 1 0,-1 1 0,-3 0 0,-2 0 13,14 0 1,-5 1 0,-3 0 0,-1 1-1,-1 0 1,2-2 0,4-2 28,-6 0 0,2 0 0,2-1 0,1-1 0,0-1 0,0-1 0,-1 0 0,-1 0 0,-1-2 0,-2 1-133,1-4 0,-2 0 0,-2-1 1,0-1-1,-1 0 0,0-1 1,1 0-1,1 1 119,-1 1 0,0 0 0,1 1 0,-1-1 0,1 0 0,1-1 0,-1-1 0,1-2 0,0-1-55,-4 0 0,1-1 0,0-2 0,2-1 0,-1-1 0,1 0 0,-1-1 0,-1 0 0,-1 1 0,-2 0 0,-2 1 0,-2 0 66,8-5 0,-2 1 1,-2 2-1,-3-2 1,-1 0-1,-2-3 1,-2-4 211,-5 2 0,-1-2 1,-1-3-1,-2-2 1,-1 0-1,-2 0 1,-2 0-1,-2 1 1,-3 2-70,1-8 1,-1 1 0,-4 0 0,-5 2 0,-7 1 0,-10 3-523,-5 10 0,-7 0 0,-7 1 1,-5 1-1,-3 1 0,-3 1 1,-1 3-1,1 2 0,2 2 1,3 3 230,-5 1 1,1 5-1,-1 2 1,1 3 0,-1 2-1,-2-1 1,0 0 0,1 0-1,-2-1 1,-1-1 0,-2 1-1,1 2 1,1 1 0,1 2-1,4 3 1,4 4 0,-2 14-1,-1 0 1,1 1 0,0-1-1,0 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3:30:34.042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16428 16898 7533,'-5'-43'3276,"3"6"0,-3-6-2003,5 7-913,-11-7-225,-13 25 0,-9 7-900,-9 8 1,-6 12 854,7 6 0,-5 9 0,0 3 0,4 1-90,8-4 0,4 2 0,0 2 0,-1 3 89,3 2 1,-2 3 0,0 2 0,2 2 0,3 0 0,5-1 314,2 7 1,5 1 0,4-1 0,4 1-203,1 2 1,2 3-1,6-4 1,9-7-353,18 0 0,11-9 0,4-15 150,-10-17 0,4-12 0,-1-4 0,-2-1 569,6-9 1,-3-3 0,-9 16-390,-4 30-180,3 1 0,6 4 0,-8 5 0,-21 9 0,-8 4 0,11-6 0,38-20 0,0 0 0,-1 1 0</inkml:trace>
  <inkml:trace contextRef="#ctx0" brushRef="#br0" timeOffset="932">16674 17445 7173,'-11'-20'3276,"4"-27"0,2 32-2722,-1-27-1454,-28 33 720,-8 23 1,4 19 628,22 2 1,5 10 0,8-1 0,11-14-91,20-17 1,12-11 0,-8-5 629,-9-9-2082,4-12 1,3-11 0,-10-2 1074,-19-5 0,-8-1 1,1 23-1,1 57 1,44-23-1,1 1 1,-1-1-1</inkml:trace>
  <inkml:trace contextRef="#ctx0" brushRef="#br0" timeOffset="2171">17204 17515 7173,'1'-43'3276,"-13"-2"-346,-9 8-2750,3 17 0,-4 7-405,-8 15 0,-1 9 360,0 4 0,2 8 524,2 10 1,2 8 0,16-4-960,22-7 0,14-3 1,1-9 164,5-12 0,3-8 914,3-3 1,4-3-1,-8-7-1094,-4-21 1,-17 12 224,-22 37 720,-6 19-630,8-17 0,8-26-180,3-7-2699,-5 10-398,0 16 3017,0-6 0,28-10 0,6-12 0</inkml:trace>
  <inkml:trace contextRef="#ctx0" brushRef="#br0" timeOffset="3015">17524 16828 7533,'-13'-35'1638,"0"1"0,22 50-983,-3 10 0,0 13 1,-1 9-1,-1 3 0,-1-2-109,-2-1 0,-1 2 0,0 1 0,-1 1 0,0-2 0,2-1-191,1 2 0,2-1 0,0-2 0,-1-1 0,-2-2-1175,-5 6 1,-1 2 0,0-11 0,8-23 244,13-39 0,3 1 0,-14 3 0</inkml:trace>
  <inkml:trace contextRef="#ctx0" brushRef="#br0" timeOffset="5736">12503 2963 7533,'-12'-33'2069,"-1"11"-900,6-3-585,-1 43 1,0 19-1094,3-2 1,-1 10-1,2 4 1,-1-1 0,0-6 538,0 0 0,0-4 0,-1 4-133,1 3 0,-2 10 0,1-1 0,0-10 0,3-21-527,1-19-2647,-3-6 2953,5-17 1,7-5 0,2-1 0,2 1-1,-1 1 1</inkml:trace>
  <inkml:trace contextRef="#ctx0" brushRef="#br0" timeOffset="6210">12466 2946 7533,'-26'-8'1638,"0"0"0,0-4 0,26-13 0,15-7-1528,9 11 1,12-1 0,5 1 0,1 1 0,-7 1-741,-2-4 0,-3 3 1,4 2 629,11 2 0,8 1 0,-8 6 0,-23 10 0,-46 26 0,8 6 0,-1 1 0</inkml:trace>
  <inkml:trace contextRef="#ctx0" brushRef="#br0" timeOffset="6573">12565 3157 6183,'-41'10'3276,"8"-2"-1638,50-18 0,15-4-1721,-6 4 1,4-1 82,7-3 0,5-1 0,-6 9 0,11 19 0,-27 3 0,1 0 0</inkml:trace>
  <inkml:trace contextRef="#ctx0" brushRef="#br0" timeOffset="7442">13032 3228 7713,'-23'-26'3276,"-14"-1"-2865,-3 15-1041,5 16 1,1 10 584,10 9 0,5 9 824,2 1 1,2 4 0,10-3-241,19 1 1,12-8-315,9-11 0,4-14-285,-9-15 0,-1-9 0,-3-2 420,3-15 0,-16 10-1080,-22 27 1439,-8 25 1,6 14-2204,22 6 0,10-1 1484,-1-9 0,6-8 0,11-13 0,1-8 0,-12-4 0,0 0 0</inkml:trace>
  <inkml:trace contextRef="#ctx0" brushRef="#br0" timeOffset="8168">13463 3281 8882,'-19'-18'3276,"6"1"-2145,-3-9-1626,-6 32 1,-3 8 899,3-1 0,0 5 629,-11 20 0,12 4-854,33-8 0,13-3-1664,1-6 0,7-7 1484,17-11 0,-1-6 0,-18 2 0,-5 0 0,1-1 0</inkml:trace>
  <inkml:trace contextRef="#ctx0" brushRef="#br0" timeOffset="8651">13697 2946 7713,'-14'-20'1638,"7"52"0,3 22-1441,2-9 0,2 3 0,2 2-1017,1-7 1,1 0 0,1 1 0,-1-3 615,-1 7 1,-1-1 0,3-15-1,7-16 1,-13-45 0</inkml:trace>
  <inkml:trace contextRef="#ctx0" brushRef="#br0" timeOffset="8925">13611 3193 7533,'19'-29'1092,"-1"0"0,1 0 0,0-14-765,13 23 1,18-2 0,6 3-1,-5 5 1,-17 11 0,-10 19-1,12-17 1,0 0 0,0 1-1</inkml:trace>
  <inkml:trace contextRef="#ctx0" brushRef="#br0" timeOffset="16704">16170 15522 6813,'-19'-15'1799,"7"11"-540,1-20 1,-1 6-721,4-9-629,-9 7 450,16 5 720,-5 23-271,1 1-359,-24 17-1,-6-14 1,-13-5-463,11-3 0,-8-1 0,-6-1 1,-3-1-1,-1 0 0,1-1 0,4-1 38,6 0 1,1-1 0,1 0 0,0-1 0,0 0-1,-1-1 1,-1 2-81,1-1 0,0 2 0,-2-1 0,1 1 0,-1-1 0,0-1 0,0-1 0,0-2 88,-3-2 1,0 0 0,-1-3 0,0 0-1,1-1 1,0 0 0,1-1 0,2 0-355,0-1 1,2-1 0,2 0-1,-1-1 1,0-1 0,-1 1-1,-3-1 381,3 2 0,-2 0 0,0 0 0,-1-1 0,-2 0 0,1 0 0,-1-1 0,0-1 0,0-1-52,3 1 0,-1-2 0,-1-1 0,-1-1 1,0-1-1,0 1 0,2 0 0,1 0 0,2 2 1,2 0-1,4 3-44,-10-5 0,6 3 0,3 1 0,-2-2 0,-5-3 9,10 4 0,-3-2 0,-2-2 0,-2-1 0,-1 0 0,1-1 0,0 1 0,1-1 0,3 2 0,2 2-101,-7-6 0,4 3 1,1 0-1,1 0 0,-2-1 1,-3-2 252,6 3 1,-1 0 0,-2-2 0,-1 0 0,-1-1 0,0-1 0,0 1 0,0-1 0,1 0 0,0 1-117,1 0 0,1 0 0,-1 0 0,0-1 0,0 1 0,1-1 0,-1 1 0,1-2 0,0 1 0,0 0-63,0-1 0,0 0 0,0-1 0,0 1 0,0-1 0,0 0 0,1 0 0,0-1 0,1 1 0,0 0 233,0-2 1,-1 0 0,2 0 0,0-1 0,0 1 0,0 0 0,1-1 0,0 0 0,0 0-80,-1-1 0,0 1 0,1-1 0,-1 0 0,1-1 0,1 1 0,-1-1 0,2 1 0,0-1-67,-1-2 1,0-1 0,1 1 0,1-1-1,0 0 1,1 0 0,-1 0 0,2 0-130,0 2 1,1-1-1,1 0 1,-1 0-1,2 0 1,-1 0 0,1 2-1,1-1 335,-5-6 1,0 1 0,1 0 0,1 1 0,1 1 0,1 1 79,2 2 1,0 0 0,2 1 0,1 3 0,0 3-1413,-4-5 1,2 5 0,3 5 1150,-9 1 0,36 48 0,12 13 1</inkml:trace>
  <inkml:trace contextRef="#ctx0" brushRef="#br0" timeOffset="17827">9955 12241 6723,'-37'-12'1484,"-1"-1"0,-6 1-270,30-29 1,11-12-1035,12 7 0,1-6 377,-10 13 1,-3-6 0,-2-2 0,3 2-1,5 5-827,6-1 0,5 5 1,7 6 448,12 7 1,7 8 0,4 6-765,-2 6 1,2 6-1,1 4 1,0 3 584,0 7 0,1 6 0,-2-1 0,-4-5 0,18-9 0,-19 1 0,-43 19 0</inkml:trace>
  <inkml:trace contextRef="#ctx0" brushRef="#br0" timeOffset="23255">10596 10936 6453,'7'-10'270,"-7"2"-270,-7 8 360,-11 0 90,4 8-270,-4-6-270,11 6 449,-4 0-179,10 2 450,-4 0-360,5 13-90,0-19 90,22 12-199,4-23 1,13-12 0,4-6 0,-1 0 0,-6 7-72,1 2 0,4 0-12,-9 3 1,8-3 0,5-2 0,2-1 0,2 0 0,-3 2 0,-4 2-1,-7 5 132,3 2 0,-6 5 0,8-2-488,-3 0 0,7-2 0,5-1 1,3 0-1,0 0 0,-2 1 1,-4 0-1,-6 2 428,10-1 0,-8 2 0,9 1 17,-12 1 1,6 0 0,4 0-1,4 0 1,0 1 0,1 0-1,-1 1 1,-4 0 0,-3 0 71,1 1 1,-2 0 0,-2 2 0,0-1 0,0 0 0,1 1-499,-1-2 0,1 1 1,1-1-1,-1 1 0,0-1 1,-3 1-1,-1 0 349,12 2 0,-1 0 0,-6 0 0,-12-2-3277,-6-2 2769,-27 2 1,-5 6-1,-1-8 1</inkml:trace>
  <inkml:trace contextRef="#ctx0" brushRef="#br0" timeOffset="23931">12713 10478 7533,'-20'-25'584,"0"1"1,-15 0 284,54 33 1,24 12 0,3 0-888,-7-8 0,5 0 0,1 0 0,0 1 0,-3 0 130,-1 0 0,-1 1 1,-3 1-1,-3 3-172,11 14 0,-4 4 0,-26-3 78,-30-13 0,-19-2 0,-10-1 0,-3 0 0,6 0-838,-1 6 1,-1 1 0,2-1 0,0-1 593,0-1 0,-1-1 1,4-2-1,11-6 0,7-5 1,59-18-1</inkml:trace>
  <inkml:trace contextRef="#ctx0" brushRef="#br0" timeOffset="24825">9180 10478 6183,'-9'-35'546,"1"1"0,23 45 0,14 21 0,6 12 0,2 3 0,-7-9-1366,-6-7 1,-2-3 0,-1 0 0,4 5 627,-2-2 0,4 5 1,2 2-1,-1 0 1,-1-1-1,-3-3 1,-5-5-814,10 16 0,-14-12 1005,-18-13 0,-20 7 0,0-14 0,0 0 0</inkml:trace>
  <inkml:trace contextRef="#ctx0" brushRef="#br0" timeOffset="25264">9192 11236 7533,'-25'0'819,"-1"0"0,34-27 0,23-16 0,9-5-1147,-16 23 0,5-4 0,5-1 1,2-2-1,2 0 0,0-1 1,1 0-1,-2 2 0,-3 1 1,-2 2-220,3-6 1,-3 3 0,-2 0 0,1 1 0,1 0 0,3-1 504,5-1 1,7-6 0,3-3 0,1 2 0,-3 4 0,-7 7 0,-11 10 0,-14 14 0,-16 30-1,0 3 1,0 1 0</inkml:trace>
  <inkml:trace contextRef="#ctx0" brushRef="#br0" timeOffset="26800">14940 10495 6453,'-18'10'1709,"10"-10"-1709,-3-2 720,33-22-585,6 11 0,10-1-99,-3 1 0,8-3 0,4-1 0,2 1 0,-1 2-21,-7 3 0,0 2 0,1 0 0,0 1 0,2 0 0,1 0 63,-4 0 1,2 1 0,1-1-1,1 1 1,0 0 0,0 1 0,-2 1-1,-1 2-64,5 0 0,-1 1 0,0 1 0,-2 2 1,-1 1-1,-2 3 98,10 4 1,-2 3-1,-3 2 1,-1 2-24,-6-2 1,-2 2 0,-2 1 0,-4 0 0,8 12 0,-7-1-1124,-4-7 0,-13-9 1034,-28-13 0,-9-1 0,-6 2 0,-9 1 0,-1 0 0</inkml:trace>
  <inkml:trace contextRef="#ctx0" brushRef="#br0" timeOffset="27566">14349 10178 7533,'27'-25'90,"0"1"0,-6 7 0,0 0 269,17-9 1,-15 9 630,-39 25-900,0 6 89,-7 0 1,-9 5 0,-4 4 0,-1 1 29,4 2 1,-3 3 0,-1 2 0,-1 2 0,-1-2 0,-1-3-313,5-5 0,-2-1 1,-1-1-1,-1-1 0,1 0 1,0 1-1,1 1 77,0 3 0,-1 2 1,0 0-1,1 0 0,1-2 1,2-3-1,2-4-514,-20 4 0,3-7 1,25-13-2699,37-21 3238,8 4 0,5 2 0,1 0 0,1 1 0,-4 3 0,0 0 0</inkml:trace>
  <inkml:trace contextRef="#ctx0" brushRef="#br0" timeOffset="28170">13574 10089 7533,'-22'-26'517,"0"0"0,0 0 0,-7-4 1,4 3 381,9 0-472,35 27 0,18 11 1,10 5-1,-1 0-218,-5-1 1,2 2 0,2 1 0,2 1 0,1 1 0,-1-1-185,-2-2 1,2 0 0,1 1 0,0-1 0,-1 1-1,-2-1 1,-1 0-161,-1 0 0,-1 0 0,-1 1 0,-2-2 0,-2 0 1,-3-2-46,11 5 0,-4-2 0,-17-4-3097,-18-5 1247,-1-8 2030,-3 31 0,-19 9 0,3-5 0,1 0 0</inkml:trace>
  <inkml:trace contextRef="#ctx0" brushRef="#br0" timeOffset="30230">16305 10089 7533,'-18'-9'135,"-4"-13"0,4-3 854,11-1-809,-5-5 0,4 11 1259,14 42-990,2 7 1,3 8 0,3 1-420,8 1 0,6 0 0,0 2-210,-3 0 0,1 3 0,0-1 1,2-8 298,3-9 1,0-5 0,-1-2 240,31 29-540,-61-48 270,-17 0 225,-23 9 0,-12 5-383,16-5 1,-3 0-1,0 0 1,1 1 67,-1 3 0,1-1 0,-1 2-23,-1 0 1,-3 0-1,3 1 1,14-1-967,12 8-1620,-2 11 2609,25-23 0,20-10 0,-9-10 0</inkml:trace>
  <inkml:trace contextRef="#ctx0" brushRef="#br0" timeOffset="31681">17057 9737 8252,'-14'-8'2609,"-8"-10"-2519,19 6 1619,-8-19-2107,35 50 0,18 24 1,-4-7 397,4-10 40,-17-1 1,6 13 0,4 7-1,0 4 1,0-2 0,-6-5-1,-7-10 95,-2-2 0,-3-1-477,7 14 1,4 11 0,-5-5-1,-17-23-647,-17-26 989,-16-16 0,31-3 0,-2-16 0</inkml:trace>
  <inkml:trace contextRef="#ctx0" brushRef="#br0" timeOffset="32409">16982 10495 8342,'-24'-16'1638,"32"-15"0,20-12-1399,-10 19 0,8-5 0,4-3 0,4-2 0,2-2 0,1-1 1,0 1-1,-2 2 0,-3 2 0,-4 3-95,2-6 0,-4 4 0,-1 2 0,1-2 0,5-2-364,-1 2 0,5-5 0,5-3 0,1-1 0,-1 2 0,-3 2 0,-5 6 1,-8 7-1,-11 10-1489,-7 7 1709,-17 31 0,3-5 0,5 5 0</inkml:trace>
  <inkml:trace contextRef="#ctx0" brushRef="#br0" timeOffset="62425">18053 10389 6993,'21'0'540,"1"0"539,-10 0-809,1 0-180,27 8-90,-17-4 0,4 2-54,6 1 0,9 3 0,3 1 0,1 0 0,-5-1 84,7 1 0,-2-1 0,6 2 34,-10-2 0,6 2 0,4 1 1,0 0-1,0 0 0,-5-2 1,-6 0-655,8 1 0,-8-2 0,4 1 590,-7-2 0,2 0 0,2 1 0,0 0 0,2 1-363,-2 0 0,2 0 0,2 1 1,-1 0-1,-3-2 0,-3-1 423,8-2 0,-4-2 0,8 4-224,-16 0 0,7 2 1,3 2-1,4 1 0,1 1 1,0 0-1,-2 0 1,-3-2-1,-6-1 0,-6-3 164,6 0 0,-8-3 0,7 4-10,-2 1 0,6 2 0,5 2 0,4 2 0,2 1 0,-1 0 0,-2 0 0,-3-1 0,-5-1 46,4 4 0,-4 0 0,-3-1 0,1 0 0,2-1 116,-2-3 0,2-1 0,0 0 0,0 0 0,0 1 1,-1 1-138,-1 3 0,2 2 0,-1 1 0,-2-1 0,-4-2 0,-5-3 1029,7 2 0,-4-1-1014,-1 1 0,1 0 0,-1-1 1486,-1 0 0,5-3-1300,-1-5 0,8-2 0,4 0 0,-2-2 0,-6 1-216,9 1 0,2 1 44,-9 0 1,9 2 0,4 1 0,-2 0 0,-5-2 0,-12-3 45,-8-3 0,-2 0-338,11 4 1,7 1 0,0 1 0,-9-1 247,7 1 112,-8 0 1,7 3-1,1 0 1,-10-3 156,7-2-539,0 11 1,-7-6 269,-26-20 0,-12 31 0,-4 7 0</inkml:trace>
  <inkml:trace contextRef="#ctx0" brushRef="#br0" timeOffset="63363">22557 11518 7533,'-10'-27'1034,"0"-1"1,-7 9-271,30 40 1,12 17-496,-3-4 1,2 4 0,0 1-150,-1 2 0,0 1 0,1-3-180,0-10 0,1-3 0,-10-3 1319,-20 7-929,-30-24 0,-21-10 0,-1 2-375,15 5 0,-1 1 0,0 1 0,-1 0-775,-1-1 1,-1 0 0,1 0 0,5 4 696,-3 4 0,4 2 0,21 1 0,38 6 0,2-4 0,0 0 0</inkml:trace>
  <inkml:trace contextRef="#ctx0" brushRef="#br0" timeOffset="65073">23603 11448 7533,'-16'-22'1259,"-1"1"0,4-9-360,-15 12 1,0 11 539,6 38-690,21 1 1,7 10 0,2 4-376,0-10 1,1 4 0,2 2 0,1 1 0,0 1 0,1-2-390,-2-2 0,2 1 0,0 0 0,0-1 0,0 0 0,0-1-363,3 4 0,0 1 0,0-1 1,-1-4-1,-1-7-1151,1 9 0,-1-19-1748,-2-28 2837,-5-17 0,4 23 0,-4 0 0</inkml:trace>
  <inkml:trace contextRef="#ctx0" brushRef="#br0" timeOffset="65749">23345 12171 6453,'-25'0'990,"6"0"2286,-5 0-2457,34-14 0,20-11 0,9-6 0,0-1-492,-7 6 1,3-3 0,4-1 0,2-2 0,1-1 0,-2 0 0,0 1 0,-4 2-823,1-4 0,-1 1 0,-2 0 1,0 0-1,1 1 0,2 1 26,3 1 1,4-2 0,2-1 0,0 3 0,-5 2 0,-6 6 0,-9 7 170,4 1 0,-9 49 0,4-32 0,1 0 0</inkml:trace>
  <inkml:trace contextRef="#ctx0" brushRef="#br0" timeOffset="84970">22299 12083 7982,'-18'-10'198,"-23"18"0,0 19 0,11-4 0,0-1 0</inkml:trace>
  <inkml:trace contextRef="#ctx0" brushRef="#br0" timeOffset="85165">21782 12259 7533,'-33'-2'344,"-1"0"1,-9 1 0,3 6 0,16 13 0,1-1 0</inkml:trace>
  <inkml:trace contextRef="#ctx0" brushRef="#br0" timeOffset="85350">21154 12471 7533,'-48'-2'-81,"0"1"0,-1 0 0,8 0 0,1 0 0,7 7 0,7 10 0,5 3 0,2-1 0,0-1 0</inkml:trace>
  <inkml:trace contextRef="#ctx0" brushRef="#br0" timeOffset="85506">20514 12612 7533,'-38'-5'0,"0"0"0,-7 21 0,14-2 0,-1 1 0</inkml:trace>
  <inkml:trace contextRef="#ctx0" brushRef="#br0" timeOffset="85883">19026 12823 7533,'-32'-33'119,"-1"0"1,12 9 0,0 7 0,-17 11 0,10 14 0</inkml:trace>
  <inkml:trace contextRef="#ctx0" brushRef="#br0" timeOffset="86067">18656 12700 7533,'-24'-24'51,"0"1"0,-10 5 1,6 17-1,-1 6 1,6 8-1,1 0 0</inkml:trace>
  <inkml:trace contextRef="#ctx0" brushRef="#br0" timeOffset="86232">17991 12788 7533,'-48'-4'106,"0"0"0,0 0 0,9 4 1,2 0-1,0 2 0,0 3 1,0 2-1,4 1 0,0 5 1,0-1-1</inkml:trace>
  <inkml:trace contextRef="#ctx0" brushRef="#br0" timeOffset="86417">17204 12806 7533,'-44'-10'154,"1"0"0,0 0 0,7 1 0,2 1 1,5 2-1,-12 6 0</inkml:trace>
  <inkml:trace contextRef="#ctx0" brushRef="#br0" timeOffset="86535">16749 12647 7533,'-43'-15'11,"1"1"0,14 8 0,1 4 1,-11 5-1,2 6 0,14 3 0,-1 1 1</inkml:trace>
  <inkml:trace contextRef="#ctx0" brushRef="#br0" timeOffset="86715">16195 12594 7533,'-42'-11'119,"0"0"1,0 0 0,0-3 0,-1 0 0,2 7 0,6 12 0,0 0 0,0 0 0</inkml:trace>
  <inkml:trace contextRef="#ctx0" brushRef="#br0" timeOffset="86878">15482 12524 7533,'-48'-11'-169,"0"-1"0,0 1 1,17 11-1,1 2 0,-8-3 1,-1 0-1,0-1 0</inkml:trace>
  <inkml:trace contextRef="#ctx0" brushRef="#br0" timeOffset="87072">14682 12453 7533,'-43'-16'0,"0"-1"0,0 1 0,6 4 0,1 1 0,2 3 0,-3 3 0,3 4 0,2 0 0,1 0 0</inkml:trace>
  <inkml:trace contextRef="#ctx0" brushRef="#br0" timeOffset="87230">14017 12294 7533,'-36'-9'-102,"0"-1"1,-1 0 0,1 0 0,-8-7 0,3 3-1,-4 14 1,0 0 0</inkml:trace>
  <inkml:trace contextRef="#ctx0" brushRef="#br0" timeOffset="87382">13253 12100 7533,'-43'-14'0,"-1"0"0,0-1 0,5 4 0,-2 1 0,-8 2 0,1 0 0,0 0 0</inkml:trace>
  <inkml:trace contextRef="#ctx0" brushRef="#br0" timeOffset="87599">12478 11818 7533,'-45'-19'-107,"0"0"1,0 0 0,20 9-1,0 1 1,-11-4 0,-7-3 0,-1 1-1,7 4 1,6 6 0,1 0-1</inkml:trace>
  <inkml:trace contextRef="#ctx0" brushRef="#br0" timeOffset="87742">11691 11553 7533,'-47'-8'157,"0"-1"0,0 1 1,0-1-1,0 0 1,2-7-1,3-3 0,2 1 1,0 5-1,-7 8 1,0 1-1,1-1 1</inkml:trace>
  <inkml:trace contextRef="#ctx0" brushRef="#br0" timeOffset="87886">10990 11342 7533,'-42'-16'228,"0"-1"1,-1 1 0,1 0 0,2 3 0,2 1 0,1 2 0,-14-3 0,5 4 0,21 8 0,0 0 0</inkml:trace>
  <inkml:trace contextRef="#ctx0" brushRef="#br0" timeOffset="88714">10497 11236 6903,'-26'-8'1709,"9"6"-2518,27-6 809,38 16 0,-9-6 419,-11 0 1,6 1 0,5 0 11,1 1 1,6 1 0,2 1 0,0-1 0,-3-2-545,-3-1 1,-2-1-1,0 0 1,3 1 37,1 3 0,5 2 0,2 1 0,-2 0 0,-5-1 0,-9-2-330,1-5 1,-9 3 404,-2 21 0,-60-14 0,11-1 0,1-1 0</inkml:trace>
  <inkml:trace contextRef="#ctx0" brushRef="#br0" timeOffset="89636">10669 11307 7623,'-46'-10'359,"21"2"-404,-11 15 0,11 9 1349,43 8 1,17 5-1036,-10-2 1,2 5 0,3 0 0,3-1-198,3-4 0,3 0 0,3 0 0,0-2 0,0 0-252,-2-1 0,0 0 0,1-2 0,-2-1 1,-3-2-181,6 1 0,-2-4 0,-8-3 360,2-1 0,-76-3 0,13 10 0,-1 0 0</inkml:trace>
  <inkml:trace contextRef="#ctx0" brushRef="#br0" timeOffset="94066">10559 10231 7533,'-11'27'-270,"8"-9"1169,-25-11-539,19-7 1169,-20 0-719,21 0-360,-2-7 539,15-19-584,1-3 0,0-3-316,8-11 61,-4 7 0,2-7 0,0 3 120,-1 5 0,0-3-73,-1-1 1,2-8 0,0-4 0,0 1 0,-1 6-198,1 0 0,-2 5 0,4-9-72,-4 12 0,2-5 0,0-4 0,2-3 0,1-3 0,0-1 0,0 1 0,0 1 1,-1 2-1,-1 3 97,2-4 1,-1 2 0,0 1-1,0 1 1,1 0 0,-1-1 0,1-3-73,-2 8 1,0-1-1,0 0 1,0-1-1,0-1 1,1 0-1,0 0 1,0-1-1,0 0 1,1 0-12,-1 0 1,1-1 0,1-1 0,-1 0-1,1-1 1,0 1 0,0 0 0,-1 0-1,1 2 1,-1 1 0,0 1 68,2-4 0,-2 3 0,1 2 1,-1 0-1,1 0 0,0-1 1,1-2-1,1-3 37,-2 8 0,1-3 1,0-2-1,2-1 1,-1-1-1,1-1 1,0 0-1,1 0 1,-1 1-1,-1 2 1,0 0-1,0 3 1,-2 2-49,3-5 0,-1 2 0,0 1 0,0 2 0,-1 1 0,0 0 0,0-1 0,1-1 101,2-4 0,1-2 0,0-1 0,0 0 0,-1 2 1,0 2-1,-2 4 0,-3 5 79,5-8 0,-3 7 0,-1 0-1,1-5 1,0-1 0,-4 7-989,-1-10-2468,-7 12 0,1 15 2981,1 0 1,16-15 0,3-4-1</inkml:trace>
  <inkml:trace contextRef="#ctx0" brushRef="#br0" timeOffset="95084">11691 6279 6723,'-36'0'3276,"9"0"-2864,8-15-53,30-11 1,19-14 0,9-6 0,0 2 0,-9 8 224,-5 0 1,0 1-423,4-1 0,7-10 0,2 0 0,-4 7 0,-11 16-252,-6 15 720,-3 8 269,5-8-539,-12-17 269,-1 51 1,1 30 0,5-3-1723,6-17 1,4-2 0,-1 4 764,-8 4 0,-3 6 0,2-2 1,6-10-1,9-8 0,4-7 1,-3-15-1,-6-30 0,0-1 1</inkml:trace>
  <inkml:trace contextRef="#ctx0" brushRef="#br0" timeOffset="98334">12786 4657 7533,'-19'-26'1619,"6"14"-990,8-3 1170,21 15-1079,-11 0 539,28 15-359,-24 5-541,13 16 1,1 3-540,-5-2 427,-6-4 1,3 11-1,3-5 1,4-20 220,0-27 0,4-16 0,4-13 0,1-6 0,2-2 0,-1 4 0,0 8 82,8 3 0,2 6 0,0 1 0,0-3 0,-1-7-560,-13 4 0,1-5 0,-1-3 0,1-2 0,-2-2 0,0 1 0,-1 2 0,0 1 0,-3 5-646,7-7 1,0 1-1,-3 3 1,-2 5 0,-5 8-2622,9-4 2457,-22 36 1,3 9 0,-4 7 0</inkml:trace>
  <inkml:trace contextRef="#ctx0" brushRef="#br1" timeOffset="112120">24145 17110 8882,'-14'-28'3276,"14"-5"-795,14 6-2391,0 7-90,-14-11-360,-26 16 0,-6 2 270,2-8 240,-3 12 0,-7 4 0,8 3-150,9 4 90,-22 15 0,0 5-90,14 2 0,8-1 0,-4 8 0,-1 6 0,3 1 287,7 1 1,2 4 0,1 2 0,0-1 0,-1-3-266,-3-4 1,-2-2-1,2-1 1,6 5 85,6 4 0,3 7 0,4 0 0,3-8 0,5-14-19,15-10 1,18-11 0,15-5 0,-8-11-45,-13-20 0,-3-7 554,4 9 1,4-1 0,-10-1 254,-14-10 1,-9 15-1844,-9 56 224,7 0 1,5 6-329,-3-5 1,2 3 0,4-5 883,13 6 1,3-13 0,4-24 0,-11-30 0</inkml:trace>
  <inkml:trace contextRef="#ctx0" brushRef="#br1" timeOffset="113133">24441 17551 7533,'36'-16'3276,"-5"-11"-76,-6-11-2390,-23 3-1890,-38 10 405,2 32 1,-2 15 914,9 2 0,1 6 0,7 4 389,5 15 1,8 5-1,15-10-299,19-15 0,13-8 0,-1-10 254,12-15 1,-8-20-525,-24-11 0,-9-12 0,-9 2-1153,-9 6 1,-6 1 0,-7 7 918,-20 4 1,10 17 0,44 30-1,30-8 1,0 1 0</inkml:trace>
  <inkml:trace contextRef="#ctx0" brushRef="#br1" timeOffset="114299">24970 17586 7443,'18'-35'3276,"-11"7"-706,-19-5-2839,-31 21 239,13 33 0,-3 16 0,12-1 794,16-1 1,11-3-675,7-2 0,8-11 134,16-28 1,1-15 315,-6-9 0,-8 13-1260,-8 51 720,8 2 0,5 1 0,-7-8 0,3-9 0,20-34 0,0 0 0</inkml:trace>
  <inkml:trace contextRef="#ctx0" brushRef="#br1" timeOffset="114833">25597 16951 7533,'0'-26'3276,"0"46"-2621,2 8 0,1 12 1,0 7-1,-1 3 0,-1-3 0,-3 0 0,-3 1 1,0 1-1,0 0 0,3 1-794,1-5 0,1 4 0,1-1 0,1-1 0,2-5 1,1-7-1501,6 17 1,6-23 1483,18-49 1,-21-8 0,-8 7 0,-31 52 0</inkml:trace>
  <inkml:trace contextRef="#ctx0" brushRef="#br1" timeOffset="126928">22212 15928 10141,'-31'-10'2609,"7"2"-2699,11 8 90,8 0 1169,10 0-539,-3 0-630,3 0 1079,-5 0-989,0 0 450,-109-62-391,79 38 1,-2-4 0,-2-2 0,0-2 0,0 2 0,1 1-132,-3 1 0,1 2 0,-1 1 0,-1-4 0,-4-4-48,12 8 0,-2-3 0,-2-3 0,-1-1 0,-1-1 0,-1-2 0,-1 0 0,1-1 0,1 0 0,0 1 0,1 0 0,2 2-179,-2-3 1,2 1-1,1 0 1,1-1-1,0 1 1,-1 0-1,0-1 1,-1-1-1,-2-1 1,-1-2 213,6 10 0,-2-2 0,0-1 1,-2-1-1,-1-1 0,0 0 1,-1 0-1,0-1 0,-1 1 0,1-1 1,0 1-1,1 0 0,0 0 1,1 1-1,1 1 0,1 1 1,2 1-6,-7-8 0,1 1 0,3 2 0,0 0 0,1 1 0,1 0 0,-2-1 0,0 0 0,-3-2 0,-1-1 5,5 6 1,-1-1-1,-1-1 1,-2-1 0,-1 0-1,0-2 1,-1 1 0,0-1-1,0 1 1,1-1-1,0 1 1,1 1 0,1 0-1,1 1 1,1 1 0,3 2 65,-5-7 1,2 2 0,2 1 0,1 1 0,0 1 0,1-1 0,0 1 0,0 0 0,-1 0 0,-1-1-64,0 2 0,0 0 0,-1 0 0,1 0 1,-1 1-1,-1-1 0,1 0 0,0-1 1,0 0-1,0-1 0,0-1 14,-1-1 1,0-4-1,-2-1 1,0-1-1,-1-1 1,2 0-1,0 1 1,1 2-1,3 2 1,2 4-1,2 3 1,4 5 127,-8-9 0,7 8 0,-6-8-79,6 6 1,-4-7 0,-3-4 0,-3-3 0,0-2 0,0 0 0,0 1 0,3 4 0,2 4 0,5 6 138,-9-9 0,5 9 0,0-6-866,2 0 1,-1-6-1,0-2 1,3 5 0,4 7 186,0 7 1,11 3 0,28-1 0,10-1 0,-1-3 0,-1 0 0</inkml:trace>
  <inkml:trace contextRef="#ctx0" brushRef="#br1" timeOffset="127862">17991 11483 7263,'-42'18'3276,"9"-24"-1676,13-22 0,5-11-851,5 0 1,4-5 0,3 0-600,1 1 0,2 1 0,5 1 569,7-3 1,5 0-1,8 15-269,8 22 0,6 12 0,1 1-1543,0-7 1,0 1 0,-1 3-1,-4 4 1,-1 2 0,-4 0 436,2-2 1,-14-2-1,-22-3 1,-4 25 0</inkml:trace>
  <inkml:trace contextRef="#ctx0" brushRef="#br1" timeOffset="129550">17339 9807 7533,'-40'-24'1574,"0"-1"0,-3 0-45,10 3 0,9 10-180,34 33 1,14 15-955,-5-6 1,3 5 0,2 3 0,1 1-1,0 0-575,0 1 0,1 1 0,-1 0 1,1 0-1,0-1-476,0-1 1,0 1-1,-1-2 1,0-3 0,-2-4-984,13 15 1,-9-22 915,-22-32 0,-39-23 1,-12 31-1</inkml:trace>
  <inkml:trace contextRef="#ctx0" brushRef="#br1" timeOffset="129870">17253 10548 7533,'28'-38'218,"-1"1"0,1-1 1,0 0-1,-1 0 1,1 0-1,-1 1 1,1-1-1,0 0 1,-1 0-1,1 1 0,-6-7 1,-5 4-1,-3 2 1,3 0-1,8-2 109,1 8 1,6-4 0,5-1-1,2-1 1,2 1 0,-1 1-1,-3 2 1,-4 5 0,-6 4-1,-9 7-3604,5-9 2953,-19 37 0,2 3 0,7 11 0</inkml:trace>
  <inkml:trace contextRef="#ctx0" brushRef="#br1" timeOffset="132341">22595 15822 7533,'-25'0'3238,"0"0"-2878,11 0 809,3-8-1169,6 6 419,-4-22 1,0-17 0,-2 4-375,-2 11 0,-3-3-161,1-1 0,-4-9 1,-3-6-1,-1-2 1,-1 0-1,1 3 1,3 6 137,0 3 1,1 6-1,-1-2 1,-4-7 39,6 9 0,-2-4 0,-1-3 1,-2-3-1,-2-2 0,-1-2 0,0 0 1,0-2-1,0 1 0,0 1 1,0 1-1,2 2 0,0 3-201,-2-6 0,-1 3 1,2 1-1,0 2 0,-1-1 1,1 0-1,0-2 1,-1-2-1,-1-2 196,4 5 1,0-1 0,-1-3 0,0-1 0,-1-1 0,0-1-1,0 0 1,1 0 0,-1 0 0,1 0 0,0 1 0,1 1 0,1 1-1,1 3-93,-3-5 0,1 1 0,1 3 0,0-1 0,1 2 0,0-1 0,0 1 0,1-2 1,0-1-1,0-1 51,2 2 0,0-2 0,-1-1 0,1-1 0,0-1 0,0 0 0,1 1 0,0 0 0,1 2 0,1 2 0,1 2 0,1 2 44,-2-8 1,2 5 0,2 2 0,0 1 0,-1-3 0,-1-5-36,1 7 1,-1-2-1,0-4 1,-1-1 0,0-1-1,-1-1 1,0 1-1,1 1 1,-1 1 0,2 4-1,-1 2-346,-3-8 1,0 4-1,0 3 1,1 0 0,0 1-1,1-3 337,0-2 0,1-1 0,1 0 0,0 0 0,0 2 0,-1 3-835,-8-11 1,-3 0 0,6 7 0,14 15 272,25 14 1,-5-9 0,3 0 0,14 15 0,-1-1 0</inkml:trace>
  <inkml:trace contextRef="#ctx0" brushRef="#br1" timeOffset="133124">20490 11571 7533,'-44'10'3276,"18"-34"-2351,17-10 1,7-10-814,3 8 1,2-5-1,1-1 1,0 2 186,1-4 1,-1 0 0,1 3-240,-2 0 0,1 2 0,7 17 1154,19 35 1,7 17-2308,-7-5 1,1 2 0,-1 1 623,-2 1 1,-1 0 0,2-4 0,15 1 0,-5-13 0,-20-23 0</inkml:trace>
  <inkml:trace contextRef="#ctx0" brushRef="#br1" timeOffset="133869">20637 9895 7533,'-31'-19'819,"-1"-1"0,1 1 0,-4-5 0,6 6 2021,12 15-2301,34 23 1,24 20 0,1 3-324,-15-13 0,0 2 0,1 1 0,0 0 0,-1 0-872,0-1 1,0 0-1,-1 1 1,-2-2 0,-3-2 196,2 6 1,-3-2 0,-14-9 0,-25-10-1,-13-32 1</inkml:trace>
  <inkml:trace contextRef="#ctx0" brushRef="#br1" timeOffset="134364">20256 10583 7533,'-32'0'809,"1"0"1,2 0 282,29-23 0,14-15 0,9-3-765,-1 16 1,6-3 0,7-1-1,5-2 1,2-1 0,2 0-1,-1 0 1,-2 0 0,-3 2-1,-4 2-190,1-6 0,-4 1 1,-2 2-1,1-1 0,1 0 1,4 0-503,1 0 1,5-3 0,4-2 0,1 0 0,0 1 0,-2 3 0,-5 5 0,-6 6 0,-9 9-2913,15 7 2457,-28 18 1,17 12 0,-16-15 0</inkml:trace>
  <inkml:trace contextRef="#ctx0" brushRef="#br1" timeOffset="136243">22533 16016 7533,'-31'-23'2248,"11"1"-1679,11-14 1,4-14 0,1-1-300,2 9 0,0-1 0,2-1 0,-1-4-1,1 8 1,-1-1 0,1-2 0,0-2 0,0 0 0,1-1-239,1-1 1,0-1-1,0-1 1,1 0-1,-1-2 1,1 1-1,-1 1 70,0 5 0,-1 1 0,0 0 1,0 0-1,1-1 0,0 0 1,0 0-1,2-2-101,1-1 0,2-1 0,0-1 0,0-1 0,1 0 0,1 0 0,-1 1 0,1 0 0,-1 2 67,1-2 1,-1 1-1,0 1 1,0 0-1,1 0 1,1 1-1,0 0 1,1 2-30,2-4 1,0 1-1,2 1 1,0 0-1,1 2 1,0 1-1,1 1-56,5-6 0,1 1 0,1 3 0,-1 1 0,0 4 300,-1 2 0,0 3 0,-1 2 1,-1-1-14,4-6 1,-1 0 0,-3 4-270,-3 3 0,-6 1 225,-5-3 0,-6 3-945,-11 0-1888,8-12-669,-8 25 2747,22 10 0,19 1 0,16-3 1</inkml:trace>
  <inkml:trace contextRef="#ctx0" brushRef="#br1" timeOffset="137035">22828 13141 8072,'-18'-41'1638,"28"11"0,10-3-2731,4-4 1,4-3 0,1 3 944,-7 12 1,0 2 0,4-1 634,10-7 0,6-3 0,0 3 1,-12 7 141,-2 5 160,3-7 1,-2 13-341,-19 36 1,-7 21 0,-2 7 0,0-11-495,0-9 0,2 1-775,1 12 1,1 10 0,3-3 0,3-16 929,14-13 1,7-38 0,-14-8-1,1-1 1</inkml:trace>
  <inkml:trace contextRef="#ctx0" brushRef="#br1" timeOffset="137910">23616 11642 7263,'-27'-27'1638,"0"1"0,3 20-546,26 27 0,14 17 0,4 3-550,-3-9 0,5 3 0,3 2 0,0 2 0,1-1 0,-3-2-686,1 5 0,-1 0 0,0 0 0,1-2 1,-1-3-677,7 3 1,2-2 0,-4-4 0,-10-6-1,-11 2 1,-30-68 0,11 39 0</inkml:trace>
  <inkml:trace contextRef="#ctx0" brushRef="#br1" timeOffset="138305">23518 12312 7533,'17'-44'273,"1"-1"0,0 1 0,4 14 0,6-3 0,5-4 0,4 0 0,2-1 0,0 0 0,0 3 0,-2 2 0,-4 4 0,-4 5 819,9-4 0,-4 8 0,4-6-1226,-5 0 1,8-7 0,4-5 0,0-1 0,-2 3 0,-7 6 0,-11 10 0,-14 15-2926,-19 22 3059,3 3 0,44-10 0,-4-11 0,-1 0 0</inkml:trace>
  <inkml:trace contextRef="#ctx0" brushRef="#br1" timeOffset="139532">23012 15893 9871,'39'-23'165,"0"0"1,1 0 0,-1 1-1,0-1 1,0 0 0,0 0 0,0 1-1,0-1 1,0 0 0,1 1 0,0 0-1,-1 0 1,1 0 0,0 1 0,0-1-1,1-1 1,0 0 0,2-2 0,1 0-101,-6 3 1,1-2 0,2 0 0,0-1 0,1-1 0,0-1 0,1 1 0,0-1 0,0 0 0,0 0 0,0 1 0,-1 0 0,0 0 0,-2 1 0,0 1-140,4-2 1,-2 0 0,0 2 0,0-1 0,-1 1 0,0 0 0,0 1 0,-1-2 0,1 1 0,0-1 0,0-1-1,1 0 48,-3 1 0,0-1 1,2-1-1,-1-1 0,1 0 1,0 0-1,0 0 0,-1-1 1,0 2-1,-2 0 1,0 0-1,-2 2 0,-2 0 1,-1 2 25,10-6 0,-3 2 0,-2 1 0,-2 1 0,0 0 0,0-2 0,2-2 79,-2 1 1,1-2 0,2-1 0,0-1 0,-1-1 0,-1 1 0,-3 1 0,-2 1 0,-4 3 206,5-10 1,-5 3 0,-2 1 0,-1 0-557,8-7 0,-2 2 0,-4 0 286,-5 2 1,-3 1 0,-10 8-2535,-17 10-759,-4 17 2881,6 1 1,6 31 0,0-3 0</inkml:trace>
  <inkml:trace contextRef="#ctx0" brushRef="#br1" timeOffset="140193">25868 13847 7533,'-21'-24'819,"37"2"0,19-7 0,10-1 0,-3 3-199,-2 3 0,1 2 0,2 1 0,1 0-494,-3 0 0,4-2 0,-1 2 0,-3 7 0,-7 13 743,2 19 1,-7 14 0,-9 4-1560,-13 0 0,-7 3 1,0 2 689,4 7 0,1 1 0,2-7 0,1-13 0,4-9 0,34-22 0</inkml:trace>
  <inkml:trace contextRef="#ctx0" brushRef="#br1" timeOffset="140969">26360 12312 6813,'-21'-21'1638,"0"1"0,15 59-983,19-9 0,11 9 1,7 3-1,0 1 0,-5-3-90,-6-3 1,-2-2 0,1 1 0,2 3-611,3 0 0,5 4 0,0 2 0,0-1 0,-4-4 0,-6-6-1594,-1 9 1,-8-10-1639,-4-9 2554,0-2 1,-11-40-1,4 0 1</inkml:trace>
  <inkml:trace contextRef="#ctx0" brushRef="#br1" timeOffset="141707">26286 13035 7533,'-32'0'1079,"0"0"0,-11-8-449,26-1-540,17-1 899,-10 2 1710,7 8-2153,15-10 0,21-12 0,13-9 0,6-4 0,1 0 0,-8 3-208,-6 3 1,-1-1-1,0 0 1,0 0-1,1-1 1,1-1-542,-5 5 1,2-2 0,1-1-1,0 0 1,0 1 0,-1 1-1,-3 2 1,-2 2-618,12-11 1,-2-1 0,-6 9 0,-12 17 350,-12 20 1,8 5 0,8-1 0,7-13 0,-1 1 0,1-1 0</inkml:trace>
  <inkml:trace contextRef="#ctx0" brushRef="#br1" timeOffset="150233">17303 9419 7533,'-25'0'1529,"0"0"90,17 0 720,-2-23-1800,16-5 1,7-9 0,1-6-428,-5 10 0,2-4 1,0-3-1,0-3 1,1-3-1,-1-1 1,-1-3-1,-2-1 61,-2 10 1,0-1 0,-2-3 0,1-1 0,-1-2 0,0-1 0,-1-1 0,0-1 0,0 0 0,0 0 0,-1 0 0,1 0 0,-1 0 0,0 2 0,1 0-253,-1 1 0,0 1 0,1 0 0,-1 0 0,0 1 0,0-1 0,0 0 0,0 0 0,-1 0 0,0 0 0,0 0 0,-1-1 0,0 0 0,-1 0 0,-1-1 110,0 2 1,0-2 0,-1 0 0,0-1-1,-1-1 1,1-1 0,-2 1 0,1 0 0,-1 0-1,0 0 1,-1 1 0,0 2 0,-1 0 0,0 2-1,-1 2 1,1 1 0,-2 3-72,-3-11 0,-2 2 0,-1 2 0,0 1 0,-1 3 0,0 1 0,0 2 0,1 1 0,0 0-616,-4-12 1,1 1-1,0 4 1,0 3 0,1 4-438,-3-1 1,1 5 0,4 6-2185,4-2 0,-3-5 2457,0 13 1,14 5 0,14-9 0</inkml:trace>
  <inkml:trace contextRef="#ctx0" brushRef="#br1" timeOffset="151197">16970 6315 7353,'-28'-22'1619,"24"-12"0,9-10-1439,1 3 0,3-7 0,2-1 0,-3 3 157,-1 7 0,-2 1 0,0 1 1,0 0-99,2-15 1,0 1 0,-7 11 1200,-18 0-631,22 48-225,21 11 1,13 3-1275,-1-1 1,5 2 0,-1-2-404,-6-5 1,-2 0 0,-1 3 1084,3 9 1,-1 5 0,-13-8-1,-17-7 1,-10 6 0,0 1-1</inkml:trace>
  <inkml:trace contextRef="#ctx0" brushRef="#br1" timeOffset="152486">16109 4727 7533,'-50'-2'1092,"66"24"0,24 12 0,-1-2 546,-2-2 0,3 3-2185,-9-4 1,6 7 0,2 4 0,-1 0 0,-3-3 0,-8-7-279,2 4 0,-5-2 395,3 12 0,0 2 1,-15-24-2180,-16-30 2824,-3-11 0,-23 7 0,-8 6 0</inkml:trace>
  <inkml:trace contextRef="#ctx0" brushRef="#br1" timeOffset="152885">16072 5539 7533,'-26'-21'546,"0"0"0,30-8 0,14-9 0,10-6 0,3-2 0,0 0-530,-8 11 1,2-3-1,3 0 1,1-2-1,0 0 1,1 0-1,0 0 1,-1 2-1,-2 2-42,3-4 0,-1 2 1,0 1-1,-1 0 0,1 1 1,0-1-1,1-1-289,-1 1 0,3-4 0,2-2 1,-1 2-1,-2 1 0,-2 6 0,-6 5 1,-5 10 666,6-1 0,-2-13 0,14 6 1</inkml:trace>
  <inkml:trace contextRef="#ctx0" brushRef="#br1" timeOffset="155818">18066 9490 7263,'-14'0'2069,"-3"0"-360,32-16-1485,5 0 1,8-3-9,1 0 0,5-3 0,5-3 0,3-1 0,1 0-296,-8 6 0,1-1 0,2-1 0,1 0 0,2-1 0,0 0 0,1-1 0,1 0 0,-1-1-159,-4 3 0,0 0 1,1-1-1,0 0 1,1 0-1,0-1 0,1 0 1,0-1-1,1 0 1,1 0-1,0-1 0,1 0 350,-5 3 0,0 0 0,1-1 0,1 0 0,1 0 1,0-1-1,1 0 0,0-1 0,0 1 0,0-1 0,0 1 1,1-1-1,-2 0 0,1 1 0,-1-1 0,0 1 0,-1 0-196,0 0 1,0 0 0,-1-1 0,0 1 0,1 0 0,-1 0 0,-1 0 0,1 0 0,0 0 0,-1 0 0,1 0 0,0-1 0,0 1 0,-1-1 0,2 1 0,-1-1 89,1 0 1,1-1-1,1 0 1,-1 0 0,1 0-1,-1 0 1,1 0 0,0-1-1,-1 1 1,0 0 0,0 0-1,0 0 1,-1 0-1,-1 0 1,0 0 0,-1 1-6,3-3 0,0 0 0,0 0 0,-1 0 0,-1 0 0,0 1 0,0-1 0,-1 1 0,0 0 0,-1 0 0,-1 1 0,1 0 0,-2 1 1,4-3 1,-1 1 0,0 0 0,-1 0 0,0 1 0,-1 1 0,-1-1 0,-1 1 0,0 0-1,0 0 89,7-6 0,-1-1 0,-1 1 0,-1 1 0,-1 0 0,-1 1 0,-1 1 90,5-2 0,-2 0 0,-2 1 0,-1 2 0,-1 2-136,-2 1 1,0 1 0,-3 3 0,-1 0 247,11-7 0,-6 3 247,6 2-1970,-35 23 1431,-5 0 0,6 0 0,1 0 0</inkml:trace>
  <inkml:trace contextRef="#ctx0" brushRef="#br1" timeOffset="157017">22889 6138 7353,'-37'-13'1092,"0"-1"0,-8 6 0,7 6 849,26 4-1162,29 5 1,23 3-1,2-1-689,-7-5 0,2-1 0,2-1 0,1 0-225,8 2 0,3 0 0,-2 0 1,-2 0 193,2-4 1,-3-1 0,-17 10 1290,-30 32-1290,-12-10 0,-8 9 0,-6 6 0,-2 1 0,1-3 0,5-7-60,-2 0 0,3-6 0,-1 5-656,-2 4 1,-5 10-1,2-1 1,7-10 0,16-19-2095,14-20 2390,9-32 360,-8 32 0,-8 16 0,3 4 0</inkml:trace>
  <inkml:trace contextRef="#ctx0" brushRef="#br1" timeOffset="158478">23320 5098 7533,'-24'-35'1092,"1"1"0,35 55 0,14 21-711,-8-12 0,4 9 0,3 4 0,1 3 0,1 0 0,-2-2 0,-1-4-345,-1 0 0,-1-2 0,0-2 0,0 1 0,2 2-583,4 5 1,5 7 0,0 1 0,-3-4 0,-9-11 0,-13-16-1662,-12-15 677,8-14 1531,-9 0 0,-6 14 0,-3-4 0</inkml:trace>
  <inkml:trace contextRef="#ctx0" brushRef="#br1" timeOffset="158933">23087 6050 7533,'-44'-17'364,"49"-2"0,15-8 0,12-8 0,7-4 0,5-2 0,3-1 0,-3 2 0,-4 4 0,-8 7 455,2-2 0,-5 6 0,1 0 0,7-8-585,-11 9 0,6-6 0,3-2 0,2-4 0,4-2 0,0-2 0,1 0 0,-1 0 0,-1 1 0,-1 2 0,-4 3 0,-3 3 0,-5 4 0,-5 5 1328,14-17 0,-5 5-1562,-4 4 0,5-7 0,2 1 0,-4 6 0,-6 14 0,7 20 0,14 12 0</inkml:trace>
  <inkml:trace contextRef="#ctx0" brushRef="#br1" timeOffset="203933">20293 9472 8162,'-14'10'450,"3"-2"270,22 0-391,-16-25 1,-12-18 0,-2-6-215,6 8 1,-1-6 0,-1-4-1,-1-3 1,0-2 0,-1 0 0,-1 0-116,3 7 0,-2-1 0,1-1 0,-2-1 0,1 0 0,-1-1 0,0 0 0,1 1 0,0 1 0,0 1 22,-1-6 1,1 3-1,-1 0 1,2 0-1,-1 0 1,-1-1-1,1-2 1,-1-3 80,3 10 1,-1-3 0,0-3 0,-1 0-1,0-2 1,-1 0 0,1 0 0,1 0 0,0 2-1,1 2 1,2 3 0,1 3 0,1 3-150,-1-9 0,3 6 0,2 3 0,-1-2 0,-2-8 113,0 8 0,-1-5 1,-1-3-1,-1-3 1,0-3-1,-1 0 1,1-1-1,0 1 1,0 2-1,2 2 1,1 3-1,2 5-82,0-7 0,3 4 0,1 4 0,0-1 0,-1 0 0,0-4 93,-3 0 1,0-4 0,-1-2 0,0-1-1,0 1 1,0 2 0,1 4 0,1 5 33,1-3 1,1 5-1,0 3 1,-2-2-476,-7-8 1,-4-2-1,0 3 1,5 11 362,-1 1 0,-18 1 0,38 38 0</inkml:trace>
  <inkml:trace contextRef="#ctx0" brushRef="#br1" timeOffset="205272">19111 6491 7533,'-46'16'1529,"5"-12"-1079,3 11 989,10-38-1349,27 1 89,7-22 1,4-10-1071,-2 15 1,1-1-1,1 0 981,2 2 0,2 0 0,-1-2 67,-3 3 1,0-2-1,0 1 1,1 5-338,3 1 0,3 3-45,11-10 0,3 2 405,-7 13 0,0 5-45,2 3 0,-2 4 45,-1 3 2942,-1 18-2898,-2 12 1,6 10 0,2 5 0,0-2-338,1-2 1,0 0 0,1 1-1,-1-1-180,3 2 1,-1 0 0,1-1 0,-3-2 262,2 3 0,-2-2 0,-12-20-3247,-17-38 2994,-1 13 1,-10 13-1,4 29 1</inkml:trace>
  <inkml:trace contextRef="#ctx0" brushRef="#br1" timeOffset="206934">18705 4868 7533,'-28'-17'1979,"17"-1"-1800,-11 8 181,55 2 90,8 16 59,-12 8 1,4 6 0,0 5 7,-2 2 0,1 4 1,0 3-1,2-1-715,-3-4 0,2 1 0,1 0 0,-1 1 1,-1 0 17,-4 0 0,0 2 0,0 0 0,-2-2 0,0-2 210,11 4 0,-2-3 0,-5-3-660,-7-1 1,-7-6-1170,-9-12 1799,-1-12 0,-28-39 0,8 18 0,0-1 0</inkml:trace>
  <inkml:trace contextRef="#ctx0" brushRef="#br1" timeOffset="207816">18804 5662 7533,'-40'-10'1259,"12"-5"-180,28-3-424,15-4 0,15-9 1,8-4-1,4-2 0,-2 1-584,-7 7 1,2-1 0,1 0 0,1-1 0,1-1-1,0 0 1,-1-1-437,-5 3 1,1 0 0,0-2 0,0 0 0,0 0 0,0 0 0,-1 1 0,0 2 0,0 0 81,8-5 1,1 1 0,0 2 0,-2 1-1,-4 0 1,-4 2 628,2-12 1,-5 1 0,-7 16-3624,-9 19 2924,24 4 1,3 4 0,-11 4 0,-1 0 0</inkml:trace>
  <inkml:trace contextRef="#ctx0" brushRef="#br1" timeOffset="221910">24108 11218 6633,'46'8'-270,"-21"-6"1170,20 14-630,-37-14-630,9 6 450,-16-8 2159,10 7-2339,-10 3 180,5 0 539,-23-2-629,-9-8 0,4 0 540,28-39-630,12 21-241,-3-5 1,5-12 0,4-9-1,1-3 1,0 1 0,-2 5-1,-5 9 376,5-3 0,1-3-8,-10 11 0,3-5 0,1-6 1,2-4-1,1-2 0,0-3 0,1-1 1,0 1-1,-1 1 0,-1 1 1,-2 4 63,4-6 0,-1 0 0,-1 2 0,0-1 0,0 1 1,0 1-1,-1 0 0,-1 0-114,2-2 0,-3 2 0,1 0 0,-1 0 1,1 0-1,2-3 0,2-2 35,-4 9 1,3-3-1,1-3 1,2-2-1,0 0 1,0 0-1,0 0 1,0 3-1,-2 2 1,-1 3-1,-3 5 1,-2 6 37,7-11 0,-5 10 0,5-8-85,-5 8 0,3-6 1,3-3-1,1-4 1,2-3-1,0 0 1,1-1-1,-1 1 1,-1 2-1,-1 2 1,-3 4 99,5-8 0,-2 4 0,-1 1 0,0 1 0,0-1 0,0-3-335,-1 2 1,0-1-1,1-3 1,0 0 0,-1 1-1,0 1 1,-2 3 0,-1 3 214,7-11 0,-1 4 0,-3 3 0,-6 3 1240,-2-16 1,-8 16-1106,-7 33-681,0-17 681,0 23-3367,0 0 3103,6 0 1,9 15-1,4 9 1,4 0 0,0 1-1</inkml:trace>
  <inkml:trace contextRef="#ctx0" brushRef="#br1" timeOffset="223200">25658 8026 7533,'-23'-8'1889,"14"-2"-1170,9-8-584,12-2 0,7-1 45,4 3 0,4-3-150,1-7 0,1-4 0,4 0 172,-3 7 0,3 0 1,1 0-1,-3 0-142,3-7 0,-2 0 0,1 2 30,0 2 0,1 2 0,-8 3-270,-4-2 90,-22 17 270,0 8-180,0 0 540,5 39-181,0 2 1,1 10 0,1 0-360,-2-10 0,1 0 0,-1 1 0,-1 1 67,-1 6 1,0 3-1,-2-2 1,0-5-8,1-4 0,-1-4 0,-7-11 30,-18-10-900,10-46 810,20-15 0,42 49 0,-13 8 0,1 0 0</inkml:trace>
  <inkml:trace contextRef="#ctx0" brushRef="#br1" timeOffset="240323">26139 6385 7533,'-4'-26'45,"1"-1"0,-3-18 2923,-10 49-2608,12-4 44,0 19 1,4 21 0,5 7 0,5-2-495,4-10 0,6 2 0,4 0 0,1 0 0,-1 0 0,-5-2 337,-1 5 1,-5 0-1,1-2 1,4-2-1068,9 5 1,6 3 0,-3-11 0,-9-19 671,-7-34 0,-11-3 0,21 52 1</inkml:trace>
  <inkml:trace contextRef="#ctx0" brushRef="#br1" timeOffset="240916">25941 6950 7533,'-24'-8'1889,"32"-10"-797,11 0 0,10-5 0,5-2-674,-3 3 1,4-2-1,5-2 1,2-1 0,1 0-1,-1 0 1,-1 1-609,-3 3 0,1 0 0,-1 0 1,1 0-1,0 1 0,0-2 0,0 0 74,3-4 0,1-3 1,1 0-1,-1-1 1,-1 3-1,-3 3 1,-4 5-978,12-4 1,-5 6 0,-9 8 272,-9 9 1,-19 39 0,16-4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3:35:22.501"/>
    </inkml:context>
    <inkml:brush xml:id="br0">
      <inkml:brushProperty name="width" value="0.09071" units="cm"/>
      <inkml:brushProperty name="height" value="0.09071" units="cm"/>
      <inkml:brushProperty name="color" value="#00B0F0"/>
    </inkml:brush>
    <inkml:brush xml:id="br1">
      <inkml:brushProperty name="width" value="0.09071" units="cm"/>
      <inkml:brushProperty name="height" value="0.09071" units="cm"/>
      <inkml:brushProperty name="color" value="#FF0000"/>
    </inkml:brush>
    <inkml:brush xml:id="br2">
      <inkml:brushProperty name="width" value="0.12095" units="cm"/>
      <inkml:brushProperty name="height" value="0.12095" units="cm"/>
      <inkml:brushProperty name="color" value="#FF0000"/>
    </inkml:brush>
    <inkml:brush xml:id="br3">
      <inkml:brushProperty name="width" value="0.09071" units="cm"/>
      <inkml:brushProperty name="height" value="0.09071" units="cm"/>
      <inkml:brushProperty name="color" value="#FFC000"/>
    </inkml:brush>
  </inkml:definitions>
  <inkml:trace contextRef="#ctx0" brushRef="#br0">2364 17639 7533,'-49'-8'0,"78"37"0,-9 3 0</inkml:trace>
  <inkml:trace contextRef="#ctx0" brushRef="#br1" timeOffset="10391">12072 3228 7892,'-13'0'2969,"2"-8"-2070,11-17-629,0 3 540,-5-19-181,-13 6-674,2 15 0,-6 2-180,-14 5 1,-6 7 194,8 7 0,-2 5 0,-1 4 90,-4 7 0,-1 5 0,0 2 52,9-5 0,0 0 1,1 2-1,1 2-22,0 4 0,1 1 0,1 2 0,3 5-18,4 3 0,3 4 0,1 3 0,2-1 0,3-1 63,0-2 0,2-1 0,4 1 0,3 1 44,4 3 1,3 4 0,2-1 0,5-2 0,5-6-23,6-8 1,6-4-1,2-3 1,1-3-68,8 5 0,3-3 0,1-4-23,-6-6 0,3-3 1,-1-1-1,-2-4-1138,4-3 1,-1-3-1,-3-1 1206,7 2 0,-2-4 90,7-9 0,-2-9 404,-15-6 1,-2-7 299,1-1 1,0-5 0,-2 1-691,-7 7 1,-1 1 0,-4-4-150,-1-7 0,-3-4 0,-5 1 60,-4 4 0,-4 1 0,-1 0 942,0-1 0,-2 1 0,-2-1-544,-2-8 0,-1-1 1,-4 2-1059,-2 5 0,-3 1 1,-4 4 509,-4 5 0,-3 3 0,-2 1 0,-1-1 0,-2 1 0,-1 3 0,-4 9 0,0-1 0,1 0 0</inkml:trace>
  <inkml:trace contextRef="#ctx0" brushRef="#br1" timeOffset="16307">11432 4286 7533,'13'-15'-90,"-7"-5"899,5-7 91,-4-22-720,0 33 899,-1-23-359,-6 29-540,0 0 359,-11 2-539,-3 16 360,-27 10-248,10 2 1,-6 9-1,-4 3 1,1 0 12,6-5 1,0 1 0,0 0 0,-2 2 0,-1 0-242,4-2 1,-2 0-1,-2 1 1,1 1 0,-1 1-1,2-1 1,0 0 205,-2 4 0,1 0 0,1 1 0,0-1 0,0 2 0,0-1-65,4-3 1,-1 0 0,0 0-1,1 1 1,0 0 0,1-1-1,1-1-25,-3 7 0,2-1 0,0 0 0,1 0 0,-3 3-13,3-6 0,-1 2 0,-2 1 1,1 0-1,0 0 0,2-1 1,2-1 29,-1 4 1,3-1 0,1-1 0,0 1 0,-1 2 7,2-5 1,-1 2 0,-1 0 0,0 1 0,0 0 0,2 0-1,1-2-43,-3 8 0,2-1 0,1-1 0,0 2 0,-1 3 95,4-6 0,0 2 0,-1 1 0,1 2 1,0-1-1,1-1 0,1-2-62,1 0 0,2-3 0,0 0 0,1 0 0,-1 2 0,0 2-38,1 1 1,-1 1-1,0 3 1,0 1-1,1 0 1,0 0 0,1 0-1,0-1 146,2-3 1,1 0 0,0 0 0,1 0-1,1-1 1,-1 0 0,1 0 0,-1-2-80,-1 8 1,-1-1 0,0-2 0,1 1 0,2 0 0,2 2 49,1 0 0,2 3 1,1 1-1,1 0 0,1-3 1,1-4-1,2-7 146,2 5 0,2-7 0,1 1-106,0 0 1,0 2 0,1-1 0,-1-9 765,9 8-4177,-18-39 3014,-2-32 1,30 1 0,-8 1 0,1-1 0</inkml:trace>
  <inkml:trace contextRef="#ctx0" brushRef="#br1" timeOffset="17393">8946 7796 6183,'-46'0'3276,"12"0"-2184,37 24 0,16 16 0,3 6-683,-8-12 1,2 7-1,1 3 1,2 2-1,0 1 1,0 0 0,-1-4-1,-2-4-18,1 2 0,-1-5 0,-1-1 0,1 1 1,1 4-380,0 6 1,2 10 0,0 4 0,1-3 0,-1-9 0,-2-14 0,-3-21 841,5-42 1,1-28-753,-4 24 1,5-6 0,2-3 0,1-3 0,1 0-1,-3 1 1,-2 4 59,0-5 0,-2 3 0,-2 0 0,1-1 0,2-1-631,0 4 1,3-4 0,2-1 0,-1 1 0,-3 2 0,-3 5 0,-6 7 457,-5-12 1,-4 21 0,2 29 0,11 2 0</inkml:trace>
  <inkml:trace contextRef="#ctx0" brushRef="#br1" timeOffset="19602">9426 9560 5824,'-33'-18'697,"0"-1"0,4 1 0,-2-2 0,7 1 2271,3-12-2203,-3 16 0,5 2-46,17 8 1170,19 46-1305,1-2 1,7 8-603,-4-14 0,3 3 0,3 2 0,0 1 0,-1-3 40,5 5 1,0-2 0,-1 1-1,0-1 23,-2 1 0,0 1 0,-1-2 0,-2-4 585,17 7 0,-19-12 269,-32-18-3238,1-4-938,-11-26 0,6 6 2464,8-3 1,16 30-1,3 5 1</inkml:trace>
  <inkml:trace contextRef="#ctx0" brushRef="#br1" timeOffset="20157">9303 10160 7533,'-48'0'3276,"14"0"-796,4-8-842,47-15 0,21-11-1220,-14 10 1,5-4 0,4-4 0,2-1-1,0-2 1,0 2 0,-2 1-250,2-1 1,-2 0-1,1 1 1,0-1 0,0 0-1,1-1-181,-4 3 1,2-1 0,1-2 0,1 1 0,-2 0 0,-1 1 0,-3 2 0,-4 4-1082,11-16 1,-6 4 0,-3 16 684,6 22 0,-20 24 1,-1 1-1,1 1 0</inkml:trace>
  <inkml:trace contextRef="#ctx0" brushRef="#br1" timeOffset="26031">16539 15928 7533,'-17'-43'2069,"9"6"-720,4 8 0,2-1 630,9-17-1799,0 9 44,-33 21 1,-14 11-90,5 15 0,-6 11 0,-2 3 0,2-4-165,-2-7 0,2-2 0,-3 9 4,11 1 0,-3 5 1,-1 5-1,-1 2 1,3 1-1,4-1 0,5-2 206,-3 12 0,9 0 0,4 7 12,6-10 1,-1 8 0,2 3 0,3 1 0,3-3-1,5-6 1,7-10-253,18-4 0,9-11 0,0 3 60,-8 12 0,0 8 0,0-6 0,1-20 607,7-35 0,3-24 1,-5-5-1,-11 17 742,-13 19-4137,3 32 1843,-17 23 1,1 12 944,15-19 0,8 3 0,2-3 0,-2-6 0,-1-6 0,3-5 0,23-1 0,1 0 0</inkml:trace>
  <inkml:trace contextRef="#ctx0" brushRef="#br1" timeOffset="26829">16724 16492 8972,'-6'-35'3276,"-11"8"-2711,-5 10 1,-4 8-971,-6 18 1,0 12 883,5 3 1,2 6 0,12 4-330,19 12 0,16 4 0,6-15 929,17-20 1,1-20-541,-10-20 1,-8-13-1633,-17 3 1,-6-5 0,-7 1 558,-13-14 1,-6 22 0,2 53 0,53-6 0,-1 1 0</inkml:trace>
  <inkml:trace contextRef="#ctx0" brushRef="#br1" timeOffset="27909">17204 16581 9961,'-12'-26'2879,"0"-9"-2879,-12 5-450,-1 39 0,-3 12 855,-7 13 0,10 8 164,19-2 1,9 4 0,8-16-210,31-26 1278,-11-7 0,2-2-3277,6 0 1,-15-2-1639,-28 4 3000,15 28 0,14 21 0,0-15 0,11-39 0,2 7 1,0 0-1</inkml:trace>
  <inkml:trace contextRef="#ctx0" brushRef="#br1" timeOffset="28609">17586 16069 7533,'0'-32'1638,"0"-1"0,0 12-819,0 38 0,0 26 0,0 11 0,0-4-295,1-7 1,0 2-1,0 0 1,0 2-1,0 1-284,-1-3 0,-1 3 0,0 1 0,0-2 0,0-1 0,1-3-330,1 10 0,2 2 0,-2-12 0,-2-25-3058,-4-36 3148,16-21 0,-25 33 0,5 22 0</inkml:trace>
  <inkml:trace contextRef="#ctx0" brushRef="#br2" timeOffset="40660">9808 10672 8032,'-24'-16'1152,"-1"12"-520,11-12-9,3 16-252,11 0-304,0 0 469,11 16-601,-8-12 86,19 35 154,-8-14 1,2 3-212,-2 2 1,1 3 0,1 2 24,2 5 0,0 2 0,2 1-12,-2-2 0,1 1 0,1 0 0,0-2-91,2 4 0,1-2 1,2 3 92,-4-10 0,1 2 0,2 2 0,1 0 0,0-1 0,0-2 62,0-2 1,0-2 0,0 0 0,2 0 0,2 2-144,-1 1 1,3 1 0,0 1 0,2 2 0,1-1 0,0-1 0,0-2 147,0-1 0,1-2 1,-1-1-1,2 0 0,0 1 1,1-1-1,0 2-15,-4-5 1,1 1-1,1 0 1,0 1 0,0-1-1,1 1 1,0-1 0,0 0-1,0 0-55,0 0 0,0-1 0,0-1 0,1 1 1,-1-1-1,1 1 0,0 0 0,0 0 1,1 0 45,-3-1 1,1 1 0,0 0 0,0 1 0,0-1-1,0 0 1,1 1 0,0-2 0,0 1 0,0-2 28,2 1 1,0-1-1,1-1 1,-1 1 0,1-1-1,0-1 1,0 1 0,-1 0-1,0-1 1,-1 0-49,4 4 0,-2-1 0,-1 0 0,1 0 0,-1 0 0,1-1 0,2 1 0,1 0-10,-5-5 0,2 1 0,0 0 0,2 0 0,0 0 0,1 0 1,-1 0-1,0-1 0,-1-1 0,-2-1 0,-1 0 98,8 3 0,-4-2 1,-1-1-1,0 0 1,1 0-1,2 0 1,5 3-88,-12-6 1,4 1 0,2 1-1,1 1 1,2 1 0,1 0-1,1 0 1,-1-1 0,0 0 0,-2 0-1,-1-1 1,-2-2 0,-3 0-1,-3-3 21,11 5 1,-5-2 0,-4-2 0,1-1-1,2 1 1,5 1-13,-5-1 1,3 1 0,4 1 0,2 1 0,1-1 0,1 1 0,-2-1-1,0 0 1,-3-2 0,-2-2 0,-5-1 28,11 1 1,-6-3 0,-2-2 0,1 0 0,4 2-44,-5-1 0,3 0 1,2 1-1,1 0 0,0 1 1,0-1-1,-1 0 0,-3-1 65,1 1 0,-2-1 1,0 0-1,-1 0 1,0-1-1,-2 1 1,-1 0-75,9 2 1,-1-1-1,-2 1 1,-3-1 0,-6 1-814,13 7 0,-11-1 796,-1 1 0,-30 5 0,10-3 0</inkml:trace>
  <inkml:trace contextRef="#ctx0" brushRef="#br1" timeOffset="41808">15740 14340 7533,'-36'-29'764,"1"0"1,12 3-46,15 18-539,23 19 0,20 16 0,11 9 0,2 1 0,-9-7-120,-2-2 0,-3-3 0,2 3 155,-2-1 1,5 5 0,-1-1 0,-3-3 0,-8-9-1115,6-3 809,-33-16 1079,-28 7-839,0 3 0,-13 4 0,-6 3 0,-3 1 0,1-1 0,6-4-195,-1-3 0,4-2 0,0 0 0,-3 3-611,-4 3 1,-5 3-1,0 1 1,6-1 0,10-3 572,-8 8 1,43 13 0,-15-3 0,-1 1 0</inkml:trace>
  <inkml:trace contextRef="#ctx0" brushRef="#br0" timeOffset="107668">24600 15910 7533,'0'-25'3276,"0"5"0,0-13-743,0 21-2264,-13-16 1,-7 1-450,-16 17-135,6 3 0,-9-3 1,-2 4-1,3 6 255,-3 13 0,2 8 0,-2 4 240,5-6 0,-3 2 0,-1 3 0,3 3 0,3 5-51,9 0 1,3 5 0,1 2 0,2 3 0,2 0 0,1 0 0,1-1-40,0 0 0,0 0 0,3 0 0,2 0 0,2-1 0,5 1-162,2 9 0,3 4 0,5-2 0,5-9 0,9-13-90,14-17 0,9-14 0,4-8 0,-4 0 431,-6 1 1,-1-3 0,-1-3 0,-3-4 494,0-11 1,-1-9 0,-4 6-1,-8 21-674,-10 40 0,-5 15-1729,7-12 1,4 0 1528,4 8 0,4 3 0,1-16 0,1-21 0,-1-12 0,4-33 0</inkml:trace>
  <inkml:trace contextRef="#ctx0" brushRef="#br0" timeOffset="108642">25006 16492 7533,'0'-17'3276,"-6"-9"0,-22 7-3542,-5 24 1,-9 12 0,6 6 625,9 4 0,6 6 0,12 1 569,20 8 1,15 1-1,6-13-450,1-20 1,5-11 0,0-8-8,-3-6 0,3-7 1,-6-5-1,-10-3-472,-18-12 0,-14-5 0,1 1 0,2 6 0,1 2 0,6 10 0,12 13 0</inkml:trace>
  <inkml:trace contextRef="#ctx0" brushRef="#br0" timeOffset="109534">25535 16528 5914,'14'0'3276,"-30"-32"0,-8 17-2958,-5 20 0,-12 10 1,-1 5-1,8 0-273,1 7 0,16 1-270,33 8 0,15-7 135,10-23 1182,7-17 0,9-6 0,-18 8-860,-28 11-232,23 4 0,16 3 0,-11-3 0,-15-4 0,15-9 0,-1 0 0,0-1 0</inkml:trace>
  <inkml:trace contextRef="#ctx0" brushRef="#br0" timeOffset="109957">26052 15804 7533,'7'34'364,"1"0"0,-1 0 0,-3 2 0,-1 6 0,0 4 0,0 2 0,0 0 0,-1-1 0,2-4 291,1 4 0,0-2 1,0-1-1,0 0 0,1 1-328,0 4 1,1 7 0,0 1-1,-1-7 1,-1-14 0,-3-23-1,-4-33 1,7-13 0,-1 0-1</inkml:trace>
  <inkml:trace contextRef="#ctx0" brushRef="#br0" timeOffset="118761">11876 4445 7083,'-14'0'720,"3"0"-361,11-16 1620,0-3-270,0-24-1529,0 21 450,0 6 269,4 46 1,3 29-1226,-3-21 1,1 8-1,0 4 1,1 2-1,-1-3 1,0-4 370,0-1 0,-1-5 0,1 2 0,-2 7 71,0-9 1,0 5 0,-1 4 0,1 2 0,-1 3 0,0 0 0,-1-1 0,-2-1 0,0-2 0,-2-4 40,-2 3 1,-1-3-1,-3-1 1,0-2-1,0 1 1,-1 2-1,0 4-198,2-7 0,0 2 0,-1 2 0,1 0 0,-1 2 1,0 0-1,0 1 0,-1-1 0,0 0 0,0 0 1,-1-2 40,0-1 0,-1 0 0,1 0 0,-1 0 0,-1-1 0,1 1 0,-1-1 0,-1 0 0,1 0 0,-1 0 0,1-1-9,-3 5 0,1-1 0,-1 0 0,0-1 0,-1 1 0,1-1 0,-1 1 0,0-1 0,0-1 0,-1 1 98,1-2 1,0 0 0,0 0 0,0 0 0,0 0 0,-1-1 0,0 0 0,0-1 0,-1 0 0,0-1-120,-2 1 0,0-1 0,-1 0 0,0-1 0,-1 0 0,1-1 0,-1 0 0,1 0 0,-1 1 63,-1 3 1,0 2 0,-1-1 0,1 0 0,-1 0-1,1-3 1,0-2 0,0-2 181,-4 3 1,-1-2 0,1-3 0,0-2 0,2-1-59,-2 2 1,1-1-1,1-2 1,3-5-968,0 2 1,2-9-2468,-10-21 2724,24 15 1,37-30-1,-4 8 1,0 0-1</inkml:trace>
  <inkml:trace contextRef="#ctx0" brushRef="#br0" timeOffset="119664">10669 8273 6004,'-36'-30'3276,"4"38"-2947,18 20 0,4 17 1,1 4-1,1-6-239,-1-1 0,2 2 461,0-3 1,-1 9 0,1 2 0,5-8-1,9-15 2725,38-16-2184,-3-14 0,9-6 0,-2-4-2185,-3-5 1,-1-4 0,0-1 272,-8 2 1,2-2 0,-2 0 0,-4 5 163,5 1 1,-9 7-1,-16 8 1,-1 0 0</inkml:trace>
  <inkml:trace contextRef="#ctx0" brushRef="#br0" timeOffset="120676">9500 9331 7533,'-29'-26'1799,"18"15"-161,11 36 0,6 12 1638,12-1-2846,-4-9 1,3 8 0,3 3 0,3-1-356,0-5 0,5 2 0,2 0 0,0-1 0,-2-1 0,-3-3-105,3 4 0,-3-3 0,1 3-626,3 2 1,6 5-1,-2 1 1,-8-6 0,-15-14-2622,-18-11 2644,-5 0 0,8 14 1,5-5-1</inkml:trace>
  <inkml:trace contextRef="#ctx0" brushRef="#br0" timeOffset="121075">9538 10195 5914,'-24'20'3276,"31"-59"-2621,6 6 0,7-8 1,4-6-1,2-2 0,-1 1-109,-2 6 0,0-2 0,2 0 0,-1 0 0,1 0 0,0 0-679,-4 5 0,1-1 0,1 0 0,-1 0 1,-1 2-1,0 1 0,-1 4 0,9-12 1,1-1-1,-6 11 0,-12 22 0,-14 19 0</inkml:trace>
  <inkml:trace contextRef="#ctx0" brushRef="#br0" timeOffset="124400">10817 9613 7533,'0'10'359,"-11"14"1800,-3-13-989,1 7 269,7-10-900,24-8-944,11-1 1,6 2 284,0 4 0,3 3 0,2 2 277,-2 1 1,2 1-1,1 2 1,2 2 201,0 1 1,1 2 0,1 1 0,1 1 0,1 0-349,-6-2 1,0 0 0,1 0 0,0 1 0,1 0-1,2 1-11,-6-3 0,1 0 0,0 0 0,2 1 0,0 0 0,0-1 0,0 1 0,0-1 0,3 0 0,0 0 0,0 0 0,0 0 0,1-1 0,0 1 0,-1 0 0,0 0 67,-2-1 1,1 1-1,-1-1 1,0 0-1,0 0 1,0 2 0,0-1-1,0 2 23,-3-1 0,0 1 0,0 0 0,0 1 0,-1 0 0,1 0 0,-1 0 0,0 1 0,-2-1-169,3 2 0,-2-1 0,1 1 1,-2 0-1,1 0 0,-1 0 1,0-1-1,1 1 40,5 3 1,0 0-1,0 0 1,0 0-1,0 0 1,-1 0-1,-1 1 90,-2-1 0,0 1 1,0 0-1,-2 0 1,1 0-1,-1 0 1,0-2-37,0 0 0,0-2 0,0 0 0,0 0 0,-1 1 0,0 1-60,1 2 0,1 2 0,0 1 0,-1 0 0,-1-1 0,-1 0-50,2 2 0,-1 0 0,0 0 0,-1-1 0,1 2 95,-2-3 0,1 1 0,0 1 0,0-1 0,-1 0 0,-2 0-36,3 3 0,-3 0 0,0-1 0,0 0 0,-1-1 36,4 4 0,-1-1 0,0 0 0,-1 0 90,-6-4 0,0 1 0,0 0 0,-1-1 0,-1-1-45,1 1 0,0-1 0,-2 0 0,1 1-203,1 3 1,-1 2 0,0-1-1,-3-3 158,-1-2 0,-3-2 0,1 1 419,5 12 1,1 2 0,-2-4 75,1-2 0,0-1-284,0-1 0,2 2 0,-2-1-166,3 7 0,-3-5 110,-8-13 1,-2-3-336,2 4 1709,-9-17-1439,0-8-1889,-2 0 2069,-5 16 899,11 3-1034,3 15 0,2 7-630,3 1 1,2 0 539,1-4 0,0 1-1684,-6 5 1,-2-8 1523,-1-22-245,-8 17-2917,-10-29 3219,-2-2 0,5 6 0,4-4 1</inkml:trace>
  <inkml:trace contextRef="#ctx0" brushRef="#br0" timeOffset="125386">15580 13441 7623,'-25'-14'1638,"1"0"0,-9-11 662,20 31-1311,29 16 1,9 7-720,3 8-225,-7-8 0,7 8 0,1 1 0,-2-7-360,8 0 0,0-3 735,-7-1 0,0 1 0,0-5-375,0-1 0,-5-14 674,-6-47-719,-11 7 360,1 0 0,2-9 0,-2-1-31,-1-6 1,-1-1 0,-1 1-480,-1 4 0,0 2 0,-2 0-943,2-4 1,0 0 0,-6 15 562,-8 19 0,0 24 0,-3 33 0</inkml:trace>
  <inkml:trace contextRef="#ctx0" brushRef="#br0" timeOffset="126641">16651 14358 7353,'-20'-36'899,"0"0"1,2 6-1,7 14 2377,16 32-2808,9 5 0,8 11 0,7 8 0,3 3 0,0 2 0,-4-2 0,-7-6 165,-4 3 0,-7-2 1,1 0-1,6 3-775,5-4 1,8 6 0,4 3-1,-1-2 1,-4-5 0,-9-9 0,-13-13 141,-13-11 0,16-25 0,-2-28 0</inkml:trace>
  <inkml:trace contextRef="#ctx0" brushRef="#br0" timeOffset="127308">16626 14993 6183,'-42'18'3276,"25"-9"-75,-11-1-1563,32-25 0,14-13-1170,2 6 0,8-6 0,5-3 0,4-3 0,1-1 0,-2 1 0,-4 1-121,-1-1 0,-2-1 0,-2 1 0,1-1 1,1 0-1,3 1-399,1-1 1,3-1-1,2 0 1,0 0 0,-2 2-1,-3 3 1,-4 4-1042,7-13 1,-5 4 0,-10 24-2185,-13 35 2457,-16 14 1,2-9 0,-14-8 0</inkml:trace>
  <inkml:trace contextRef="#ctx0" brushRef="#br0" timeOffset="136828">12552 4322 7533,'-45'0'1619,"9"0"-1080,24 0-89,12-8 270,7-2-270,0 0 1978,4-6-1978,-4 14-180,36 9 0,8 2-270,-13-3 123,-11 5 1,8 7 0,6 4-1,5 5 1,2 4 0,0 1-1,-3 3 1,-4 1-51,-9-4 1,-1 4-1,-1 3 1,-1 3 0,-1 0-1,0 2 1,1-1 0,-1 0-1,0-1 1,2-3 0,0-2-226,3-1 0,2-2 1,0-2-1,1-1 0,-1-1 1,0 1-1,-1 2 0,0 3 1,-2 3 203,-5-2 0,1 1 1,-2 3-1,0 1 1,0 2-1,-1 0 1,0 1-1,-1 1 1,-1 0-1,0 0 1,-1 0-1,0 0-223,-3-3 0,0 1 0,-1 2 1,0 0-1,0 0 0,-2 1 0,1-1 1,-1-1-1,-1 0 0,0-1 1,-1-2-1,0-2 0,0-2 235,3 8 0,-2-5 1,-1-3-1,0-1 0,-1 3 1,2 4-1,1 6-72,-5-15 1,1 5 0,0 2-1,2 4 1,0 2 0,0 3-1,1 1 1,-1 1 0,1 1-1,0 0 1,0-1 0,-1 0-1,0-1 1,-1-2 0,-1-2-1,-1-3 1,0-4 0,-2-2-1,-1-5 1,-2-5 142,3 18 0,-4-11 0,-1-2 0,1 8-125,1-3 0,0 7 0,0 6 0,1 1 0,0 1 0,-1-4 0,0-6 0,-3-9 0,-1-10-3287,-2 0 2457,0-17 1,6-47 0,1-10 0</inkml:trace>
  <inkml:trace contextRef="#ctx0" brushRef="#br0" timeOffset="138200">14299 7814 11760,'15'37'468,"-1"0"0,1-1 0,-1 1 0,1 7 0,0 1 0,0 0 0,0-1 242,1-3 0,1-2 0,0 0 1,-2-1-561,2 11 0,-2-1 0,-1-17-61,-1-24 181,-8-7 810,1 0-2173,6-29 1,2-26 0,-1 6 1144,-3 18 1,1-3 126,0 2 1,2-8 0,3-7 0,1-1 0,-1 2 0,-2 3 0,-1 9 249,2-9 1,1 2-1082,0 2 0,3-7 0,-1 3 0,-3 10-2625,3 0 2457,-12 21 1,0-3 0,-6 15 0</inkml:trace>
  <inkml:trace contextRef="#ctx0" brushRef="#br0" timeOffset="139430">13918 8961 6633,'-6'-20'1619,"0"-4"270,-23 7 1387,7 5-2621,28 29 0,15 18 1,8 12-1,4 1 0,-4-7 0,-3-8 0,2-2 1,0 0-1,1 1 0,0 2-509,-1 3 0,1 4 0,1 0 0,-1 0 0,-1-3 0,-1-5-536,12 8 0,-1-5 1,-23-19-1140,-26-21 1529,-18-19 0,45 13 0,6-8 0</inkml:trace>
  <inkml:trace contextRef="#ctx0" brushRef="#br0" timeOffset="140042">13807 9701 7533,'-17'20'3276,"36"-44"-2621,1-1 0,7-11 1,4-5-1,2-3 0,0 0-187,-5 7 0,1-2 0,0-2 0,2 0 0,-1-1 0,0 2 0,-1 0-151,-2 4 1,0 0 0,0 1 0,-1 0 0,0 0 0,0 1 0,-2 0-974,9-13 1,2-6-1,-3 3 1,-6 14 0,-10 22-165,-10 22 1,1 6 0,5 19 0</inkml:trace>
  <inkml:trace contextRef="#ctx0" brushRef="#br0" timeOffset="145099">14903 8714 7533,'-6'-10'2788,"-1"-6"-539,1 6-810,0 1-1169,6 1 629,22 8-179,0 8-181,7-5 1,6 3-225,7 12 0,2 5-255,-5-4 0,1 1 0,1 4 75,-10-1 0,1 1 0,-1 4 0,0 3-16,-3 1 1,1 4 0,0 2 0,-1 2 0,-1-2 0,-2-2-113,1 1 1,-3-2 0,0 1 0,3 4 70,-4-7 1,1 2 0,1 3 0,2 1-1,0 0 1,0-1 0,0 0 0,-1-4-428,5 5 1,-1-2 0,1-1 0,0-1-1,0 1 1,0 1 155,-1-3 0,-1 0 1,1-1-1,-1 2 0,1 0 1,0 2-1,0 2 211,-4-5 0,1 3 0,0 0 0,0 2 0,0 1 0,0 0 0,-2-1 0,0 1 0,-1-1 0,-2-2-40,2 7 1,-3 0 0,-1-2 0,-1 1-1,0 0 1,0 1 0,1 2 150,-2-4 1,1 2 0,0 1 0,0 0 0,0 1 0,-1 0 0,0-1 0,-1 0 0,-2-1-156,1 4 0,-1 0 1,-1-1-1,-1 0 1,-1 0-1,0 0 0,-1 2 48,-2-4 1,0 2-1,-1 0 1,0 0 0,-1 0-1,0 0 1,-1-1-1,0-2 29,1 0 1,-1-1-1,0-1 1,-1 0-1,0 0 1,-1 1-1,-1 1 5,-2 0 0,0 2 0,-1 0 1,-1 1-1,0-1 0,0 1 1,-1-1-1,0-1-56,0 1 0,0-1 0,0 0 0,-1 0 0,0 0 0,0 0 0,0 1 22,-1-2 1,1 1-1,-1 0 1,0 0-1,0 0 1,0 0-1,0-1 1,1-2 81,1 5 1,-1-1 0,1 0 0,0-2 0,0 0 0,-1-1 165,0 7 0,-1 1 0,-1-2 0,2-3 0,1-7-449,2 11 1,1-9 673,-3-13 0,0-5 1135,3-8-4907,0-7 2621,0-29 1,38 22-1,-14-12 1,0-1 0</inkml:trace>
  <inkml:trace contextRef="#ctx0" brushRef="#br0" timeOffset="145890">16539 13529 8522,'-16'-27'655,"23"41"0,13 23 1,5 11-1,0 0 0,-8-9 983,-4 2 0,-1 0-1508,5-2 0,6 9 0,1 1 0,-1-5 0,-7-10-40,0 5 1548,-4-60 0,3-21-1815,3 8 1,6-8 0,2-6 0,2 0 0,-2 2 0,-4 5 252,1-4 1,-4 4 0,6-4-77,-4 9 0,6-7 0,1-3 0,2 1 0,-2 4 0,-4 7 0,-6 11 0,8 1 0,0 5 0,0 1 0</inkml:trace>
  <inkml:trace contextRef="#ctx0" brushRef="#br3" timeOffset="205533">16405 17392 7533,'0'-31'1092,"0"-1"0,0 2 0,0-1 546,-3 4 0,0 2-5,2-13-1453,-5 13 180,-5 1-1921,-13 21 0,-4 2 1651,-1-14-135,-3 16 0,-3 6 224,-12 2-268,15 1 89,-13-2-45,11 9 0,1 5 45,11-4 0,1 5 18,1 7 0,-4 8 0,-1 6 0,3 0 0,4-4 161,5-1 1,4-1 0,1 0 0,0 2-158,-6 7 1,0 2-1,2 1 1,7-2 112,7 0 0,7 2 0,3-5 0,3-9-315,3-9 0,8-9 150,17-10 0,12-8 0,-9-8 75,-13-11 0,-4-7 1047,6-13 0,1-4 0,-13 25 360,-21 42 0,-4 12-3091,16-2 1,4 1 545,-4-4 1,1 2 0,2-5 545,7 1 1,2-13 0,6-27 0,-3-11 0,-2-15 0</inkml:trace>
  <inkml:trace contextRef="#ctx0" brushRef="#br3" timeOffset="206258">16663 17921 7533,'6'-35'3148,"-6"7"-899,-1 3-540,1 7-1260,-42-7-899,15 47 1,10 15 149,20-1 0,13 5 0,4-15 1938,13-22 0,-4-13 1638,-15-17-4369,-2-14 1,0-13 0,-12 3 682,-25 7 0,-11 3 1,20 9-1,55 6 1,-5 19-1,1 0 0,-1 0 1</inkml:trace>
  <inkml:trace contextRef="#ctx0" brushRef="#br3" timeOffset="207242">17204 17886 7533,'-22'-29'1092,"1"1"0,-1 6 0,-4 11-26,-4 17 1,-2 13 0,5 5-708,5 9 1,5 7 0,14-6-360,19-1 0,11-13 809,0-25 1,5-11-690,6 3 0,5-2 0,-12-6 60,-20-26 0,-6 15-1273,6 52 1,2 22 0,3-4 1020,7-5 1,3-3-1,5 6 1,1-13-1,-1-40 1,0 1-1</inkml:trace>
  <inkml:trace contextRef="#ctx0" brushRef="#br3" timeOffset="207825">17659 17410 7533,'-2'-30'1638,"-1"1"0,7 76 1638,-8 0-2808,4-15 0,1 11 0,0 8 0,1 2 0,1 0 0,-1-5 0,0-9 393,0 1 1,1-7 0,-1 4-898,-1 8 0,-1 10 0,1 0 0,0-9 0,3-20-3202,1-18 3238,6-29 0,-3-7 0,10 13 0</inkml:trace>
  <inkml:trace contextRef="#ctx0" brushRef="#br3" timeOffset="209164">27677 4075 7533,'-6'-30'359,"1"1"1,2-5 1278,-3 4 0,1 11 0,4 40 0,2 19-1798,-4-2 0,-2 8 1,0 1-1,1-3 220,1-2 0,0-1 0,0 3 201,-2 0 1,-2 6 0,0 1 0,2-6 0,6-12-3539,14 5 2621,-16-4 1,2-11-1,20-47 1,-21-15 0</inkml:trace>
  <inkml:trace contextRef="#ctx0" brushRef="#br3" timeOffset="209576">27664 3969 7533,'8'-40'819,"-1"-1"0,21 8 0,11 1 0,4 3 0,-6 8 0,3 3 0,1 1 0,-1-1-838,-1-1 0,0-1 0,0 2 0,-2 4-1074,4 3 1,-1 4 0,-13 6 558,-18 5 1,-25 14 0,-13 7 0,3-3 0,-1 1 0</inkml:trace>
  <inkml:trace contextRef="#ctx0" brushRef="#br3" timeOffset="209952">27566 4163 7533,'-28'19'3276,"-10"-3"-1638,58-18 0,16-4-1004,1 3 0,6 0 1,1-1-1455,-7 2 1,1-1 0,1 1 0,-1 0 409,2-1 0,0-1 1,-2 2-1,-4 3 1,5 4-1,-9 5 0,-13 10 1</inkml:trace>
  <inkml:trace contextRef="#ctx0" brushRef="#br3" timeOffset="211026">28464 4339 8342,'2'-33'3276,"-20"-4"-2306,4 13 1,-5 3-1061,-22 5 0,-6 12 270,3 10 0,3 13 180,7 17 0,5 11 0,14-2 179,17-2 1,16-4-630,6-10 0,7-3 0,3-14-203,-4-22 1,2-14 0,0-6 0,-3 4 621,0-1 1,-3 1 0,-7 8 840,-11 10-586,-13 37 1,-7 19-525,4-16 0,-2 2 0,6 0-1153,8 3 1,6 1 0,4-11 436,20-16 1,-9 11-1,1-5 1,22-26 0</inkml:trace>
  <inkml:trace contextRef="#ctx0" brushRef="#br3" timeOffset="211658">29031 4392 7533,'-4'-27'1092,"1"-1"0,-3-3 0,-5 3-1738,-16 12 1,-3 3 465,0-12 679,-5 24 1,-9 11 0,6 4 309,9 6 1,5 7 16,1 9 0,2 7 1,13-2-468,21 6 1,17-4-1453,1-13 1,9-3 0,-1-6 776,-7-7 0,0-4 1,0-4-1,17-9 0,-9-2 1,-21 5-1</inkml:trace>
  <inkml:trace contextRef="#ctx0" brushRef="#br3" timeOffset="212092">29461 4022 7533,'-6'-34'1638,"1"1"0,2 29-2299,9 49 661,-4-17 0,0 5-7,2 5 1,1 11 0,1 3 0,-1-2 0,-4-8-624,-5 4 1,-1-2-191,4-3 1,2 5 0,-1-1 0,-2-10 64,-11 8 0,8-35 0,5-18 1</inkml:trace>
  <inkml:trace contextRef="#ctx0" brushRef="#br3" timeOffset="212367">29325 4339 7533,'7'-25'1092,"19"-2"0,14-4 0,4 6-655,1 12 0,3 5 0,0-4-437,-12-5 0,1-5 0,-1 2 0,-2 9 0,9 9 0,-2 8 0,-18 5 0,-25 9 0</inkml:trace>
  <inkml:trace contextRef="#ctx0" brushRef="#br3" timeOffset="248961">27197 6174 6094,'-12'-6'539,"5"10"631,-4-28-991,9 22 361,-9-14-630,10 15 1349,-5-7-1618,6 8 629,0 0-270,0 8 989,0-7-899,0 15-720,0-14 630,0 6 180,0-8-90,0 0-90,6 0 0,-5 0 450,5 0-270,-6 0 1799,0 0-2789,0 8 1170,0-6 180,0 6 89,0-8-899,0 7 360,0-5 90,0 14-180,0-6 90,16 10 0,6 1-90,-1 3 22,0-2 1,8 6-1,1 5 1,-4 3-59,-8 1 0,-4 4 0,-2 1 0,1 1 0,1-4 81,5-1 0,1-2 0,0 0 0,-2 7-84,-6 0 1,-2 7-1,0 4 1,-2 1-1,0-2 1,-2-5-1,0-8 39,0-4 0,-2-6 0,1 8 123,0-1 1,0 6 0,1 6 0,0 2-1,1 3 1,-1-1 0,0-2 0,0-3-9,-1-3 1,0-3 0,0 0-1,0-1 1,0 2 0,-1 1-1,1 3-443,-1-4 0,0 4 0,0 2 1,0 0-1,0 2 0,-1-1 1,1 0-1,-1-2 0,1-2 1,-1-3 232,0 7 1,1-3 0,-1-2 0,-1-1 0,1 2 0,0 2-156,-2-2 0,1 4 0,0 3 1,-1-1-1,1-1 0,-1-4 1,0-6-1,0-9 295,-1 4 0,1-1-45,-1 1 0,1 10 0,-1 5 0,1 4 0,0 0 0,0-3 0,0-6-23,2 6 1,0-5-1,0 0 1,-1 1 40,0-4 0,-2 2 0,1 0 0,-1 0 0,0 1-241,0-2 0,1 4 0,-1 0 0,0-3 1,0-5-1,-1-8 133,0-5 0,-1-1 717,1 7 0,-1 9 0,0 4 1,-2-2-1,-3-8-672,-13 6 0,0-4 15,13-7 0,3 2 0,-5 0 479,-14 9 1,-5 0 0,6-10-450,8-9 786,-6 14 0,-5 11 1,5-11-338,6-14-494,-3 10 0,0-3-314,6-24-1081,-12 25 4203,12-24-2763,5 0 0,22-21 0,10-12 0,6-6 0,1 0 0</inkml:trace>
  <inkml:trace contextRef="#ctx0" brushRef="#br3" timeOffset="250159">27431 10425 7533,'-26'-19'1124,"1"0"0,-6 10 1395,25 28-1732,7 11 0,5 12 0,0 5 0,0-3-577,-1 3 0,0 0 0,0 4-67,-1-5 1,0 5 0,-1 1 0,0-2 0,-1-8 441,-1 10 0,-2-6-316,1 2 1,0-20-629,0-35 1798,17-9-1469,15-3 0,11-4 0,1-2-90,-5 0 0,-1-1 0,1-1 97,-3 4 1,0 1-1,1-1 1,-2 1 112,4-5 0,-1 1 0,-9 4 450,-4 1-1350,9-3-1618,-28 24 2428,-1 0 0,24-16 0,10-3 0</inkml:trace>
  <inkml:trace contextRef="#ctx0" brushRef="#br3" timeOffset="252475">26397 11359 572,'-36'-15'3276,"20"27"-1638,22 23 0,15 12-546,0-12 0,6 0 0,3 5-546,-7-9 0,2 5 0,3 1 0,-1 0 0,-1-3 0,-2-4-1636,5 5 1,-2-6-1,-1 1 84,4 7 0,0-1 0,-20-14 1006,-31-22 0,-3 0 0,6 0 0</inkml:trace>
  <inkml:trace contextRef="#ctx0" brushRef="#br3" timeOffset="253091">26262 12012 799,'-26'0'1304,"0"0"0,5-16 1972,5-19-1638,31 3 0,19-6-1311,-11 15 1,6-3 0,7-2-1,3-3 1,3-1 0,1-1-1,-1 1 1,-1 0 0,-3 2-1,-5 3-112,3-5 1,-5 2-1,-1 1 1,-1 0-1,3-1 1,3-1-116,0 3 0,6-3 0,2-1 1,2 0-1,-1 0 0,-1 0 1,-4 3-1,-5 1 0,-8 4-490,6-14 0,-9 4 1,-12 20 500,-27 45 1,-1 4-1,20-33 1,-13 33-1,0 1 1</inkml:trace>
  <inkml:trace contextRef="#ctx0" brushRef="#br3" timeOffset="256107">26175 12541 6363,'18'-25'2159,"12"-3"-1439,-8 1 449,12 1-495,-31 46 1,-8 13-16,-3 6 1,-5 6 0,-3 5-451,3-10 1,-3 3 0,-1 4 0,-2 1 0,-2 0 0,-1 0-75,1-7 0,-1 0 0,-2 1 0,0 0 0,-2 0 0,0 1 0,-1-1 0,-1 0-217,2-1 1,-2-1 0,0 1 0,-1 0 0,0 0 0,-1 0 0,0-1 0,-1-1 0,0 0 131,1-3 0,0 0 0,-2-1 0,1 0 0,-1 0 0,1-1 0,-1-1 0,0 0 0,0-1-17,-2 2 1,-1 0 0,0-1 0,0 0 0,0-1-1,2-1 1,1-1 0,2-2-34,-2 4 0,2-2 0,2-1 0,-1-1 0,-3 0-60,1-2 0,-2 1 0,-1-2 0,-1 1 0,1-1 0,2-1-165,-9 6 0,3-2 0,-1 0 1,-5 4 280,12-9 0,-3 3 0,-2 0 0,-1 2 1,0 0-1,0-1 0,2-1 0,2-1-146,-8 6 0,2-1 0,2-1 0,-1 0 1,0 1-151,2-1 0,0 1 0,0 1 0,1-1 0,0-2 1,3-3 508,-3-2 1,2-3 0,1-1 0,3-1 449,-12 13 1,2-5-720,-9-14 0,13-6-3277,32-4 3356,11-26 1,10 48 0,-3 5 0</inkml:trace>
  <inkml:trace contextRef="#ctx0" brushRef="#br3" timeOffset="257108">23837 14746 7533,'-12'-19'2518,"-6"3"-1528,-1 32 179,6 15 0,1 12-869,2 2 0,-1 5 0,2-2-240,2-10 0,1-2 0,-1 4 277,-1 8 0,0 6 1,-1-2-1,0-14 203,-12-3-450,12 9 0,-1-10 539,-1-34 463,37-13 0,30-10 0,-7 5-976,-25 11 0,1 0-176,10-6 0,10-5 0,6-4 0,1 1 0,-5 1 0,-10 4-300,0 1 1,-3 1-451,-1-3 1,4-4-1,0 2 1,-7 9 809,14 16 0,-39 23 0,6 3 0,0-1 0</inkml:trace>
  <inkml:trace contextRef="#ctx0" brushRef="#br3" timeOffset="263197">24587 15434 7533,'37'-20'-120,"-1"1"0,7-3 0,-1 5 0,-16 12 0,0 0 0</inkml:trace>
  <inkml:trace contextRef="#ctx0" brushRef="#br3" timeOffset="263381">25609 14852 7533,'38'-28'0,"0"0"0,0-1 0,-1 1 0,1 0 0,-4 3 0,-1 0 0,1 1 0,-1-1 0,1 0 0</inkml:trace>
  <inkml:trace contextRef="#ctx0" brushRef="#br3" timeOffset="263486">26852 13935 7208,'34'-31'101,"0"0"1,0 1 0,0-1-1,0 0 1,0 0 0,0 1-1,0-1 1,0 0 0,1-7 0,-4 0-1,-2 2 1,1-1 0,6-2-1,0 9 1,-1-1 0,1 0 0,0 0-1,-1 1 1,1-1 0,-1 0-1,1 1 1,-1-1 0</inkml:trace>
  <inkml:trace contextRef="#ctx0" brushRef="#br3" timeOffset="263636">27910 12735 7533,'8'-40'294,"1"-1"0,-1 0 1,0 1-1,1 0 0,0 0 1,1 2-1,3 1 1,12-4-1,-1-1 0,1 1 1</inkml:trace>
  <inkml:trace contextRef="#ctx0" brushRef="#br3" timeOffset="263896">28120 11853 7533,'-5'-39'269,"1"0"1,-1 0 0,3 0 0,0 1 0,6 13 0,10 15 0</inkml:trace>
  <inkml:trace contextRef="#ctx0" brushRef="#br3" timeOffset="264031">28316 11218 7533,'7'-36'119,"-1"-1"1,1 1 0,-5-2 0,-3 5 0,-7 2 0</inkml:trace>
  <inkml:trace contextRef="#ctx0" brushRef="#br3" timeOffset="264275">28477 10478 7623,'6'-35'0,"0"0"0,0 1 0,3-11 0,1-1 0</inkml:trace>
  <inkml:trace contextRef="#ctx0" brushRef="#br3" timeOffset="264401">28637 10019 7533,'-17'-38'0,"-1"-1"0,5 7 0,-1 0 0</inkml:trace>
  <inkml:trace contextRef="#ctx0" brushRef="#br3" timeOffset="264637">28538 9472 7533,'-19'-38'39,"1"-1"1,0 0 0,8 2 0,4-2 0,6 2 0,11 2 0,1-1 0,-1 1 0</inkml:trace>
  <inkml:trace contextRef="#ctx0" brushRef="#br3" timeOffset="264756">28514 8890 8252,'-18'-43'109,"0"0"0,0 1 0,1-1 1,-1 0-1,0 0 0,-2-3 0,0 0 1,0 1-1,3 2 0,3 2 1,6-6-1,0 1 0,0 0 0</inkml:trace>
  <inkml:trace contextRef="#ctx0" brushRef="#br3" timeOffset="264929">28231 7902 7533,'-25'-43'97,"0"0"0,0 0 1,0 0-1,0 0 1,4 4-1,1 0 1,0 1-1,3 3 1,2 3-1,1-7 1,0 0-1</inkml:trace>
  <inkml:trace contextRef="#ctx0" brushRef="#br3" timeOffset="265094">27750 6826 7533,'-30'-30'0,"1"0"0,-1 1 0,0-1 0,5 2 0,-1 1 0,0-1 0,1 1 0</inkml:trace>
  <inkml:trace contextRef="#ctx0" brushRef="#br3" timeOffset="265263">27356 6262 7533,'-29'-25'-27,"0"1"0,0-1 0,0 1 0,-1 1 0,1 3 0,5-2 0,6-7 0,7 1 0,6 1 0</inkml:trace>
  <inkml:trace contextRef="#ctx0" brushRef="#br3" timeOffset="268447">27085 6244 7353,'-5'-27'1979,"-1"9"-180,-12-5-1728,39 15 1,24 6 0,12 2 0,1 0 0,-12-2 438,-8-4 0,-5-2 0,4 4-196,14 3 1,10 3 0,-9 3 0,-26 5-675,-35 11 180,-24-9 0,-20-3 0,-5-1 0,7-1 300,14-1 0,4 0 0,-3-1 82,-10-1 1,-5-2-1,3 1 1,12 4 426,0 18 630,36 17 1,17 9-1260,2-18 0,7 1 0,3 1 0,-4 0 0,2 7 0,-2-1 0,-1 1 0,-3-1 0,-1 1 0,1-1 0</inkml:trace>
  <inkml:trace contextRef="#ctx0" brushRef="#br3" timeOffset="272792">26126 6456 7533,'0'-28'3276,"6"11"-2126,-13 37 1,-7 22-984,4-9 0,-3 8 0,-2 6 0,0 3 0,-1-1 0,1-2 0,1-6-55,-2 3 1,2-6-1,-1 1 1,-3 7-154,3-12 0,-2 5 0,-2 3 0,-1 3 0,-1 2 0,0 0 0,-1-1 0,2-1 1,1-3-1,1-3 0,3-5 176,-4 13 0,4-8 0,-1-1 0,-4 5-79,2-7 0,-3 3 0,-2 2 0,-2 1 1,1 1-1,0-1 0,2-1 0,3-2-116,1 3 0,1-1 0,3 0 0,-1-2 0,1-1 0,-1-2 37,-6 8 1,1-3 0,-1-1 0,-1 2-32,3-4 0,-1 0 0,0 1 0,0-1 0,0-1 9,-4 3 0,0-3 0,1 1 0,-1 2 81,4-2 0,-1 1 0,1 1 0,0 0 0,0-1-90,1-3 0,0-2 0,0 1 0,0 0 0,-1 1 108,-3 7 0,-2 2 0,1 1 0,0-2 0,3-2-167,4-3 1,2-1-1,0-2 1,-2 2 157,-7 4 0,-2 1 0,-1 0 0,3-1 157,3 0 0,2 2 1,1-3-1,2-7-157,-3-4 0,1-3 719,-5 18 1,3-6-1034,4-21-2880,16-20 3149,0-8 0,22-14 0,5 5 0</inkml:trace>
  <inkml:trace contextRef="#ctx0" brushRef="#br3" timeOffset="273729">24428 9613 7533,'-32'-19'1638,"17"53"0,6 18 0,4-10 0,3 4-854,1 3 0,1 3 1,2-4-561,4-5 1,1-8 1394,-1-9-1439,5-28 630,23-24-972,-6 5 0,9-7 0,4-3 0,-2 0 0,-6 5 312,-5 4 0,-4 3 0,3-2-546,6-4 0,7-4 1,0-1-1,-7 3 0,-13 8-2881,-15 3 0,-10 24 2959,3 2 0,-8 0 0,3-2 1</inkml:trace>
  <inkml:trace contextRef="#ctx0" brushRef="#br3" timeOffset="275208">23529 10283 6813,'-24'-7'630,"-1"5"719,6-6 990,7 0-2070,1 6 1171,9 2-1350,-3 2 90,5 22 989,0-21 1080,0 37-1590,16-10 1,11 6-1,1 5-599,-9-5 0,1 4 0,0 4 0,1 1 0,0 0 0,0-2-105,-1 0 0,1-1 0,0 1 0,0 0 0,0-1 0,-1 0 60,1 0 0,0 1 0,1 1 0,-3-3 0,-2-4 0,-6-7-870,-1 7 1,-9-17-2423,-22-47 2589,1-19 1,20 48 0,20 36 0</inkml:trace>
  <inkml:trace contextRef="#ctx0" brushRef="#br3" timeOffset="275892">23258 11113 7533,'-48'7'2608,"14"-5"668,10 6-1515,36-8-997,13-14 1,12-14 0,6-6 0,0 0-481,-8 8 1,2-1 0,2-2 0,0 0 0,0 0 0,-2 1-315,-4 1 0,-1 1 0,0 0 0,-1-1 0,2 0 0,1-1-73,3-2 0,4-2 0,2-2 0,-1 1 1,-3 3-1,-6 3 0,-7 5-122,-3 1 0,-2 3-495,10-5 1,4-1 0,-12 7-2430,-17 9 3149,-6 16 0,-6 25 0,-1 14 0</inkml:trace>
  <inkml:trace contextRef="#ctx0" brushRef="#br3" timeOffset="282128">23923 11783 6903,'-12'-10'3276,"5"-14"-1335,2 21-52,5 3-540,-22 90-1304,13-48 0,0 4 0,0 5 0,-2 4 11,2-15 0,0 3 0,-1 2 1,-1 1-1,0 2 0,0 1 1,-1-1-1,0 1 15,1-4 1,-1 1 0,-1 0 0,0 2 0,0 0 0,0 0 0,0-1 0,1-2 0,0 0 0,1-2-85,-1 4 0,1-2 0,1-1 1,0-1-1,0 0 0,0 1 1,-1 1 34,0 0 0,-1 3 1,0 0-1,0 0 1,0 0-1,1-3 1,1-2-1,2-5 315,0 5 1,3-6-1,-1-1 1,1 3-195,-1 0 1,0 2 0,0 2 0,-1 0 0,-1 0-691,-2 1 1,-1 1 0,0 2 0,-1-2 0,1-3 0,1-6 537,1 1 1,1-6 0,0 3-60,-5 10 1,-1 6 0,1-4-1,3-11 698,2-8-630,2-1 0,0-3-3277,1-15 0,5-32 2457,0 18 1,10-33 0,4 20 0</inkml:trace>
  <inkml:trace contextRef="#ctx0" brushRef="#br3" timeOffset="283225">23160 14146 6453,'-26'-9'3276,"9"1"-795,17 8-322,17 55-1560,-4-14 1,3 8 0,-2 0-1,-2-2 1,-1 0 0,1 0-540,1 2 0,-1-1 0,-1-6 119,-5-6 1,-2-17-90,-4-27-180,0-2 1170,17-31-847,0 14 1,7-5 0,3-4 0,1 0 0,-5 2-174,0-5 0,-3 2 0,4-2-456,-1 6 0,5-2 1,0 0-1,-4 3 0,-7 6-2881,0-13 0,-19 41 2457,-3 6 1,10-16 0,2-2 0</inkml:trace>
  <inkml:trace contextRef="#ctx0" brushRef="#br3" timeOffset="284948">22447 15258 7533,'-19'-10'3276,"-5"-14"-1638,31 53 0,16 25-1170,-5-21 0,5 6 0,5 5 0,1 1 0,0 1 0,-3-3 0,-6-5-1288,-2 1 1,-5-4 0,0 1 0,4 3 491,4 0 0,7 8 0,3 3 1,-1-1-1,-5-5 0,-10-11 1,-12-15-1,-34-18 0,7 10 1</inkml:trace>
  <inkml:trace contextRef="#ctx0" brushRef="#br3" timeOffset="285186">22410 16069 7533,'21'-38'409,"0"0"1,1-1-1,-1 1 1,1 0-1,-1 0 1,-3-3 0,-3 4-1,6-3 59,0 8 0,5-3 0,4-3 0,2 0 0,0 1 0,-1 1 0,-1 3-171,3-2 1,0 0 0,0 3 0,-4 4 0,-4 5 0,-4 7 0,0 1 0,12-13-1,-1 0 1,1 0 0</inkml:trace>
  <inkml:trace contextRef="#ctx0" brushRef="#br3" timeOffset="291343">22951 14570 7353,'-14'0'-720,"-8"-8"990,20 6 360,-9-6-720,11 8-730,0 0 1,5-16 0,2-3 0</inkml:trace>
  <inkml:trace contextRef="#ctx0" brushRef="#br3" timeOffset="291640">22853 14235 7533,'-34'-10'231,"1"0"0,5-8 0,10-3 1,25-9-1,3 4 0,-1-1 1</inkml:trace>
  <inkml:trace contextRef="#ctx0" brushRef="#br3" timeOffset="291739">22779 14005 7533,'-13'-41'215,"0"-1"1,0 0 0,0 1 0,2 2 0,0-1 0,4 2 0,7 4 0,22-10 0,-1 0-1</inkml:trace>
  <inkml:trace contextRef="#ctx0" brushRef="#br3" timeOffset="291888">22779 13441 7533,'0'-44'0,"0"1"0,0-1 0,1 1 0,-1-1 0,3-3 0,-1 0 0,1 0 0,0 0 0</inkml:trace>
  <inkml:trace contextRef="#ctx0" brushRef="#br3" timeOffset="292076">22803 12894 7533,'-12'-37'-117,"0"1"0,-1-1 0,-5 9 0,6-1 0,17-4 0,9-5 0,1 6 0,2 8 0,-1 1 0</inkml:trace>
  <inkml:trace contextRef="#ctx0" brushRef="#br3" timeOffset="292230">22816 12435 6633,'1'-41'170,"1"0"1,-1 0 0,0 0 0,-3 6 0,-1 2 0,5 1 0,13-3 0,1-1 0,-1 1 0</inkml:trace>
  <inkml:trace contextRef="#ctx0" brushRef="#br3" timeOffset="292611">22877 12012 7533,'8'-40'-105,"0"1"0,1-1 0,-1 0 0,4 1 0,2 2 0,1 0 105,-1-4 0,1-1 0,2 3 150,7 3 0,3 2 0,-5 10-150,-2 12 0,4-11 0,-2 7 0,-10 26 0</inkml:trace>
  <inkml:trace contextRef="#ctx0" brushRef="#br3" timeOffset="293741">22791 11695 6723,'-6'19'3276,"5"-3"-705,-4-16-772,38-16-1799,-10-4 0,4-7 0,2 0-248,-1 3 1,4 0 0,0 0-1,-2 0 398,2-6 0,0 0 0,-2 3 75,14-8 0,-16 16 1304,-28 21-899,-1 21-91,-2 7 1,0 7-600,4 0 0,1 4 0,1-2-1579,2 9 1,2-4 1465,-2-3 1,4-9 0,9-20 0,-6-18 0</inkml:trace>
  <inkml:trace contextRef="#ctx0" brushRef="#br3" timeOffset="316628">22877 11553 6633,'26'-25'1638,"-13"-3"0,-3-3-956,-3-4 487,-7 2-774,-11 45 1,-9 22 0,-5 11 0,-1 2 0,3-9-306,-2-1 0,-1-5 0,-9 7-340,9-14 1,-5 4 0,-5 3-1,-4 2 1,-2 1 0,-2 2-1,0-1 1,0-1 0,2-1-1,2-3 1,4-3 0,4-4 249,-11 8 0,6-6 0,1-1 0,-9 2 27,12-8 0,-3 1 0,-2 0 0,-3 2 0,-1-1 0,-2 1 0,-1 1 0,0-1 0,-1 1 0,0 0-135,6-2 1,-1 0 0,-3 1 0,0 0 0,-2 1 0,0 0 0,0 0 0,1-1 0,0 0 0,1 0 0,2-1 0,1-2 0,3-1 0,3-1 107,-12 5 0,6-4 0,4-1 0,-2 0 0,-5 2 0,-8 4 20,20-9 1,-2 1 0,-2 2 0,-4 1 0,-2 1 0,-1 1-1,-3 2 1,-1-1 0,-2 2 0,-1 0 0,0 0 0,-2 1 0,1-1-1,-1 1 1,0-1 0,0 0 0,1-1 0,1 0 0,1-1-1,1-1 1,1-1 0,2-1 0,3-1 0,1-2 0,3-1-13,-15 3 0,3-2 0,3-2 0,2-2 0,1 0 1,1-2-1,0 1 0,-1 0 0,-1 1 0,-1 1 1,-3 2-66,6 0 0,-2 0 0,-1 2 0,-2 1 0,-1 1 0,0 0 0,0 0 0,0 0 0,-1 1 0,2-2 0,0 1 0,1-2 0,2 0 0,1-2 0,2-1 0,3-2 57,-13 2 0,2-3 0,2 0 0,2-2 0,2-1 0,2 0 0,3-1 0,3 1 450,-20 6 1,8 0 0,11-5-1351,10-6 1419,-17-4 0,71-8 0,8 2 1</inkml:trace>
  <inkml:trace contextRef="#ctx0" brushRef="#br3" timeOffset="317509">18349 13494 7533,'8'-33'1638,"1"1"0,-11-11 752,-29 66-2255,8-2 0,-7 7 0,-5 6 0,-1 1 0,1-1 0,4-3-90,1 0 0,3-2 0,0 1 0,-2 1-75,0-1 0,-5 3 0,-1 1 0,3-1 0,4-4 0,8-5 1739,-1 15-360,23-31 270,23 5 0,16-1-1565,-2-7 0,10-2 0,4-2 0,-2 0 0,-5 3-1147,0 3 1,-5 2 0,4-2 906,0-4 1,10-2-1,-3 0 1,-10 3-1,-22 3 1,-30 13-1,-16-3 1,1 1-1</inkml:trace>
  <inkml:trace contextRef="#ctx0" brushRef="#br3" timeOffset="319439">17241 14146 7533,'-13'-45'2428,"1"18"-1708,-11-4-136,-3 19 1,-7 4-585,3-3 0,-4 0 0,-7 5-469,5 10 1,-7 4 0,-5 5 0,-1 1 0,1 1 0,3-2 0,5-3 293,-12-4 0,6-2 0,-4 9 329,11 6 0,-7 6 1,-3 4-1,2 4 0,5 2 1,9 2-1,13-1 88,14 9 1,13 3 0,10 2 0,5 0 0,1-2-269,-6-9 0,3 0 1,1 1-1,3-1 1,3-3-1,4-3 0,3-4 176,1-7 0,4-2 0,5-3 0,1-2 0,3-2 0,0-4 0,-1-2 0,0-3 0,-4-3 63,1-4 1,1-2-1,0-4 1,-1-2 0,-1-4-1,-2-3 1,-3-4 0,-3-3-5,-3-4 1,0-7 0,-1-3 0,-2-4 0,-4-1 0,-3-1 0,-4 0 0,-6 3 0,-6 2-757,-9-5 1,-9 1 0,-6 0 0,-5 2 0,-1 1 0,1 3 399,0-5 0,-2 0 1,-1 3-1,-2 6 0,-4 11 1,-10 10-1,-7 9 0,3 9 1,16 7-1,25 24 0,0-1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3:41:08.194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A020F0"/>
    </inkml:brush>
  </inkml:definitions>
  <inkml:trace contextRef="#ctx0" brushRef="#br0">17044 15434 6723,'-14'-41'1092,"-1"0"0,-7 13 0,-5 1-55,9 0 0,-2-2 0,-6 8-876,-8 14 1,-8 7 0,-3 5 0,0 3 0,6 0-192,-4 4 0,5 4 0,-3 5 105,5 0 0,-5 4 0,-1 4 0,1 2 0,5 0 0,6 1 104,7 5 1,6 2 0,3 0 0,0 0-158,-3-1 1,0-1 0,3 1-1,6 2 248,6 1 0,5 4 0,3-1 0,7-2 0,5-6 89,10-8 1,8-5 0,4-3 0,2-2 0,-2 3-342,-1 4 0,-1 3 0,1-2 0,2-3 0,4-8 45,-1-7 0,4-4 0,3-3 0,0-4 0,0-4 0,-3-3 0,-6-4 102,-2-5 0,-3-5 0,-3-4 0,-1-3 0,-3-2 0,-1-1 119,0-4 1,0-3 0,-2-3 0,-4-1 0,-5 0 0,-5 0 104,-6 2 1,-4-1 0,-4-1 0,-4 2-1,-4 0 1,-4 4-937,-5 2 1,-7 1 0,-4 2 0,-1 2 0,0 2 0,3 3-547,-10-10 1,1 5 0,-2 9 623,-8 10 1,-2 6 0,26 5 0,55 10 0,-2-8 0,1 0 0</inkml:trace>
  <inkml:trace contextRef="#ctx0" brushRef="#br0" timeOffset="1949">16182 15346 9871,'0'-20'3276,"0"5"-2594,-16 30-382,-18-4 0,-15-2 0,-3-1-121,12-3 1,-1 1 0,-3-2 0,-4 0 0,-3-2-287,12-1 1,-2 0-1,-3 0 1,-2-1-1,-1-1 1,-2 0-1,0 0 1,-1-2 0,0 0-1,0-1 1,0-1 147,4-1 1,-1-1-1,0 0 1,0-2-1,-1 1 1,0-2-1,-1 0 1,1-1-1,-2 0 1,1-1-1,-2 0 1,1 0-1,-1-1-215,6 2 1,-2-1 0,1-1 0,-2 1 0,0-1 0,0-1 0,0 0 0,-1 0-1,0 0 1,0-1 0,1 0 0,-1 0 0,1-1 0,0 1 0,1-1 0,0 0-1,1 0 134,0 0 1,1-1 0,0 1-1,0-1 1,1 0 0,-1 0-1,2 0 1,-1-1 0,0 0 0,1 0-1,-1 0 1,1-1 0,-1 0-1,0 0 1,0-1 0,0 0 7,1 0 0,-1 0 0,0-1 1,-1 0-1,1-1 0,0 0 0,-1 0 1,1 0-1,0-1 0,0 1 0,0-1 1,1 0-1,0 0 0,0 0 1,1 0-1,1 0 0,0 0 61,-4-3 1,1 0-1,1 0 1,0 0-1,0-1 1,1 1 0,1-1-1,-1 1 1,1-1-1,0 0 1,0 0 0,0 0-1,0 0 1,-1-1-30,1 1 0,0 0 0,0 0 0,0 0 0,-1 0 0,1 0 0,0 0 0,1-1 0,0 0 0,0 0 0,1 0 0,0 0 0,2-1 0,0-1 127,-2-2 0,0-1 1,0-1-1,1 0 1,1 0-1,0 0 1,1-1-1,1 1 1,1-1-1,1 0 1,0 0-1,2 1 16,-1-3 1,1 0 0,0-1 0,2 1 0,0 0 0,2-1 0,1 1 0,0 0 0,2 0 0,0 1 35,-3-8 1,1 0 0,2 1 0,1 0 0,1 0 0,1 1 0,1 1-225,1 0 0,2-1 0,0 1 0,1 1 0,2 3 1,0 3-886,-5-7 1,1 3-1,10 3 930,16-6 0,12 2 0,7 3 0,9 2 0,-7 9 0,0 0 0,0 0 0,0 0 0</inkml:trace>
  <inkml:trace contextRef="#ctx0" brushRef="#br0" timeOffset="2790">10497 12577 7533,'-47'-5'1092,"0"0"0,14 2 0,2-2 508,-9-2 0,8-10-821,22-15 1,11-12 0,1-3-556,-1 3 1,1-4 0,1 0 0,1 2-180,0 5 0,2 2 0,-1-1 0,-1 1 404,-2-7 1,-3-5 0,3 9 0,6 22 224,18 41 1,9 15-1335,-2-21 1,4-4-1,0 4 660,1 11 0,-1 3 0,-1-1 0,0-7 0,-1-2 0,-6-5 0,-1-4 0</inkml:trace>
  <inkml:trace contextRef="#ctx0" brushRef="#br0" timeOffset="4199">10620 9543 7533,'-30'23'1439,"15"-17"-855,3 23 1,-3 5 1754,-26-9-1935,10-3 1,-3-8 75,4-19 0,-3-10 0,3-7-233,6-9 0,3-9 1,2-5-1,1-1-193,2 4 0,0-2 0,2-2 0,0-2 0,2-4-197,3 8 1,1-2 0,0-2-1,2-2 1,-1-2 0,2 1-1,-1-2 1,0 2 205,1 5 0,0 1 0,0-1 0,1-1 0,-1 0 0,1 0 0,1-1 0,0 0 0,1 0 0,0-1-128,1 1 1,1 0 0,1-1 0,0-1 0,0 1 0,1-1-1,0-1 1,1 1 0,0-1 0,0 1 0,1-1 71,0 3 1,-1-1-1,1-1 1,0 1-1,1-1 1,0 0-1,0 1 1,1-1-1,1 1 1,0 0-1,0 0 1,2 1 7,0 3 0,1-1 0,0 0 0,1 1 0,0 0 0,1 0 0,1 1 0,-1 0 0,1 0 0,1 1 0,-1 0 0,1 0 47,2-4 1,0 0 0,0 0 0,1 1 0,1 0 0,-1 1 0,1 0 0,1 1 0,-1 1 0,1 1-113,0-1 0,1 0 0,0 1 0,1 0 0,0 2 0,-1 0 0,0 2 0,0 1 1,-1 3 102,6-10 1,-1 4 0,0 2 0,-1 2 0,-1 2 336,8-10 0,-2 3 0,-7 12-3667,-10 14 0,5-1 2818,5 4 0,16-13 0,0 7 1</inkml:trace>
  <inkml:trace contextRef="#ctx0" brushRef="#br0" timeOffset="4723">10669 5733 7533,'-38'3'655,"0"0"0,0 0 1,43-30-1,18-13 0,2 6 983,-5 12 0,7 0-1457,-1 0 1,8-6 0,5-4 0,2-2 0,0 1 0,-4 2 0,-6 4 597,5-7 1,-6 3 0,2 2-511,4-8 1,1 2 0,-4 22-68,-8 33 1,-2 20-1,-4 7 1,-6-7-743,-11 3 1,-3 2-8,6-8 1,3 7 0,2 4 0,1-1 0,0-6 0,0-11 117,3-5 1,1-6 0,5 8-1,2-3 1,8-9 0</inkml:trace>
  <inkml:trace contextRef="#ctx0" brushRef="#br0" timeOffset="30787">12245 3016 7533,'-8'46'546,"0"-1"0,0 1 0,0-1 0,0 1 0,0-9 0,2 0-433,2 7 0,-1 12 0,1 2 0,3-14 0,4-24 1,8-34-1,-1-21 0,-1 1 0,1-1 0</inkml:trace>
  <inkml:trace contextRef="#ctx0" brushRef="#br0" timeOffset="31168">12269 2946 7533,'-9'-32'1092,"-1"1"0,17-5 0,12 3-325,9 12 0,8 4 0,3 1-1577,6-4 0,3 2 1,-1 3-284,-7 3 1,0 2 0,-3 4 1063,8 3 1,-19 6 0,-49 9 0,-10 13 0</inkml:trace>
  <inkml:trace contextRef="#ctx0" brushRef="#br0" timeOffset="31517">12171 3263 8792,'19'-23'1092,"9"11"0,10 3 0,2 0-1912,-3 1 1,2 0 0,0 1 0,0 1 549,8 0 0,1 3 1,-5 4-1,7 5 0,-17 8 1,-41 21-1</inkml:trace>
  <inkml:trace contextRef="#ctx0" brushRef="#br0" timeOffset="32252">12909 3263 7533,'-12'-45'1638,"-7"21"0,-2 5-1946,-4 7 398,-15 15 0,-4 12 180,12 12 0,2 9-270,1-1 0,0 4 0,7 0 0,6 7 0,15-4-45,20-8 0,13-15 15,3-30 0,6-17 0,-3-1 269,-8 9 1,-1 1 0,-4-3-105,9-24 0,-13 18-360,-28 50 0,-1 14 225,19-5 0,8 2 0,-3-1 0,-10 6 0,5-5 0,28-12 0,1 1 0</inkml:trace>
  <inkml:trace contextRef="#ctx0" brushRef="#br0" timeOffset="32963">13340 3298 7533,'-5'-35'2698,"-19"0"-2788,-14 23 315,-1 19 0,0 12 899,11 13 1,6 8-916,5-8 1,2 3 0,11-2-570,20 12 1,16-8-734,1-17 1,7-7 0,-1-2 753,2-1 1,-1-7 0,9-14-1,-10-9 1,-26-9 0</inkml:trace>
  <inkml:trace contextRef="#ctx0" brushRef="#br0" timeOffset="33267">13611 2946 7892,'-6'-28'1638,"13"59"0,2 15-1316,-11-15-575,5 0 1,1 14 0,3 6 0,-1 2 0,-1-6 0,-3-11 0,-3-7 0,-1-1 0,3 13 0,0 0 0,0 0 0,0 0 0</inkml:trace>
  <inkml:trace contextRef="#ctx0" brushRef="#br0" timeOffset="33524">13500 3263 8522,'26'-40'297,"0"0"1,8 20 0,6 6 0,1 1 0,-2 0 0,1 2 0,1 3 0,7 8-1,0 0 1,-1 0 0</inkml:trace>
  <inkml:trace contextRef="#ctx0" brushRef="#br0" timeOffset="35208">16121 16969 7533,'-5'-49'2069,"4"23"-1080,2-16 0,3-4 90,0 17 1,0-1-990,5-18 0,-11 8-1080,-28 27 1,-13 18 1258,17 9 1,-3 10 0,-4 7 0,0 4 0,-1 4 0,2 0 0,2-1 0,4-5-234,-1 4 0,4-1 0,2-1 0,1 3 0,1 2-75,1 1 1,-3 6-1,-1 2 1,4 0-1,4-4 1,9-8-1,11-11 159,25-6 0,17-16 0,1-4 599,-1-7 1,1-6 0,-7 3-1980,-4 3 1,-10 10-380,-15 20 1,-7 7-1,-6 4 1,0 1 1635,18 4 1,4-15-1,-1-38 1,8 2 0</inkml:trace>
  <inkml:trace contextRef="#ctx0" brushRef="#br0" timeOffset="35749">16281 17304 8972,'13'-47'1638,"1"0"0,-18 2-1496,-26 60 277,11 20 1,2 13 0,12-3-195,22 0 0,11-16 764,20-43-2628,-23-22 1,-7-12 1579,-10 8 0,-5-3 1,-11 16-1,-39 31 1,56 24-1,0-1 0</inkml:trace>
  <inkml:trace contextRef="#ctx0" brushRef="#br0" timeOffset="36666">16786 17357 7533,'-8'-27'1092,"-1"1"0,-1 1 0,-6 5-1156,-14 4 0,-5 12 184,1 15 0,-1 9 0,5 6 179,9 3 1,4 4 0,6 1-120,0 12 0,14-4-90,18-6 0,10-17 659,3-43 1,5-22 0,-7 18-1920,-5 36 1170,13-17 0,10-6 0,-11 11 0,-6 42 0,5-30 0,0 1 0,0-1 0</inkml:trace>
  <inkml:trace contextRef="#ctx0" brushRef="#br0" timeOffset="37034">17155 16951 7533,'-7'0'546,"0"18"0,1 20 0,0 12 0,1 4 0,2-2 0,3-11-354,4-4 1,3-4 0,-2 5 0,-6 4 0,-5 13-1,-1 2 1,2-4 0,3-13 0,7-21 0,17-29 0</inkml:trace>
  <inkml:trace contextRef="#ctx0" brushRef="#br1" timeOffset="59083">21905 18009 8432,'11'-26'1092,"0"-1"0,-3-4 0,0 2 2184,17-11-2235,-61 23 1,-16 9-1222,20 12 0,-4 10 347,5 0 0,-9 5 0,-4 4 0,-1 3 0,4 2 1,7 2-1,12 0 417,12 15 1,14 5 0,6 0-1,-1-7-719,-6 8 1,11-8 201,10-15 0,9-3 1,4-2-1,-2-5-757,0-6 1,0-5 0,-2 4 689,3 8 0,-2 4 0,-9 5 0,-21 13 0,-10 4 0,12-9 0,36-27 0,-1 0 0,1 0 0</inkml:trace>
  <inkml:trace contextRef="#ctx0" brushRef="#br1" timeOffset="59748">22262 18433 7533,'0'-47'3276,"0"5"0,0 25-2363,-6 7-1362,-12 2 449,-9 21 0,1 13 209,15 16 1,7 12 0,-3-7-165,-14-8 0,11-5 90,27-3 0,17 3 0,5-7 0,-6-17 674,-2-30 1,-2-20 0,0-2-248,-1 12 0,3 0 0,-4-2 0,-8-1-592,-9-13 0,-10-2 0,-10 6-1063,-10 11 1,-6 4 0,1 9 436,-6 10 1,36 20-1,30 1 1,0-1 0</inkml:trace>
  <inkml:trace contextRef="#ctx0" brushRef="#br1" timeOffset="60716">22889 18415 7533,'-11'-33'3276,"-8"11"-346,-12-11-2750,11 23 180,-14 2-720,9 8 315,-2 8 0,-1 8 225,-5 20 0,3 4-180,8-20 0,3 1 299,5 14 1,5 7 0,5-9-30,11-7-90,22-20 0,14-7 0,-5-8-405,-7-18 0,-3-5 1034,11 0 1,-5 9-1619,-22 17 404,-18 36 0,0 16-688,19-13 1,10-1 0,2-4 763,14 0 1,3-11-1,-3-17 1,-3-12-1,-13-16 1,-1 1-1</inkml:trace>
  <inkml:trace contextRef="#ctx0" brushRef="#br1" timeOffset="61082">23210 18186 7533,'-1'-39'1638,"0"1"0,8 42 0,-3 25 0,-5 15-819,0-2 0,-1 7 0,-1 3 0,2-3-1639,0-8 1,1 0 0,0-3 0,2-1 791,4 23 1,7-22-1,17-54 1,-6-15-1,-1 1 1</inkml:trace>
  <inkml:trace contextRef="#ctx0" brushRef="#br1" timeOffset="83232">22397 15998 5824,'0'18'0,"0"-8"1529,6-18-180,-5 4-180,5-12 91,-6 16 1798,0 0-2608,0-15-540,-6 11 0,5-12 269,-30 6 1,-24 3 0,-2-7-60,20-4 0,-2-5 0,-2-3 0,-1-1 0,0 1 0,1 5-120,-2 3 0,0 5 0,0 1 0,-2-4 0,-2-6 24,11 2 1,-2-4-1,-2-3 1,0-3-1,-2-2 1,0 0 0,-1-2-1,2 1 1,0 1-1,1 0 1,3 3-149,-1 0 1,1 1-1,3 1 1,0 0-1,-1 0 1,1-1-1,-2-1 1,-1-2-1,-3-2 95,8 6 1,-2-1 0,-1-2 0,-1-1 0,0 0 0,-2-2 0,0 0 0,0 0 0,-1-1 0,0-1 0,0 1 0,1 0 0,-1-1 0,1 1 0,0 0 0,1 1-9,0 0 1,0 0 0,0 0 0,0 0 0,0 0 0,0 0 0,0 0 0,0 0 0,0 0 0,1-1 0,-1 0 0,1 0 0,-1-1 0,1 0 0,0-1 0,0 0 36,2 1 0,0 0 0,1-1 0,-1 0 0,0 0 0,1-1 0,-1-1 0,1 1 0,-1-1 0,1 0 0,0 0 0,0 0 0,1 1 0,-1-1 0,1 1 0,1 0 0,-1 0 0,1 1 50,-1-2 1,0 1-1,0 0 1,0 0 0,1 1-1,0-1 1,0 1-1,0-1 1,1 1 0,0-1-1,0 1 1,0-1-1,1 1 1,1-1 0,-1 0-1,1 0-70,-2-4 1,1-1 0,0 1 0,0-1-1,1-1 1,0 1 0,0 0 0,1 0-1,0 0 1,0 1 0,1 0 0,1 1 0,-1 1-1,1 0 101,-4-5 0,1 0 0,0 0 0,0 2 0,2-1 0,-1 2 0,1 0 0,1 0 0,-1 2 0,1-1 87,-2-3 1,-1 0 0,1 1-1,0 1 1,1 0 0,1 2-1,2 1 1,1 2-43,-2-6 0,3 3 0,1 1 0,2 3 0,0 2-846,-4-2 1,1 3-1,6 5-1529,4-4 2509,11 31-2778,0 0 2644,17-8 1,7-13 0,5-7 0,-3 6 0,0 0 0,0 0 0</inkml:trace>
  <inkml:trace contextRef="#ctx0" brushRef="#br1" timeOffset="84283">17795 11483 7533,'-28'-5'599,"0"0"1,2 1 0,2 0-510,-2 4 1799,4-23-1500,25-16 1,10-14 0,-2-2 37,-10 7 0,-2-3 1,0 0-1,3 1-203,2 3 1,1 1 0,3 1 0,3 6 450,8-15 0,11 22-248,2 43 0,8 23 0,2 9 1,-2-7-1058,-9-13 0,-1 0 1,1-2-1,0 2 630,9 8 0,3 3 0,-4-6 0,-9-17 0,-3-37 0,-40-21 0</inkml:trace>
  <inkml:trace contextRef="#ctx0" brushRef="#br1" timeOffset="87019">17303 9578 6993,'-14'0'2339,"-3"8"937,16-6-1785,-4-2-1491,5-2 450,0-6-1,-11-8-449,-14-27 300,10 14 0,-2-5 0,0-7-352,3 5 1,0-7-1,-1-4 1,0-2 0,-1 0-1,0 0 1,-1 5 51,0 0 0,-1 3 0,0 1 0,0 0 0,-2-2 0,-1-4-33,3 7 1,-1-3-1,-1-2 1,-1-1 0,0-1-1,-1 0 1,1 1-1,-1 0 1,0 2 0,1 3 32,-1-1 0,-1 1 0,1 2 0,-1 1 0,0 0 0,1 0 0,-1 1 0,-1-2-68,0 0 1,0 1-1,-2 0 1,1-1-1,0 1 1,1-2-1,1 0 1,2-2 77,2 1 0,0-1 0,1-2 0,1 0 0,1-1 0,1 0 0,0 1 0,2 0 0,0 2 28,0-4 1,1 1-1,1 2 1,1-1 0,1-1-1,1 0 1,1-2 6,2 0 0,0-2 0,1-1 0,2 0 0,0-1 0,1 1 0,1 0 0,1 1-58,2-1 0,1 0 0,1 0 0,1 1 0,1 1 0,0-1 1,0 1 204,0 2 1,1 1 0,1-1 0,-1 1-1,1 1 1,0 0 0,-1 2-74,1-3 1,0 1 0,0 0 0,-1 2 0,1 1 0,-2 4-30,4-16 0,-1 4 0,-2 6-360,-4 5 1,-3 8-3008,-1 13 3014,0 16 1,22-39 0,-8 14 0,0 1 0</inkml:trace>
  <inkml:trace contextRef="#ctx0" brushRef="#br1" timeOffset="87832">16145 6068 7533,'-25'0'1638,"0"0"0,-6-16-237,14-3-746,24-6 0,14-11 1,7-6-1,1-1 0,-5 4-485,-4 1 1,-2 1-1,1 0 1,1-2-46,3 1 1,2-3 0,1 1 0,0 2 0,-4 7 459,11-11 0,-11 21-495,-21 37 449,10 15 1,7 11 0,2-3-1035,8-1 0,4-2-598,-5-3 1,1 2 0,1-5 758,8 3 0,-2-9 0,2-14 0,-14-2 0</inkml:trace>
  <inkml:trace contextRef="#ctx0" brushRef="#br1" timeOffset="90583">16872 5715 7533,'-29'-24'2518,"13"11"-3867,3-5 1349,32 26 0,9 10 0,-6 0 0,1 3 0,15 9 0,0 1 0</inkml:trace>
  <inkml:trace contextRef="#ctx0" brushRef="#br1" timeOffset="90833">17303 6421 8162,'-9'28'764,"0"0"1,1 0-765,8 2 0,4 7 0,3 0 0,9 8 0,6 2 0,-7-11 0,1-1 0,0 1 0,0 0 0</inkml:trace>
  <inkml:trace contextRef="#ctx0" brushRef="#br1" timeOffset="91142">17499 7056 7533,'11'45'-306,"0"0"0,0 0 0,-1 0 0,-2 1 1,-2 0-788,-5 1 1,-1 1 0,-1-4-190,0 1 0,0 0 1814,0-4 0,0 6 0,1-1 1,2-3 66,4-6 1,2-2 0,1 2-780,0 9 0,-1 4 0,2 0 0,2-5 180,2-7 0,1-4 0,1-1 0,-1 2 0,1 0 0,0-7 0,3-10 0,-1 0 0</inkml:trace>
  <inkml:trace contextRef="#ctx0" brushRef="#br1" timeOffset="91315">17782 8484 7533,'0'41'20,"-1"-1"0,1 1 0,2 7 0,3-2 0,3 2 0,3-2 0,2-16 0,-1 1 0</inkml:trace>
  <inkml:trace contextRef="#ctx0" brushRef="#br1" timeOffset="91524">17832 9137 7533,'-12'29'0,"-1"1"0,16-13 0,7 13 0</inkml:trace>
  <inkml:trace contextRef="#ctx0" brushRef="#br1" timeOffset="93684">18201 9578 7533,'-25'10'180,"-5"-2"89,4-8 1171,-4-8-1081,17 6-269,2-6 540,27 8-270,12-9 0,8-6-338,-3 1 1,5-2-1,3-3 1,-1 0-6,-2 0 1,1-1 0,1-1 0,1 0 0,1 0-3,-2 1 0,2 0 0,0 0 0,1-1 0,0 0 0,-2-3 113,-4 2 1,-1-2-1,0 0 1,-1-2 0,1 1-1,-1 1 1,1 1-545,2-1 1,1 2-1,0 0 1,-1 0 0,-2 1-1,-1-1 393,5-7 1,-4 0 0,1 0-1,4-2 10,-5 6 0,2 0 0,3-2 1,1 0-1,-1 0 0,0 1 1,-2 1-62,-2 1 0,-2 2 1,0 0-1,0 0 1,2-1-1,4-3 90,-6 4 0,1-2 1,3-1-1,2-1 1,0-1-1,1 0 0,1-1 1,-1 1-1,-1 0 1,-1 1-1,-1 0-26,3-1 0,-2 1 0,0 0 0,0 0 0,-1 0 0,0 0 0,1-1 0,0 0 0,1-1-40,-4 2 1,1 0 0,1-1 0,0-1 0,0 0 0,0 0 0,0 0 0,-1 0 0,0 1 0,0 0 0,-2 0 49,3-1 0,0 0 0,-1 0 0,0 0 0,0 1 0,-2 0 0,0 0 0,-2 1 0,-1 0 30,5-4 0,-3 0 0,-1 2 0,0-1 0,0 0 0,1-1 60,1 1 0,2 0 0,0-1 0,1 0 0,-3 1 0,-3 1 0,-4 3-748,5-7 1,-6 2 0,2 0 679,-1 4 1,1-1-1,2 0 1,0-1-5,-2 3 0,1-1 0,1 0 0,-1 0 0,-1 2 94,2-1 0,-3 2 1,2-1-1,1 0-94,1-1 0,2-1 0,0 0 0,0 0 0,-3 1 699,9-5 1,-3 2-1,0-2-897,-8 5 0,0-3 0,0 2 1,-3 1 489,13-6 1,-3 0-71,-9 4 0,1-2 0,-3 4 1398,3 2 0,-7 5-3681,-17 10 2043,-5 16 0,-33 2 0,-8 8 0</inkml:trace>
  <inkml:trace contextRef="#ctx0" brushRef="#br1" timeOffset="94551">22705 6138 7263,'-44'-8'1638,"59"-6"0,15-5-1081,3-1 0,6-1 0,5-1-449,-5 7 0,5 0 0,1 0 0,0 0 0,-3 1-108,-1-1 0,-2 1 0,-1 0 0,-1 2 329,7-3 1,-2 1 0,-16 12-240,-22 17 0,-11-3 90,4 15 0,0 11 233,-3-5 1,-3 7 0,-2 3 0,-1 0 0,1-2-280,-2 4 1,-1-1 0,0 0 0,-1 1-549,2-2 0,-2 1 1,1 1-1,-1-3 1,1-6-82,-13 22 0,8-28-2782,19-46 2499,3 10 1,19-9 0,-9 25 0</inkml:trace>
  <inkml:trace contextRef="#ctx0" brushRef="#br1" timeOffset="96716">22951 6121 7892,'-7'9'1710,"-15"-1"-1800,-9-8-1035,3 6 1,-6 4 1124,2 0 0,-7 3 0,-3 1 0,1 1 0,5 0 0,-1 2 0,3 1 0,-4 2 0,-1-2 0,0 0 0,1 1 0,-1-1 0,0 1 0</inkml:trace>
  <inkml:trace contextRef="#ctx0" brushRef="#br1" timeOffset="96866">22139 6473 7533,'-40'21'33,"1"-1"1,0 1 0,-1-1-1,1 0 1,2 0 0,-3 0 0,0 1-1,2-1 1,2-1 0,5-3 0,-13 7-1,2-3 1,1-1 0,0 0 0,0 0-1</inkml:trace>
  <inkml:trace contextRef="#ctx0" brushRef="#br1" timeOffset="97049">20785 7144 7533,'-40'22'106,"0"0"1,1 0 0,-1 0 0,0 0 0,3 4-1,2 0 1,1 1 0,-3-3 0,-6-1 0,-3-1 0,1-2-1,5 0 1,11-2 0,0 0 0,0 1 0</inkml:trace>
  <inkml:trace contextRef="#ctx0" brushRef="#br1" timeOffset="97200">19678 7779 7533,'-37'23'61,"-1"1"1,1-1 0,10 3 0,1 2 0,0 1 0,-2 0-1,-2-4 1,-2 0 0,-2-1 0,1 1 0,2 1 0,0 8 0,-1-1-1,1 0 1,0 1 0</inkml:trace>
  <inkml:trace contextRef="#ctx0" brushRef="#br1" timeOffset="97583">18927 8467 7533,'-30'28'-171,"0"1"0,0 0 0,1-1 0,-1 1 0,2 0 0,-1 2 0,0 0 0,1 1 1,0 1-1,0-1 171,1 0 0,0 0 0,1 1 0,0 0 0,1 0 0,0 0 18,-2 6 0,-1 1 0,2 0 0,2-3 0,3-3 12,3-1 0,3-4 0,0-1 104,-4 10 1,0-3 405,3-8 0,-1-1-810,0 2 0,0 0 270,2 0 0,1-3 0,3 1 0,5-18 0</inkml:trace>
  <inkml:trace contextRef="#ctx0" brushRef="#br1" timeOffset="100883">18164 10478 7533,'-24'13'119,"22"1"1,19 4 0,10-1 0,1-4 0,0 0 0</inkml:trace>
  <inkml:trace contextRef="#ctx0" brushRef="#br1" timeOffset="101066">18509 11024 7533,'24'29'-105,"1"-1"0,0 1 0,-1-1 0,-7-4 0,2-1 0,11 2 0,9 3 0,1-2 0,-4-9 0,-4-13 0,1 0 0</inkml:trace>
  <inkml:trace contextRef="#ctx0" brushRef="#br1" timeOffset="101266">19345 11606 7533,'21'29'117,"0"0"1,0 0-1,6 5 1,2 2 0,-1 1-1,-8-3 1,0 1 0,0 1-1,0-1 1,7 6 0,0 1-1,0 0 1</inkml:trace>
  <inkml:trace contextRef="#ctx0" brushRef="#br1" timeOffset="101471">20095 12559 7533,'30'37'105,"0"0"1,0 1 0,0-1 0,0 0 0,0 0 0,-3-3-1,-3-3 1,1-1 0,4 3 0,3-3 0,-1 1 0,1-1-1,-1 1 1,1-1 0,-1 1 0,1-1 0</inkml:trace>
  <inkml:trace contextRef="#ctx0" brushRef="#br1" timeOffset="101611">20884 13476 7533,'29'37'89,"0"1"1,0-1 0,0 0 0,1 0 0,-1 1 0,3 2 0,1 2 0,-1-3 0,-3-6 0,-5-13 0,8-12 0</inkml:trace>
  <inkml:trace contextRef="#ctx0" brushRef="#br1" timeOffset="101766">21634 14288 7533,'13'47'95,"0"1"1,0-1-1,0 1 1,0-1-1,0 1 1,0 0 0,1 2-1,-1 2 1,1 0-1,-1-4 1,1-4-1,0-6 1,2-9 0,0 1-1,1-1 1</inkml:trace>
  <inkml:trace contextRef="#ctx0" brushRef="#br1" timeOffset="101941">21954 15328 7533,'8'43'0,"0"0"0,1 1 0,-1-1 0,6-6 0,2-2 0,1 0 0,-1-1 0,0 7 0,0-1 0,4-6 0,17 1 0,-1-13 0,-10-14 0</inkml:trace>
  <inkml:trace contextRef="#ctx0" brushRef="#br1" timeOffset="102057">22287 16016 7533,'0'35'0</inkml:trace>
  <inkml:trace contextRef="#ctx0" brushRef="#br1" timeOffset="102959">22188 15946 6903,'-37'0'1619,"17"-8"-1169,-8-18 629,15-11-989,-7 0-90,-3-4 809,1 5 1,9 13 1079,39 58-2840,2-11 0,8 3 1,-2 0 950,-7 2 0,-1 2 0,4 0 108,2-2 0,6 5 0,2-2 0,-5-9 0,-7-16 476,-5-29 1,-6-15-615,2 0 0,-2-6 0,-5-2-667,-7 7 0,-4-2 0,-2 0 0,-1 1-396,0-11 1,-1 1 0,0 7 650,-1 7 0,4 15 0,17 46 0,3 11 0</inkml:trace>
  <inkml:trace contextRef="#ctx0" brushRef="#br1" timeOffset="105571">22668 15998 8342,'-14'0'2519,"14"8"-1260,3-6 2017,19 6-2684,-19-8 1207,2-23-1485,-8-17 1,-1-13-531,6 15 0,1-5 0,1-3 1,0-3-1,-1 0 241,-3 8 1,0-1 0,-1-2 0,-1 0-1,1-1 1,0-2 0,0-2-172,1 7 1,1-2-1,1 0 1,-1-2 0,1-1-1,-1 0 1,0-1 0,-1-1-1,-1-1 1,-2-1 234,0 6 1,-2-1 0,0-2 0,-2-1 0,0 0 0,0-1 0,-1-1 0,0 1 0,0-1 0,0 1 0,-1 1 0,1 1 0,1 0 0,0 2-193,0-4 1,0 1 0,1 2 0,-1 0 0,1 1 0,0 0 0,-1 0 0,-1-1 0,0-1 0,-2-1 0,0-1 102,0 6 0,-2-2 0,1-1 0,-2-1 0,0-1 0,-1-1 0,-1 0 0,1 0 0,-1 0 0,0 1 0,0 1 0,0 1 0,0 1 0,0 2 0,1 3 0,1 1 45,-6-12 0,1 4 0,1 2 0,-1 2 0,0 2 0,-1-1 0,-1-1 0,-1-1-81,0 2 0,0-1 0,-1 0 0,-1-1 0,0 0 0,-1 1 0,0 0 0,-1 1 0,0 2 0,0 2 47,-3-1 0,-1 1 1,-1 2-1,0 1 0,0 1 1,0 0-1,0 0 0,1 0 91,-1-2 1,1 0 0,1 1 0,0 0 0,-1 0 0,-1 1 0,0 0-103,-3-1 0,-1 0 0,0 1 0,-1 0 0,0 1 0,1 1 0,1 0 90,1 2 0,0 0 0,1 1 0,0 1 0,2 0 0,0 1 71,-1-2 1,0 0 0,2 1 0,0 1 0,1 2-552,-12-7 0,2 4 1,5 3-2888,-9-15 0,41 41 3074,19 9 1,13 25-1,-14-16 1,1 1-1</inkml:trace>
  <inkml:trace contextRef="#ctx0" brushRef="#br1" timeOffset="106465">20847 11342 7533,'-30'-10'3276,"9"2"-1785,3 8-142,7-39-1199,8 9 0,1-6 0,0-2 7,-1 0 1,0-4-1,0-1 1,0 1-136,1 2 1,1 0-1,0 0 1,4 2 366,3-11 1,3 2 0,10 15 299,10 22 1,6 11 0,4 4-556,1 3 1,3 5 0,1 1 0,-2 0-518,-5-1 1,-1 0 0,-1 1 0,-1-1-338,10 8 1,-2 0-1,-6-8 720,9-13 0,-35 0 0,6 0 0</inkml:trace>
  <inkml:trace contextRef="#ctx0" brushRef="#br1" timeOffset="108156">20195 9701 7533,'-13'-9'-1529,"6"1"1529,2 16 359,5-6 361,0 5 1169,0-7-540,0 0-629,5 0-630,-3 0 1079,20 8-630,-2 14 1,4 13 0,1 4-600,-5-6 0,1 4 0,0 4 0,1 0 0,0-2 0,-2-2-75,4 2 0,0-2 0,-1-1 1,0 3-522,0 0 1,0 6-1,1-2 1,-4-8 0,-4-15 394,-3-16 1,0-4 0,-8 19 0</inkml:trace>
  <inkml:trace contextRef="#ctx0" brushRef="#br1" timeOffset="108599">20280 10478 7533,'-36'0'1349,"0"0"0,-10 0-530,59-16 0,23-9 0,12-6 0,-2 1-452,-12 6 0,2-1 0,3-2 1,1 0-1,-1 0 0,-1 0 1,-1 1-683,-2 1 0,-1-1 0,0 1 0,-2 0 1,1 1-1,1 0-341,11-5 1,5-4-1,-2 3 1,-12 9 0,-19 15 215,-28 23 0,11 27 0,27-29 0</inkml:trace>
  <inkml:trace contextRef="#ctx0" brushRef="#br1" timeOffset="109310">17155 10037 7533,'-23'-26'2878,"7"-1"-2309,33 41 1,16 20 0,-2 0-1663,-8-9 1,0 1 0,0 3 1006,3 8 0,3 4 1,-3 2-1,-7-5 1,-5 9-1,-15-6 1,-25-16-1,1-1 0</inkml:trace>
  <inkml:trace contextRef="#ctx0" brushRef="#br1" timeOffset="109540">17007 10530 7533,'34'-29'131,"-1"-1"0,1 0 0,-1 0 0,1 0 0,-1 0 0,1 0 0,-1 0 0,2-1 0,-5 3 0,1 0 0,7-2 0,-5 5 0,5-3 0,3-2 1,3-1-1,1 0 0,-1 1 0,-2 3 0,-3 2 0,-5 5 0,0 3 0,0 0 0,0 1 0,0-1 0</inkml:trace>
  <inkml:trace contextRef="#ctx0" brushRef="#br1" timeOffset="111118">20453 9825 7533,'-5'-18'2158,"-2"8"-449,-28 26-1394,-9-3 0,-6-4-135,2-11 0,-1-8-203,14 0 1,-2-3-1,1-4 1,1-8-4,9-1 0,1-5 1,0-5-1,2-3 0,0-1 1,1-1-1,0 1 51,0 0 1,2-1 0,0 0 0,0-1-1,1-2 1,-1-1 0,0-1-118,2 4 0,-1-1 1,1-2-1,-1-1 0,-1-1 1,1 0-1,0 0 0,1 1 1,0 0-1,0 2 171,0-1 1,1 2 0,0 0 0,0 0 0,0 0 0,1 1 0,0-1 0,1-1 0,0 0-10,1-3 0,0-1 0,1-1 0,0 0 0,0 0 0,1 0 0,0 1 0,0 1 0,1 2-6,-3-6 0,1 2 1,0 0-1,0 1 0,1 1 1,1 1-1,2 0-34,1 1 0,1 1 0,1 0 0,1 2 0,0-1 0,0 1-48,0-6 0,1 1 0,1 0 0,-1 1 0,-2 3 287,-2-2 1,-1 2 0,0 2 0,0-1-113,0 0 1,0 0-1,0 0 1,0 1-158,-4-6 0,-2 1 0,6 0 90,7 1 0,5 0 0,1 4-180,1 4 0,2 1-120,0 2 0,2-2 0,-2 5-1229,-2-15-1838,-5 29 3036,17 11 1,20-2-1,-9-2 1,1 1-1</inkml:trace>
  <inkml:trace contextRef="#ctx0" brushRef="#br1" timeOffset="111916">18988 6650 7533,'-39'-18'1529,"13"-9"0,7-3-1259,9 3 89,16-5 1,10-12 0,3-6 0,1 2 0,-4 8-1,-3-1 1,2 2-225,7-3 0,6-7 0,-2 2 0,-7 12 675,-8 4-720,-10 31 89,10-8 675,21 18 1,9 10-1170,-6-2 1,2 3-473,-5-5 0,3 3 0,0 0 0,-4-1-833,4 11 1,-3-3 1619,1-8 0,-5-2 0,-14-1 0,4-5 0</inkml:trace>
  <inkml:trace contextRef="#ctx0" brushRef="#br1" timeOffset="113554">18927 5203 0,'-39'-9'2489,"15"9"492,24 25-2869,15 0 1,11 8-1,5 1 1,-2-2-933,-1-5 1,0-2 0,1 1 0,-1 1 553,1 7 1,0 2-1,-3 0 1,-4-2-1,5 10 1,-18-6-1,-39-16 1,1 1-1</inkml:trace>
  <inkml:trace contextRef="#ctx0" brushRef="#br1" timeOffset="113797">18730 5909 7533,'33'-36'136,"1"0"1,-1 0-1,0 0 1,0 0-1,1 0 1,-1 1-1,0-1 1,0 0-1,1 0 1,-1 0-1,0 0 1,2-4-1,-1 1 1,-1 1-1,-1 0 1,-1 2-1,-1 1 1,-2 3 0,-1 2-1,5-2 1,-1 0-1,1 0 1,-1 0-1</inkml:trace>
  <inkml:trace contextRef="#ctx0" brushRef="#br1" timeOffset="114639">16084 5062 0,'-7'-46'1092,"0"0"0,37 60 0,12 21-921,-13-8 0,3 5 1,0 3-1,-1 1-567,-6-6 0,0 1 1,-2 2-1,-1 1 1,-3 2 490,-2 7 1,0 3 0,-4 1-1,-5-3 1,-7-6 0,-16 6-1,-10-4 1,2-6 0,1 0 0,-1-1-1,0 1 1</inkml:trace>
  <inkml:trace contextRef="#ctx0" brushRef="#br1" timeOffset="114814">16072 5750 7533,'35'-34'112,"1"0"1,-1 0 0,1 0 0,0-1 0,-1 1 0,1 0 0,-1 0 0,1 0 0,-1 0 0,1 0 0,-1-1 0,1 1 0,-1 0 0,2-7 0,-4 1 0,-2 0 0,-1 1 0,-1 1 0,1 2 0,2 2 0,2 2 0,8 7 0,0 0 0,0 0 0,-1 1 0,1-1 0,0 0 0,0 0 0</inkml:trace>
  <inkml:trace contextRef="#ctx0" brushRef="#br1" timeOffset="116115">19776 6438 7533,'-18'-35'-540,"32"55"540,8 13 0,-3-5 0,5 6 0,0 0 0,1-1 0,0-1 0,0 1 0</inkml:trace>
  <inkml:trace contextRef="#ctx0" brushRef="#br1" timeOffset="116318">20207 7003 0,'13'35'0,"1"1"0,-1 0 0,0 0 0,1 4 0,-1 0 0,1-5 0,6 2 0,-3-3 0,-8 2 0,-7 0 0,-5-7 0,-1-1 0</inkml:trace>
  <inkml:trace contextRef="#ctx0" brushRef="#br1" timeOffset="116499">20391 8237 7533,'10'40'122,"1"0"1,-1-1 0,1 1-1,-1-1 1,3 12 0,0-3-1,4-4 1,4-10 0,1-1-1,0 0 1</inkml:trace>
  <inkml:trace contextRef="#ctx0" brushRef="#br1" timeOffset="116650">20749 9031 7533,'-3'32'689,"0"1"1,0 1 0,-1 0-690,0 5 0,1-3 0,3-3 0,7-45 0</inkml:trace>
  <inkml:trace contextRef="#ctx0" brushRef="#br1" timeOffset="118869">20637 8837 7533,'-42'0'1529,"15"8"90,3-6-1349,19 6 269,5-24-269,5-19-45,3-7 0,2-10-28,-1 11 1,2-5 0,1-4 0,1-1 0,1 2-138,-2 9 0,1 1 0,0 0 0,1-1 0,1-1 0,2-3-91,-4 6 0,2-3 0,0-1 0,1-1 0,0-1 0,1-1 0,1 1 0,0 0 0,1 2 1,0 1 30,3-1 0,1 1 0,0 1 0,2 1 0,-1-1 0,2 2 0,-1-1 0,0 0 0,0 0 9,-1 2 1,-1-1 0,0 0 0,1 1 0,-1 0 0,2 0 0,0 0 0,0 0 0,2 0 8,1 2 0,0 0 0,2-1 0,0 1 0,1-1 0,0 2 0,0-1 0,0 2 0,0 1 0,-2 0 84,7-5 1,0 2 0,-1 1 0,0 1 0,0 0 0,1 0 0,0-1-70,-2 2 1,1 0 0,0-1 0,1 0-1,-1 1 1,1 0 0,-2 0 0,0 2 30,0-1 0,0 0 0,0 1 1,-1 1-1,-1 0 0,-1 2 1,0 2 114,9-8 1,-2 3 0,-2 2 0,-2 1-270,0-4 0,-2 2 0,-3 7-720,-4 10 1,-2 4-2468,8 0 2882,-11 34 0,-26-5 0,-15 13 0</inkml:trace>
  <inkml:trace contextRef="#ctx0" brushRef="#br1" timeOffset="119438">22372 5944 7533,'-21'-29'1638,"-1"0"0,40-13-1250,7 22 0,12-1 0,7 0 0,3 1 1,-3 4-317,-3 5 0,0 4 0,1 1 0,1 0 0,-1-1 89,4-5 1,3-5 0,-2 1 0,-5 8 0,-11 12 647,-1 33 1,-21 14-968,-20-15 1,-12 4 0,-6 1-1,3-1-359,3 1 0,1 1 0,0-1 0,4 0-576,0 7 1,4 0 0,8-9 539,16 0 1,13-47-1,-10-1 1</inkml:trace>
  <inkml:trace contextRef="#ctx0" brushRef="#br1" timeOffset="119967">23541 5415 7533,'-30'-10'1638,"0"1"0,6 24 33,-2 1-1042,33 14 1,16 13 0,3 3-1206,-9-9 0,2 2 1,1 2-1,0-1 0,-2-3 576,1-1 0,-1-3 0,-1-1 0,-2 3 0,0 8 0,1 5 0,-6-6 0,-13-17 0,-44-26 0</inkml:trace>
  <inkml:trace contextRef="#ctx0" brushRef="#br1" timeOffset="120351">23234 6121 7533,'14'-41'327,"0"-1"1,-1 1 0,11 11-1,8-3 1,5-2 0,5 0-1,0-1 1,1 2 0,-4 1-1,-4 3 328,1-4 0,-4 4 1,-1 0-1,2 0 0,4-3-291,-1 4 0,5-5 0,5-2 0,1 0 0,-1 0 0,-3 2 0,-5 5 0,-7 4 0,-11 8-568,0-5 204,19 6 0,-39 50 0,0 0 0,0 0 0</inkml:trace>
  <inkml:trace contextRef="#ctx0" brushRef="#br1" timeOffset="121716">23333 6438 7353,'12'-15'1439,"-5"3"-2518,-2-6-540,-5 18 1619,6 18 0,6-6 0,7 3 0</inkml:trace>
  <inkml:trace contextRef="#ctx0" brushRef="#br1" timeOffset="122068">23394 6473 7982,'-25'28'629,"0"-1"1,0 1 0,7-6 0,1 3-1188,-1 5 0,-1 7 1,-2 5-1,3 1 1,4-3 84,6 1 1,5 0 0,0 0 0,-2 1 472,-4 3 0,-3 1 0,-1 1 0,-3 1 377,-2-4 1,-1 2 0,-2-1 0,-2-1 0,1-4-356,-2-4 1,0-4-1,-1 0 1,-2 1-149,-1 4 0,-3 1 0,0 1 0,2 0 0,2 1 126,1 4 0,3 1 0,1 0 0,1-3 0,-4 3 0,2-3 0,0 0 0,5-3 0,-1 1 0,0-1 0</inkml:trace>
  <inkml:trace contextRef="#ctx0" brushRef="#br1" timeOffset="122450">22447 8290 7533,'-34'28'-143,"0"0"1,0 1-1,0-1 1,0 0-1,0 0 1,-2 5 0,-1 3-1,-2 3 1,1-1-1,2-2 1,5-3 0,4-5 142,-5 7 0,1 0 179,8-7 1,-5 6 0,-4 4 0,-2 3 0,1-1 0,2-2 0,3-6 0,6-6-45,-2 1 0,-1-1 70,0-1 1,-8 7-1,-5 4 1,-1 1 0,2-1-1,5-5 1,9-7-611,5-2 0,2-3 405,-15 11 0,-5 2 0,15-4 0,28 0 0,5-3 0</inkml:trace>
  <inkml:trace contextRef="#ctx0" brushRef="#br1" timeOffset="123183">21487 10107 6813,'20'-2'359,"4"16"1,5 11 0,1 1-360,6 4 0,0 2 0,1 2 0,-7-5 0,0 1 0,0 0 0,-2 0 0,2 7 0,-1 0 0,0-1 0</inkml:trace>
  <inkml:trace contextRef="#ctx0" brushRef="#br1" timeOffset="123533">22126 10936 7533,'12'41'-158,"-1"-1"1,1 1-1,-1-3 1,3 5 0,0 3-1,1 2 1,-1-1-1,1-1 83,-1 0 0,1-1 0,-1 0 0,1 1 0,0 1 1,1 0 118,-2-5 1,1 1 0,0 0 0,1 1 0,0 1 0,-1-2 0,0-1 0,-1-1 45,3 5 0,-1-1 0,0-2 0,-1 0 0,0 1 0,-2 0-458,-1 1 1,-1 1-1,-2 0 1,1 0-1,-2 0 1,1-1 367,-1-2 0,0 0 0,-1-1 0,0 0 0,-1-1 0,-1-1 0,-1 12 0,-1-2 0,-1-2 0,0-4 0,-2-8 0,0-1 0,0 0 0</inkml:trace>
  <inkml:trace contextRef="#ctx0" brushRef="#br1" timeOffset="123701">22680 13441 7533,'6'43'-34,"0"1"0,-1-1 0,1 1 1,0-1-1,2 6 0,0 0 1,0-1-1,1 0 34,-2-5 0,1 1 0,-1 0 0,1-1 0,0-3 0,4 12 0,0-4 0,0-5 0,0-4 0,1 1 0</inkml:trace>
  <inkml:trace contextRef="#ctx0" brushRef="#br1" timeOffset="123991">22914 14640 7533,'-3'49'-156,"1"-1"1,-1 0-1,0 0 1,0 1 0,0-1-1,1 0 1,-1 0 0,1 4-1,1-6 1,0 0 0,-1 6 155,1-11 0,-2 4 0,0 3 0,0 2 0,0 1 0,0-1 0,1-3 0,0-2 0,0-6 22,1 12 1,1-4-1,0-5 1,1-6 606,2-2 1,0-1-810,-3 6 0,-2 9 0,0-1 0,2-9 180,2-6 0,0-3 0,-7 20 0,-6-10 0,-2-31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3:43:50.635"/>
    </inkml:context>
    <inkml:brush xml:id="br0">
      <inkml:brushProperty name="width" value="0.09071" units="cm"/>
      <inkml:brushProperty name="height" value="0.09071" units="cm"/>
      <inkml:brushProperty name="color" value="#00B050"/>
    </inkml:brush>
    <inkml:brush xml:id="br1">
      <inkml:brushProperty name="width" value="0.12095" units="cm"/>
      <inkml:brushProperty name="height" value="0.12095" units="cm"/>
      <inkml:brushProperty name="color" value="#00B050"/>
    </inkml:brush>
    <inkml:brush xml:id="br2">
      <inkml:brushProperty name="width" value="0.09071" units="cm"/>
      <inkml:brushProperty name="height" value="0.09071" units="cm"/>
      <inkml:brushProperty name="color" value="#A020F0"/>
    </inkml:brush>
    <inkml:brush xml:id="br3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8553 6209 6363,'13'-30'1080,"-2"7"-810,-11 15 989,0-2-719,0 1 359,0 1-179,0 39-271,-13-9 1,-7 3-210,0 7 0,-2 4 0,-4 0-83,0-7 0,-4 1 1,-1-1-1,-1 1-90,-2 3 1,-2 0 0,0 1-1,-1-1-103,6-7 0,-1 0 0,1 0 0,-1 0 0,-1 1-18,-1 2 0,-1 0 0,0 1 0,-1 0 0,0-1-18,-2 1 0,0 0 0,0 0 0,-1 1 1,-1 1 83,7-6 1,-1 2 0,0-1 0,0 2 0,-1-1 0,1-1 0,0 0-13,-4 3 0,0-2 0,0 1 0,0-1 0,1 1 0,-1 0-30,0 0 0,0 0 0,0 0 0,0 0 0,0 0 0,1 0-517,-1-1 1,-2 1 0,1 0 0,1-2 0,3 0 0,2-2 447,-7 6 1,5-3 0,-4 3 62,2-3 0,-3 4 0,-2 0 0,1-1 0,3-3-24,-1-1 0,3-2 0,-5 3-213,9-6 0,-3 4 1,-3 2-1,-1 0 1,0-1-1,3-2 0,4-3 273,-13 6 0,5-4 0,-3 3 72,4-2 0,-4 4 0,0 0 0,3-1 0,7-6-72,3-1 0,2-1 726,-4 3 0,-2 2 1,2-2-98,-2 1 1,1-3-540,2-6 0,2-5-180,-11-2 3366,5-8-2261,22 0-1554,8 0-2738,5 0 3104,5 0 1,24-31 0,-9 11 0,0 1 0</inkml:trace>
  <inkml:trace contextRef="#ctx0" brushRef="#br0" timeOffset="1008">5563 8326 7533,'6'-31'1638,"0"1"0,1-2-237,-2 1-1581,-10 55 45,-13 0 0,-4 5 195,5-2 0,-1 3 0,0 3 299,-2-1 1,0 2 0,-1 0 0,1-3-180,-10 10 0,3-2 225,4 6 0,5-9 674,5-27-899,8-1-90,10-8 809,18 0 1,10 0-840,5 0 0,6 0 0,-3 0-60,4 1 0,2-2-158,-8-3 1,5-3-1,-2 0 1,-11 2-383,-2-1 315,-2-7 1,-4 2-1845,-17 11 1619,-6 0-2827,-6 0 2961,10 8 0,-2 33 0,4-12 0,0-1 0</inkml:trace>
  <inkml:trace contextRef="#ctx0" brushRef="#br0" timeOffset="4053">5513 8961 7533,'-31'-32'2698,"12"24"-2068,41-23-451,5 24 1,9 6 0,2 1-270,-2-1 0,2 0 1,4 1 160,0 0 1,6 0 0,2 0 0,-3 0 0,-6 0-72,7 1 0,-1 0-90,-6 2 0,4 1 0,1 1 1,-1-1 111,-5-1 1,0-1-1,-2 0 1,0 1-53,1 0 0,-1 0 0,6 0 4,-5 0 0,7 0 0,3 0 1,2 0-1,-2 1 0,-5 0 1,-7 0 25,-1 2 0,-6 1 0,7 0 56,-1-3 0,8 1 0,6 0 0,2 0 1,0-1-1,-2 0 0,-4 0 0,-8 0 34,5 1 0,-7-1 0,9-1 36,-8-3 0,7 1 0,5-2 0,5 1 0,1-2 0,1 1 0,-2-1 0,-2 0 0,-5 1 0,-7-1-239,9-1 1,-9 0-1,1 0 1,10-2 79,-17 1 1,5 0 0,3-1 0,3-1 0,2-1 0,3 1 0,0-1 0,2 0 0,-1 0 0,0 1-1,-1 0 1,-2 1 0,-1 0 0,-4 2-333,9-1 1,-1 2 0,-2 1 0,-2 1 0,1-1 0,-1 1 0,0-1 0,1-1 0,1-1 334,-2-1 0,0-1 0,0-1 0,1-1 1,0 1-1,0-1 0,0 1 0,0 0 1,0 2-1,0 0 57,1 2 0,2 0 0,1 2 0,1-1 0,-2 2 0,0-1 0,-2 1 0,-3 0 0,-3 0 0,-4 0-50,10 1 1,-8 0-1,-1 0 1,6 0 99,-1-1 0,6 1 0,2-1 0,1 0 0,-1 0 0,-4 1 0,-6 0-47,7 1 0,-7 0 0,5 1-15,-7-1 0,6 1 0,2 1 0,-1-1 0,-4 0 0,-10-1 30,0-1 0,-2 0 81,5 1 0,9 0 0,3 1 0,-5 0 0,-9-2-36,11-2-23,-8-2 1,9 0-1,0 0 1,-12 0 22,-2 0-180,10-2 0,-3 0-1619,-25 4 1349,3 0 360,4 0 0,-13 0 0,15 0 0</inkml:trace>
  <inkml:trace contextRef="#ctx0" brushRef="#br0" timeOffset="5490">11728 8696 6723,'-41'-16'3276,"12"5"-2504,-1-7-53,41 18-224,25 22 0,10 13-495,-16-13 0,-1 1 0,2 0-30,1 0 0,2-1 0,-6 0 434,-1 6 1,-9-9-45,-14-19-899,-15 0 1168,10 0-809,-10 0-629,10 0 89,-9 8 900,8-6 0,-3 6 270,5-8 539,-11 7-809,-16 11 0,-12 6 0,-2-1-240,1-2 0,-2 0 0,-1 0-60,-1 3 0,-1 2 0,3-4-960,-11 4 1,23-12-1169,47-22 1438,-5 6 810,20-6 0,-40 8 0,6 0 0</inkml:trace>
  <inkml:trace contextRef="#ctx0" brushRef="#br0" timeOffset="10861">11838 9137 10141,'-34'13'359,"0"-1"1,-7 5 0,-4 1 0,-3-2-158,7-4 1,-1-3-1,-3 1 1,-2 1-750,4-1 1,-4 2 0,-2 0 0,0 0 0,3-1 0,5-2-159,-7 2 1,5-2-1,-5 1 705,8-2 0,-4 1 0,-2 0 0,-1 1 0,-1 0 0,2 0 147,1 1 1,1 1 0,0-1 0,0 1 0,-3 0 0,-1 1-158,6-3 0,-1 1 0,-2 0 0,-1 0 0,0 1 0,-1-1 0,-1 1 0,0-1 0,0 0 18,4-1 0,0 0 0,-1 0 0,0 0 1,-1 0-1,0 0 0,-1-1 0,1 1 1,0 0-1,0-1 0,0 1 55,1-1 1,0 0-1,0 1 1,-1-1-1,1 0 1,0 0-1,0 0 1,-1-1-1,2 0 1,-1 0-1,0 0-81,-2-1 0,1 0 0,-1-1 0,1 0 0,0 0 0,0 0 0,0 0 0,0 0 0,-1 0 0,1 0-45,-2 2 0,0-1 0,0 0 0,0 1 0,0 0 0,0-1 0,-1 1 0,1-1 1,0 1-1,0-1 72,0 0 0,0-1 0,0 0 0,0 0 0,0 1 0,-1-1 0,1 0 0,0 0 0,0 1 0,-1 1-26,4-1 1,0 0-1,0 0 1,-1 1 0,1 0-1,-1 0 1,1 0 0,-1 1-1,0-1 1,0 1 0,1 0-34,-3 0 1,1 1 0,0 0 0,-1 0 0,1 0 0,-1 0 0,0 1 0,1-1 0,0 1 0,-1-1 0,2 1 98,0-2 0,0 1 0,0 0 0,1 0 0,-1-1 0,1 1 0,0 0 0,0 0 1,0 0-1,1 1 0,0-1-112,-1 2 0,0 0 0,0 0 0,1 0 0,0 0 0,0 1 0,0-1 0,1 1 0,-1 0 0,1 0 53,-5 1 0,0 0 0,1 0 0,-1 0 0,1 0 0,0 1 0,1 0 0,0-1 0,2 1-283,-1 1 0,1-1 0,0 1 1,1 1-1,1-1 0,1-1 1,1 1-1,1-1 293,-8 2 0,3 0 0,1 0 0,0 0 0,0 1 435,3-1 0,0 0 1,-1 2-1,1-1 1,3-1-1,3-1-465,-7 3 0,5-1 0,-3 1 81,4 0 0,-4 2 0,-1 0 1,0 1-1,2-1 61,-2 2 1,2-1-1,0 1 1,-1 1-356,3 2 1,-2 3 0,0 0 0,3-1 0,4-4 242,-8 5 0,4-1 1092,-1 0 0,0 2 0,13-18-301,20-20-3759,-13-2 2968,16 1 0,16 9 0,3 9 0</inkml:trace>
  <inkml:trace contextRef="#ctx0" brushRef="#br0" timeOffset="11896">3757 11113 7173,'-9'-27'1574,"0"1"0,0 4-1124,-15 40-300,7 7 0,-3 9 0,-2 3 29,-2-1 1,-4 3 0,-1 1 0,3-2-120,-3 2 0,2 0 0,0-3-1131,-3 0 0,0-2 1,10-9 1160,12-10-90,8-16 2159,47 16-1950,-6-20 1,8-6 0,-2 4-120,-10 8 0,-1 3 0,1-2-240,10-7 0,1-4 0,-10 4-1738,-6 6 2707,-25 6 0,11-8 0,10 0 0</inkml:trace>
  <inkml:trace contextRef="#ctx0" brushRef="#br0" timeOffset="13592">3916 11695 7533,'-20'-28'809,"5"11"-179,46 9-293,4 6 0,12 3 1,6 0-1,0-1-277,-10-3 0,2 0 0,1-2 0,1 1 0,2-1 0,1 1-65,-3 1 1,1 0-1,1 1 1,2-1-1,-1 1 1,1-1-1,-1 1 1,-2-1 119,3-1 1,0 0-1,0 0 1,-1 0 0,-1-1-1,0 2 1,-2-1-71,3 1 0,0 0 0,-1 0 0,-1 0 0,-2 1 0,-2 0 44,8 2 0,-4 0 1,-1 0-1,0 0-89,0 0 0,-1 0 0,-1 0 0,-2 0 150,1 0 0,-3 0 0,-1 0-1,0 1 1,0-1 0,-4-1-60,-3-2 0,-2-1-90,15 2-360,-17-6 450,-9 8-320,11 0-3047,-12 0 3264,-7 0 0,-6 0 0,-6 0 1</inkml:trace>
  <inkml:trace contextRef="#ctx0" brushRef="#br0" timeOffset="14249">6116 11359 6903,'-28'-35'3276,"17"8"-2864,-11 9 37,39 29 1,15 9-150,-7-2 0,2 1 0,4 1-300,6 4 0,5 1 0,1 1 0,-5-3 30,-5-2 0,-2-1 0,-1-2 30,8-2 0,0 0 0,-21-1-195,-46 9 0,-18-1 180,20-6 0,-4 1-117,-2 1 0,-8 4 0,-3 2 0,2-2 0,7-5-738,-5 2 1,3-3-284,-3 4 1,-2 2 0,23-12 1056,22-11 1,10 8 0,-1 2 0</inkml:trace>
  <inkml:trace contextRef="#ctx0" brushRef="#br0" timeOffset="16444">7298 11589 7533,'-25'-8'359,"-4"0"1,1-2-180,6-1-90,-22-5 540,66 16-391,8 0 1,8 0 0,-2 0-240,-7 0 0,4 0 36,6 0 0,9 0 0,5 0 0,1 0 0,-3 0-177,-3 0 0,-2 0 1,0 0-1,2 0 0,2 0 218,-6 0 0,1 0 0,2 0 0,0 0 1,2 0-1,0 0 0,1 0-47,-4 0 0,1 0 0,2-1 0,0 1 0,1 0 0,-1 0 0,-1 0 0,-1 0 0,-2 1 60,7 0 0,-2 0 0,-2 0 0,0 0 0,1 1 0,1 0-68,-6-1 1,2 1-1,0 0 1,0 1-1,1-1 1,-1 0-1,0 1 1,-1-1-21,2 1 1,-1 0 0,0-1-1,0 1 1,-1 0 0,-1 0-1,-1 0 106,9 0 0,-2 0 0,0 0 0,-2 1 0,0 1-18,-4 0 0,2 2 0,-2 1 0,-4-2 0,-5-1-90,6-4 0,-9 4 359,-5 18-3636,-28-46 2747,0 17 0,-19 6 0,-10 29 1</inkml:trace>
  <inkml:trace contextRef="#ctx0" brushRef="#br0" timeOffset="17168">10067 11430 7533,'-29'-29'1214,"0"-1"0,3 22-944,29 26 53,15-1 1,14 5 0,8 1 0,3 0 0,-3-4-306,-2-5 0,2-3 0,0-1 0,-1 2 0,-3 4 94,9 7 1,2 4-1,-11 3 1,-20 1-113,-29 1 0,-20 4 0,-12 0 0,-1-2 0,6-5-1093,5-3 1,2-5 0,-6 0 874,-5 1 1,-13 3 0,-3 0 0,5-3-1,16-5 1,24-10 0,34-12 0,13-6 0,-1 2-1,-1-1 1</inkml:trace>
  <inkml:trace contextRef="#ctx0" brushRef="#br0" timeOffset="18526">11038 11695 7533,'-39'-30'2069,"5"-1"-1530,53 27 1,21 6-444,-14-2 1,9 1 0,6-1 0,6 1 0,3 1 0,4-1 0,1 1 0,1 0 0,-1-1-1,-2 1 1,-3-1 0,-5 1 0,-5-1-753,13 0 1,-7 0-1,-3 0 1,3 0 0,8 0 593,-14 1 1,4-1 0,3 1 0,4 1 0,1-1 0,2 0 0,0 1 0,1-1 0,-1 0 0,-2 0 0,-1-1 0,-3 0 0,-4 0 72,8-1 0,-3-1 0,-2 0 1,-1 0-1,-1 0 0,-1-1 0,-2 1 1,0 0 86,2 1 1,-3-1-1,-2 1 1,1 0-1,2 0 1,4-1-89,-1 0 0,4 0 0,3 0 0,1 0 0,1 0 0,-1-1 0,-2 2 0,-4-1 0,-4 1 79,3 1 1,-3 1 0,-3 0 0,-2 0 0,-3-1 30,6 0 0,-4-1 0,-3 1 419,2 4 1,-4-2-450,15-19 416,-1 14 0,4 0-1181,-13-11 0,0 3 21,6 13 0,-10 8 654,-23 0 0,-13 1 0,-1-6 0</inkml:trace>
  <inkml:trace contextRef="#ctx0" brushRef="#br0" timeOffset="19526">14066 11465 7533,'-36'-10'1439,"20"3"270,27 30-1410,17-6 1,14 0 0,0 2 60,-3 5 0,0 2 0,2-1-330,2-5 0,2-1 0,-4-2-255,3 6 0,-8-6-225,-10-17 900,-1 0 180,-13 0-540,-6 0-90,-6 0 1709,-82 47-1380,45-31 1,-3 0 0,-2 3-960,8-2 0,-3 3 1,0 1-1,1-1 1,2-2-451,-10 2 1,3-2 0,4 0-226,-5 9 1,17-5 1304,26-12 0,12-2 0,-1-8 0</inkml:trace>
  <inkml:trace contextRef="#ctx0" brushRef="#br0" timeOffset="22865">14213 11853 7263,'-6'18'1079,"0"-8"270,17-2 450,14 31-1619,-45-19 0,-21 0 0,-12 0 0,-3 0-110,18-7 0,-5 0 0,-3 0 0,-2-1 0,-2 0 0,-1 1 0,2-1 0,1 0 0,3 0-162,-1 2 1,4-1 0,1 1 0,-1-1 0,-1 1 0,-6-2 0,-5 0 73,18-5 1,-2-1 0,-2 0 0,-3 0 0,-1 0 0,-3 0 0,0-1-1,-2 1 1,-1-1 0,-1 0 0,-1 0 0,0 0 0,0-1 0,0 1 0,0-1-1,1 0 1,0 0 0,1 0 0,2 0 0,0-1 0,3 1-68,-7 0 0,1-1 1,2-1-1,1 1 1,0-1-1,1 0 1,0 0-1,-1-1 0,1 1 1,-1 0-1,0-1 1,-2 1-1,-1 0 1,-1 0-1,-1 0 1,-3 1 51,13-1 1,-2 1 0,0-1 0,-2 1 0,-1 0 0,-1 0 0,0 0 0,-1 0-1,-1 0 1,0 1 0,-1-1 0,0 0 0,0 0 0,-1 1 0,1-1 0,0 0-1,-1 1 1,1-1 0,0 0 0,1 0 0,0 0 0,1 0 0,0 0 0,2 0-1,0-1 1,1 1 0,1-1 0,1 0 47,-9 1 0,1-1 0,1 0 0,2 0 0,0 0 0,1 0 0,0 0 0,1-1 0,1 1 0,-1-1 0,0 1 0,1-1 0,-2 1 0,1-1 0,-2 1 0,0-1 0,-2 1 0,0 0-45,5-1 0,-2 1 0,-1 0 0,-1 0 0,-1 0 0,-1-1 0,-1 1 0,0 0 0,0 0 0,-1 0 0,1 0 0,0 0 0,0 0 0,1 0 0,1-1 0,1 1 0,1 0 0,1 0 0,3-1 0,0 1 0,3-1 0,3 1 0,1-1 0,3 0 42,-22 1 1,8 0 0,6-1 0,1 0 0,0 1 0,-6-1 0,-7 0-9,17-1 1,-3 1-1,-3 0 1,-2-1-1,-3 1 1,-2-1-1,-2 1 1,0-1-1,-1 1 1,-1-1-1,0 0 1,1 1-1,1-1 1,0 0 0,3 1-1,1-1 1,3 0-1,3 0 1,2 0-1,4 1-30,-16-1 0,8 0 1,4 0-1,1 0 1,0-1-1,-5 1 0,-8 1 73,16-1 0,-4 0 1,-3 0-1,-3 1 0,-2-1 1,-3 1-1,0-1 1,-2 0-1,0 1 0,-1 0 1,1-1-1,1 1 1,1-1-1,2 1 0,2-1 1,3 0-1,3 1 0,3-1 1,5 0-48,-15 1 0,9-2 0,4 1 0,1 0 0,-5 0 0,-7 2-75,11 0 1,-3 0 0,-3 0 0,-3 1 0,-3 0 0,-1-1 0,-2 2 0,0 0 0,-2 0 0,1 0 0,0 1 0,1 1 0,1 0 0,2 1 0,3 1 0,2 0 0,3 1 95,-10 4 1,3 2 0,4 1 0,1 1-1,2 1 1,-1 1 0,0 1 0,-3 0-1,-3 1-28,8-4 1,-3 1-1,-1 1 1,-1 0 0,-1 1-1,0 0 1,-1 1 0,0 0-1,1 0 1,0 1 0,1 0-1,1 0 1,1 0 0,2 0 55,-3 3 0,0 0 0,1 1 0,0 0 0,1 1 0,2 0 0,0-1 0,2 1 0,1 0 0,2-1 0,2 0-49,-3 5 0,2 0 0,3 0 0,1 0 0,1-1 0,0 0 0,-1-1 195,-6 4 0,-2 1 0,0 0 0,2-3 0,4-3 0,6-5 29,0-1 1,1-1-270,-9 4 0,-8 5 0,2-1 0,11-7 225,5-1-32,0 7 1,1-1-149,12-11 0,32-22 0,0-15 0,-1 1 0</inkml:trace>
  <inkml:trace contextRef="#ctx0" brushRef="#br0" timeOffset="23759">2346 13635 7533,'-10'-20'3148,"2"44"-3058,-2 12 0,-3 8 89,1-6 1,0 3 0,-1 0-180,-2 4 0,0 1 0,-2-4 270,-1-9 0,0-3 0,3-3-180,3 1 0,4-5 450,0-7 989,18-16-600,20-10 1,14-8-1,1-1-929,-9 1 0,0-1 0,1 0 0,0 0-820,-3 3 1,1 0 0,-1 0 0,0 2 780,12-4 1,0 2-1,-13 2 1,-13 3 0,15 7-1</inkml:trace>
  <inkml:trace contextRef="#ctx0" brushRef="#br0" timeOffset="24777">2293 14676 7533,'-22'-18'1638,"1"0"0,-1-9 33,38 9-1072,17 14 1,16 7 0,4-2-286,-13-2 1,5-2 0,1 0 0,2 0 0,-2 1 0,-4 0-405,4 3 0,-3 1 0,-1-1 0,1-1-1079,153-15-1620,-196 15 1969,0 0 1,16-16 0,4-4 0</inkml:trace>
  <inkml:trace contextRef="#ctx0" brushRef="#br0" timeOffset="25250">3016 14429 7533,'-19'-24'1638,"-1"1"0,20-11-602,32 32 1,21 14 0,-5 2-947,-2 2 0,-5 7-120,-11 2 0,-3 5 0,-16 1-300,-27 5 0,-21 0 1,-4-2-391,9-11 0,-4-1 1,1-2-1,3 1 720,-1 5 0,3 1 0,11-3 0,11 9 0,43-24 0,0 0 0</inkml:trace>
  <inkml:trace contextRef="#ctx0" brushRef="#br0" timeOffset="26028">4357 14623 7533,'-47'0'3276,"84"0"-3912,-6-2 0,10-2 0,5 0 0,-1 1 0,-6 0 606,2 1 0,-3 1 0,2 0-790,13-1 1,8-2 0,-9 2 0,-31 2 753,-28 2 1,6-18 0,2-13 0</inkml:trace>
  <inkml:trace contextRef="#ctx0" brushRef="#br0" timeOffset="26475">4836 14393 7533,'38'4'819,"0"-1"0,0 0 0,-5-3 0,0 2-42,11 6 1,10 5-1,-6 4 1,-24 4-1198,-39 14 0,-27 7 1,4-5 104,17-14 0,-2 1 315,-13 4 0,-11 6 0,5-2 0,21-7 0,29-3 0,11-6 0,0 1 0</inkml:trace>
  <inkml:trace contextRef="#ctx0" brushRef="#br0" timeOffset="27328">6338 14623 7533,'-24'-14'749,"0"0"1,1-4-1,1 3 61,-11 11 1079,60 14-1404,7-6 1,14 0 0,6-1 0,1 1-1,-9 2-995,-4 5 1,-5 2-1,5-3-146,3-6 1,8-2-1,0-1 1,-7-3 0,-14-1 108,-10-7 1,-20-13 0,-3-5 0,4-4 0,0-1 0</inkml:trace>
  <inkml:trace contextRef="#ctx0" brushRef="#br0" timeOffset="27725">6817 14411 7533,'36'-20'1092,"-7"19"0,7 4 0,1 3-273,-1 2 0,2 2 0,0 2 0,-7 3-1127,12 15 0,-22 5-785,-38-1 1,-22 3 0,-2-6 287,11-14 1,0-3 0,0 0-289,-7 6 1,1 1 0,21-7 926,45-14 1,7 6 0,3 4 0,-6-1 0,1 1 0</inkml:trace>
  <inkml:trace contextRef="#ctx0" brushRef="#br0" timeOffset="28511">8257 14587 7533,'-33'-8'1092,"-1"-1"0,-2 7 0,15 2-546,36 1 0,25 1 0,15 1 0,5 1 0,-2 0 0,-13-1-212,-5 2 1,-5 0-1,7-1-717,-5-3 1,7-1 0,6 0 0,2-1 0,-1-1-1,-4 0 1,-6 0 0,-9 0-1257,4 0 1,-11-4 1580,-4-9 0,-34 19 1,1 11-1</inkml:trace>
  <inkml:trace contextRef="#ctx0" brushRef="#br0" timeOffset="28998">8861 14517 7533,'41'-10'1638,"-1"0"0,-23-27-842,18 44 1,16 17 0,-3 0-257,6-7 0,-15 1-1620,-31 6 260,-20 4 1,-12 11 0,-7-1 0,2-10 299,-6-14 0,-3-3 520,1 13 0,-5 7 0,8-1 0,21-13 0,44-17 0,2 0 0,0 0 0</inkml:trace>
  <inkml:trace contextRef="#ctx0" brushRef="#br0" timeOffset="29832">10202 14623 0,'-28'7'570,"-1"1"0,12-4-24,33-3 0,24-1 0,16-1 0,7 1 0,-4-1 0,-13 2 538,-3 3 1,-6 1-1,7-2-1423,-5-4 0,7-3 0,5-1 0,2 0 0,-1-1 1,-4 2-1,-7 1 0,-11 4-1280,0 6 0,-9-3 1838,8-19 0,-24 22 0,-5 3 0</inkml:trace>
  <inkml:trace contextRef="#ctx0" brushRef="#br0" timeOffset="30289">10805 14464 7533,'11'-24'1638,"0"1"0,17-10-1225,1 31 0,13 9 1,8 6-1,0 3 1,-4-1-1,-12-2-98,-2 1 0,-6 6-315,2 8 0,2 10 0,-7 1 0,-17-7-510,-29-8 0,-19-6 1,0 2-311,11 3 1,-2 2 0,3 0 0,7-3 539,-6 15 0,52-6 0,4-26 0,1 0 0</inkml:trace>
  <inkml:trace contextRef="#ctx0" brushRef="#br0" timeOffset="31118">12195 14605 7533,'-27'4'404,"-1"0"1,5 13 687,47-11 0,25-3 0,6 0-1009,-17 3 1,5 1 0,3 0 0,1 1-1,-2-1 1,-2-3-246,-1-1 0,-2-1 0,0-1 0,0-1 1,1 0 161,9 1 0,5 1 0,-1-1 0,-11-2 0,-17-2 0,-18-3 0,17-17 0</inkml:trace>
  <inkml:trace contextRef="#ctx0" brushRef="#br0" timeOffset="31603">12823 14534 7533,'44'-5'655,"-1"-1"0,1 0 1,-1 0-1,1 0 0,-16 16-732,0 11 0,7 12 0,-3 4 0,-18-5-688,-30 9 1,-17-1 764,-3-5 0,-4 0 0,23-9 0,54-13 0,-8-1 0,-1 0 0</inkml:trace>
  <inkml:trace contextRef="#ctx0" brushRef="#br0" timeOffset="32395">14276 14587 6633,'-45'0'3276,"30"0"-2239,36 4 0,25 2 0,5 0-858,-13-1 1,3 1 0,3 0 0,1-1 0,0 0-315,-2 0 0,2-1 0,1-1 0,-1 1 0,0-1 1,-2 0-522,2 1 1,0 0-1,-2-1 1,-3 0 0,-4-1 536,20-3 1,-26 0 0,-38 1 0,-30 10 0</inkml:trace>
  <inkml:trace contextRef="#ctx0" brushRef="#br0" timeOffset="33077">14903 14446 7533,'33'-3'1638,"1"0"0,-18-6-1214,15 12 0,16 8 0,6 5 0,-1 2 1,-13-2 24,-8 5 1,-2-1-990,17-4 1,7-2-1,-17 1 1979,-25 9-3777,-12-24 2967,-10 8 0,-17 16 1,-11 9-702,9-13 0,-6 2 0,-1 0 0,1 0 1,5-1-1022,4 3 1,5-1 0,-4-1 660,-11 3 1,-8 2 0,7-5-1,23-12 1,54-25 0,-20 5-1</inkml:trace>
  <inkml:trace contextRef="#ctx0" brushRef="#br0" timeOffset="40566">24772 5768 7533,'-13'-18'-270,"2"1"540,33-1 359,0 0 721,9 9-1800,-13 1 270,-13 8 720,-5 0 269,-5 0-1349,3 0 900,-3 0 180,0 0-540,3 0 315,-22 2 0,-17 4-567,4 0 0,-6 2 0,-5 2 0,-2 2 0,-1 1 218,12-2 0,-2 2 1,0 0-1,-2 2 0,-1 0 1,0 1-1,-1-1 0,-1 0-10,2-1 0,-1 0 0,-1 0 0,0 0 0,-2 0 0,1 1 1,-1 0-1,0 0 0,0 2 0,0 0 81,6 0 1,-1 0-1,-1 1 1,0 1-1,0 0 1,0 0-1,1 1 1,0-1-1,0 1 1,1-1-1,0 0 1,2-1 2,-5 2 0,0-1-1,2 0 1,0 0 0,1 0 0,0 0 0,0 1 0,0 0 0,-1 1-68,3 0 0,-1 0 0,0 1 0,0 0 0,0 1 0,1 0 0,0 0 1,0-1-1,2 1 0,1-2 15,-7 5 0,2-1 0,1-1 0,0 1 0,1 0 1,-1 2-1,0 2 33,4-2 0,-1 1 0,0 2 0,-1 1 0,1 0 0,0 1 0,1-1 0,0 1 0,1-2 69,0 1 1,0 0 0,2 0 0,0 0 0,0-1 0,-1 2 0,1 0 0,-2 1-63,3-2 0,-1 1 0,-1 1 0,-1 0 0,1 1 0,0 0 0,1-1 0,1-1 0,2-2 0,3-1 99,-8 11 0,3-2 0,2-2 0,2-1 0,0-1-936,-4 3 1,0-1-1,5-3 1,8-8 449,10-3 360,31-26 0,7-8 0,-5-14 0,1 8 0,-1-1 0</inkml:trace>
  <inkml:trace contextRef="#ctx0" brushRef="#br0" timeOffset="41250">21018 7532 7533,'-28'-12'3276,"29"45"-4071,-1 2 0,-1 10 0,1 3 0,3-7 840,10 1 0,-1 0 487,-15 5 0,-7 11 0,3-8 0,11-25 233,15-33 0,9-15-641,7 1 1,9-5 0,1-2 0,-3 3-1218,-5 2 1,-2 2 0,3-2 764,-2 1 0,3-3 0,1-1 1,-2 4-1,-5 4 0,7 2 1,-3 5-1,5-4 0,0 0 1</inkml:trace>
  <inkml:trace contextRef="#ctx0" brushRef="#br0" timeOffset="42684">20674 8890 7533,'13'-33'1709,"-12"11"-1664,-35 33 0,-15 15-15,22-11 0,-1 2 0,-5 6 68,7-2 0,-4 4 0,-3 3 0,-4 4 0,-1 3 0,-1 1 0,-1 2 1,0 0-1,1 0 0,3 0 0,2-2-66,3-2 1,1 1 0,1 1 0,1 0-1,1 0 1,-1 1 0,1-1 0,0 1-1,-1-1 1,-1 0 0,0-1-33,-2-1 0,-1 0 0,-1-1 0,0 0 0,0 0 0,-1 0 0,2 0 0,0 1 0,1 1 0,3 0 0,1 2 116,-1 5 1,0 3 0,1 2 0,2 2 0,0-1 0,3-1 0,1-1 0,3-3 0,3-3 0,2-4-730,2 6 0,5-5 0,3-2 0,-3 2 635,-4 10 1,-1 3-1,0-1 1,4-7-1122,2 14 0,5-26 919,0-32 180,0-6 0,-6-7 0,-1-5 0</inkml:trace>
  <inkml:trace contextRef="#ctx0" brushRef="#br0" timeOffset="43311">19124 10389 7533,'-25'-27'-450,"6"17"1229,13 32 1,5 18 0,1 2-361,-2-3 1,0 0 0,2 4-294,2-4 0,1 3 0,1 1 0,0-2 0,-1-4 293,-1 2 1,0-4 0,3-5 164,4 0 1,5-13-360,16-40 0,8-22-1045,-7 15 1,4-3 0,1 0 0,-2 3-274,1 1 1,-1 1 0,1 1 790,7-5 0,0 0 0,-13 10 0,-18 14 0,-18-2 1</inkml:trace>
  <inkml:trace contextRef="#ctx0" brushRef="#br0" timeOffset="44699">18988 11183 7533,'-11'-33'1259,"-24"43"-1109,4 7 0,-7 8 0,0 9-9,13-6 0,-2 6 1,1 4-1,-2 2 0,1 1 1,0-1-1,1-2-21,-2 0 0,1-1 0,0-1 0,0 2 0,0 2 0,-1 4-55,7-8 0,-1 3 1,0 3-1,-1 2 1,0 2-1,1-1 1,0 0-1,1-2 0,2-2 1,1-3-1,2-4-202,-7 13 1,5-7-1,1 0 1,-2 5 91,4-7 0,-1 3 0,-1 3 0,0 1 0,1 1 0,-1-2 0,1-2 0,1-5 180,-4 11 0,0-6 0,1-1 0,-1 5-31,2-5 1,-1 4 0,-1 1 0,1 1 0,0-3 0,1-3-90,-1 2 0,1-3 0,0-1 0,1 4-60,2-6 0,0 3 0,-1 2 0,2-1 0,2 0 1,2-3 490,1 5 0,4-2 0,2 0 0,-1 2-87,1 1 1,0 2 0,1 0 0,0 1 0,-1-2-522,0-3 0,0 1 0,-1-1 1,2-2-1,2-5-828,8 17 1,-1-12-2288,-8-19 2989,5-44 0,3-5 0,2-1 0,16-8 1</inkml:trace>
  <inkml:trace contextRef="#ctx0" brushRef="#br0" timeOffset="45434">17635 13776 7533,'-41'0'1124,"29"22"0,6 11-472,2 1 0,2 7 1,1 3-1,2 0-405,3 3 0,2 2 1,1 1-1,-2-2-247,0-5 0,0 1 0,-1-2 0,-3-5 180,-3 17 0,-4-24-270,-10-57 480,27 3 0,13-5 0,1 0-1110,0-2 0,1 0 1,4-1 719,1 1 0,4-1 0,-1 0 0,-5 1 0,-6 3 0,-3 0 0,-5 2 0,-6-3 0,1 1 0</inkml:trace>
  <inkml:trace contextRef="#ctx0" brushRef="#br0" timeOffset="64871">18903 14711 7533,'-20'0'1709,"8"0"809,12 0-2248,1 0 720,5 0 179,-6 0-989,76-39-45,-39 25 0,5 2 269,0 1 1,6-1 0,1 1 0,-3 2-196,-1 2 1,-2 1 0,2 3-30,-4 3 0,2 2 0,0 1 0,-5 0-45,9 1 0,-2 2-75,-6 1 0,2 2 0,-5 0 119,-7 1 1,-2 0-360,10-1 1,-4 0-91,-13-1 90,2-8-2429,-20 0-668,3 0 2457,-5 0 1,17-8 0,3-2 0</inkml:trace>
  <inkml:trace contextRef="#ctx0" brushRef="#br0" timeOffset="65926">19887 14429 7803,'-11'-18'3276,"2"0"-886,-3 24-1130,45 22-931,-10-5 1,5 5 0,1-1-540,9-3 0,2-2 0,-1 1 690,-9-1 0,-2 0 0,0-6-121,8-3 1,-12-10-270,-24-5-450,-16 2 270,-14 16 0,-10 12 0,-4 1-45,5-8 0,-2 1 0,-2 0 1,3 1 21,3-2 1,2 2-1,0-2 1,2 0-981,-9 4 1,2-1 0,23-10 272,28-14 1,1 15 0,-20 5 0</inkml:trace>
  <inkml:trace contextRef="#ctx0" brushRef="#br0" timeOffset="73679">20711 14340 7623,'-38'0'3276,"19"0"-2325,9-7-717,18-16 0,15-14 0,7-7 0,1 0 0,-8 9-189,-5 2 0,2-2-63,-3 8 0,4-6 0,4-5 0,2-4 0,2-2 0,1-1 0,0 1 0,-1 2 0,-2 3 0,-2 5 0,7-7 0,-3 5 0,0 3 0,0-2 0,4-5-21,-8 9 0,1-3 0,2-2 0,1-2 0,0 0 0,0-1 0,1 1 0,-2 2 1,0 0-1,-2 4 158,6-8 1,-2 3 0,0 2 0,0 0 0,0-1 0,2-1-177,-3 3 1,3-1 0,0-2 0,1 0 0,-1 1 0,-1 1 0,-2 2 0,-4 4 78,3-3 0,-5 4 1,1 0-1,4-4 79,-1 4 0,5-5 0,3-3 1,1 0-1,-1 0 0,-2 3 1,-4 4-1,-6 6 34,4-5 0,-1 3 89,2-4 1,8-7 0,0-2 0,-3 5 0,-12 10-495,-7 5 270,4-6 0,-4 9 0,-14 23 0,0 25 0,0 14 0</inkml:trace>
  <inkml:trace contextRef="#ctx0" brushRef="#br0" timeOffset="74495">22249 12153 7533,'-32'-10'1638,"50"-25"0,17-8-218,-12 18 0,6 1-1222,4 2 0,9-3 0,4-1 0,-2 2 0,-8 3-243,4-2 0,-2 5 164,4 6 1,3 4 0,-14 5-120,-20 7 1620,-11 19-811,0-13-1619,1 21 1,2 18-1,0 4 1,1-12-2468,4 8 2974,-5-7 0,-1 13 0,1-8 0,1-26 1,1-37-1,-5-3 0</inkml:trace>
  <inkml:trace contextRef="#ctx0" brushRef="#br0" timeOffset="78272">22889 12188 8252,'7'-29'2609,"4"-10"-3419,-10 35 271,-1-4 673,-10 25 1,-8 15 22,0-1 1,-3 5-1,-2 3 1,1 0-91,2 0 1,0 1-1,0 1 1,-3 4 34,4-7 1,-4 5 0,0 2 0,-1 1 0,1-1 0,2-4-1,3-3-175,0-1 1,4-3 0,0-1 0,-2 2 54,-1 2 0,-3 3 0,1 0 0,1-1 0,3-3 228,1 6 0,3-2 0,-1-3-151,1-6 1,-1-2 0,1 6-545,2 1 1,-1 7 0,1 4 0,0-1-1,1-3 1,1-8 574,-2 8 0,1-1 0,2-2 0,-2 5 0,1 2 0,1-3-76,0 4 0,0-3 0,0-7 76,2-12 0,-1-1 389,-1 14 1,-1 4 0,4-23-660,3-30-557,0-7-882,0 7 2438,0-13 0,10-5 0,4-17 0</inkml:trace>
  <inkml:trace contextRef="#ctx0" brushRef="#br0" timeOffset="79069">22102 13688 7263,'-26'-18'1638,"12"38"0,5 13-546,8-2 0,4 5 0,-1-1-518,-3-2 1,-1 0-1,2 3-417,5 7 1,3 4-1,1 0 1,2-8 67,5 0 0,1-3-136,-5 13 1,4-10 990,23-31-721,-21-33 1,-2-18 0,2 1-360,6 2 0,3 1 0,0-2 30,-3-1 0,0-1 0,2 3-1123,0 3 1,2 3 0,-3 9-2185,8 9 0,-2-15 3013,-8 31 1,-5 0 0,2 0 0</inkml:trace>
  <inkml:trace contextRef="#ctx0" brushRef="#br0" timeOffset="80172">22964 14658 7263,'-27'-8'3276,"43"-25"-1425,-9 9-1559,15 4 0,13-5 1,7 1-1,-2 5-270,-1 7 1,3 5 0,0 2-1,3 0 68,-4-1 0,1 1 0,2 1 0,0 1 0,0 3 215,1 3 1,2 2 0,-1 2 0,-3 2 0,-3 0-126,2 6 0,-4 2 0,-3-2-495,4 0 0,-7-6 315,-5-11 0,-20 2 0,5 10 0</inkml:trace>
  <inkml:trace contextRef="#ctx0" brushRef="#br0" timeOffset="80861">23787 14340 7533,'-27'-14'1638,"0"-1"0,4 7 1022,57 36-2510,-8-12 0,5 2 0,4 1-105,2-3 0,5 1 0,-1 0 0,-7 3 719,4 14 1,-13 5-1125,-9 2 0,-17 4 54,-20-15 0,-17 3 1,-8-1-1,0-3 0,9-2-24,4-3 0,4-4 1,-1 2 329,-17 14 0,-1 1 0,28-16 0,45-24 0,1-5 0,1 0 0</inkml:trace>
  <inkml:trace contextRef="#ctx0" brushRef="#br0" timeOffset="90861">24772 14182 7533,'-19'0'359,"1"0"631,6 0-1,0-29 1,3-21-1,1 3-854,1 12 0,3-8-409,6 12 1,1-8 0,2-6 0,1-6 0,2-3 0,0-3 0,1-1 0,1 1 0,0 1 0,-1 3 0,0 5 0,0 5 140,1-5 1,0 6-1,0 4 1,1-1 0,3-5-1,2-8 152,-6 20 1,2-3-1,1-4 1,2-3-1,0-1 1,1-4 0,1 0-1,1-3 1,0 0-1,1-2 1,0 0 0,0 0-1,1 0 1,-1 0-1,0 2 1,0 0 0,0 1-1,-1 3 1,-1 1-1,0 3 1,-2 2 0,0 4-1,-1 3 68,8-19 0,-3 8 0,-2 6 0,0 1 0,2-2 0,3-4 0,4-8-49,-10 19 0,2-2 0,2-4 0,2-2 0,1-2 0,1-2 0,1-2 0,2-2 0,0-1 0,0-1 0,1 0 0,1-1 0,0 0 1,-1 0-1,1 1 0,-1 0 0,0 1 0,-1 1 0,-1 2 0,0 2 0,-2 1 0,0 3 0,-3 2 0,0 3 0,-3 3 0,-1 4-38,10-19 0,-6 10 0,-2 5 0,0 0 0,4-3 0,7-7 40,-9 13 1,1-2 0,3-3 0,1-3 0,2-2 0,2-1 0,1-2 0,1-1 0,2-1 0,0-1 0,0 0 0,2 0 0,-1 1-1,1 0 1,0 2 0,-1 1 0,0 1 0,0 3 0,-1 2 0,-2 2 0,0 4 0,-1 3 84,11-6 1,0 4 0,-1 5 0,0 3 0,0 2 0,-1 0 0,1 1 0,-1-2 0,1-2 0,0-3-126,-4 0 0,1-3 0,-1-2 0,0 0 0,1-1 0,-1 0 0,1 0 0,-1 0 0,1 2 0,-1 2 0,1 2 0,0 2 60,8-1 0,2 2 0,3 2 0,0 1 0,-2 2 0,-3 1 0,-4 2 0,-5 2 0,-8 2-195,5-3 0,-5 4-630,19 5 1,-14 6 134,-32 1 630,9 12 0,11-16 0,11 0 0</inkml:trace>
  <inkml:trace contextRef="#ctx0" brushRef="#br0" timeOffset="91911">28231 8643 7533,'-39'-23'719,"1"-1"1,3 5-1,4 5 631,11 6-1170,10 8 449,55 16-324,-10-9 1,10 1 0,5 0 0,0 1 0,-7 2-276,3 4 0,-4 3 0,4-2 78,-3-6 0,6-2 0,1 1 0,-6-1 0,-11 2-108,5 13 0,-39-7 180,-10 4 382,-10 7 0,-11 11 0,-3 4 1,1-4-1058,5-8 0,0-1 0,0-1 1,-1 2 440,2-1 0,-2 1 0,1 0 0,1-1 0,2-4-276,-8 5 0,3-4 0,20-11 330,31-19 0,10-8 0,-1-7 0,2 1 0,1 0 0</inkml:trace>
  <inkml:trace contextRef="#ctx0" brushRef="#br0" timeOffset="95181">28760 9102 7263,'19'-16'3276,"-7"4"-1965,-12-13-2480,-34 31 1049,6 6 0,-5 6 0,-2 3 97,4-2 1,-2 2-1,-1 3 1,-3 4 246,7-5 1,-3 5 0,-2 2 0,-1 1 0,0 0 0,2 0 0,1-3 0,3-3-203,-5 4 1,3-4-1,0 0 1,-3 6-57,5-3 0,-3 5 1,-2 2-1,0 2 0,-1 0 1,2 0-1,1-1 0,4-3 70,-3 5 0,4-2 0,1-1 0,1 0 0,-1-1-36,1-2 0,0-2 0,0 1 0,0 1 0,0 4 269,2 3 1,-2 6 0,0 3 0,1 0 0,2-2 0,3-5 0,4-8-450,0 2 0,2 1 285,0 1 0,-4 10 0,-1 5 0,0-1 0,2-6 0,3-13-825,-8 9 690,6-3 0,-2 4 0,8-22-3247,21-59 3152,-8 23 0,14-9 0,-11 27 0</inkml:trace>
  <inkml:trace contextRef="#ctx0" brushRef="#br0" timeOffset="95684">27233 10460 7533,'-27'-30'3276,"0"54"-1638,20 19 0,7 12-819,1-13 0,0 5 0,4 0 0,3-5-18,7 0 1,4-3 0,7-14-503,15-16 1,8-13 0,-3-11-1120,-16-4 1,-2-8 0,-1-4 0,-1 1 747,3-3 1,1-2-1,-3 2 1,-7 6-1,1-10 1,-27 84-1</inkml:trace>
  <inkml:trace contextRef="#ctx0" brushRef="#br0" timeOffset="96859">26839 11659 7533,'11'-33'3276,"-13"27"-3115,-25 23 0,-13 23 123,16-11 1,-2 8 0,-1 4 0,-1 3 0,-1 0 0,2 0-93,1-4 1,0 0 0,-1 1 0,1 1-1,0 1 1,0 1 0,1 2-235,5-7 1,-1 2-1,0 1 1,1 1-1,0 0 1,0 1-1,1 0 1,1 0-1,0-1 1,2-1 209,-1 6 1,1-1 0,1 0-1,1-1 1,1 1 0,0-1-1,0 0 1,0 0-68,1-3 0,0 0 0,0 0 1,0 0-1,1 0 0,0-1 0,1-1 1,0 0 177,0 7 0,0 0 0,2-1 0,-1-1 0,0-2 0,0-3-324,-3 3 0,-2-2 0,2-3 0,4-3 225,3 15 0,4-12-989,3-21-721,3-11-1747,-5-7 2882,0-7 0,6-27 0,1-13 0</inkml:trace>
  <inkml:trace contextRef="#ctx0" brushRef="#br0" timeOffset="97376">25843 13600 7533,'-26'19'1092,"0"1"0,12 9 0,8 6-273,11 0 0,7 6 0,4 1 0,0-5 273,0 2 0,2-3 0,5-7-201,6-7 1,5-7 0,-3-15-870,-5-21 1,-3-17-1,-1-6 1,-2 4-1116,0 4 1,-2 1 0,1-1 789,3-13 0,1-1 0,0 23 0,19 49 0,-20-1 0,1 1 1</inkml:trace>
  <inkml:trace contextRef="#ctx0" brushRef="#br0" timeOffset="99025">26926 14658 7263,'-20'-18'3148,"-2"8"-1799,15-5-629,-6 5-180,1-8-630,-1 9 809,7 1 630,0 8-719,12 8 899,17 1-1080,10 2 1,12 1 0,3-1-450,-5-5 0,4-2 0,1-2 0,1-1-108,-1 0 0,1-1 0,2-2 0,-1 0 1,0-2-181,-2-2 0,2-1 0,-2-1 0,-3-1 1,-3-1 77,1-3 0,-5-2 0,-3 4-1429,5 3 1,-15 8-1639,-32 22 2711,0 13 1,2-9 0,5-9 0</inkml:trace>
  <inkml:trace contextRef="#ctx0" brushRef="#br0" timeOffset="99626">27714 14393 7533,'-26'-18'1638,"1"-1"0,-1-14 1638,71 39-2621,-12-1 0,11 2 1,4 2-1,0 1 0,-4 2-54,-1 3 0,-3 2 0,0 1 1,1-2-836,2-4 0,6-3 0,-1 0 0,-10 3 0,-16 3-261,-21 18 1,-16-3 224,-23-16 144,4 1 0,-12 7 0,-5 3 0,3 1 0,11-3-1513,3 7 1,4 1 1496,-1-5 1,-5 4 0,5-1 0,16-4 0,29 10-1,19-27 1,0 0 0</inkml:trace>
  <inkml:trace contextRef="#ctx0" brushRef="#br0" timeOffset="103753">28514 14340 7533,'-25'-23'719,"11"9"-389,19-13 0,13-11 0,3-1-38,0 5 0,3-1 1,3-1-1,2-4-241,-4 7 0,1-3 1,2-1-1,1-1 1,1-2-1,0 0 1,-1 0-276,-3 4 1,0-1-1,0 0 1,1-1 0,0-1-1,0 1 1,-1 0 0,1 0-1,-1 2 224,1-2 0,0 0 0,0 1 0,0 0 0,-1 1 0,1-1 0,0 1 0,1-1 78,1-2 1,0 0 0,0-1 0,1 1-1,-1 0 1,1 1 0,0 1 0,-1 2 53,5-4 0,-1 3 1,0 1-1,1 0 1,0 1-1,3-1-54,-4 5 1,1 0 0,2 0 0,0 0-1,1 0 1,-1 1 0,-1 0 0,-1 2-4,3-3 0,0 1 0,-2 0 0,1 2 0,-2 0 0,0 1 140,2-2 1,0 1 0,-1 0 0,-3 2 0,-3 2-261,15-13 0,-17 8-45,-24 16 0,2-4 1040,-11 16-3468,-1 0-759,-4 0 3128,9 8 0,-14 25 1,2 14-1</inkml:trace>
  <inkml:trace contextRef="#ctx0" brushRef="#br0" timeOffset="104593">30285 12065 7533,'-24'-17'1638,"1"1"0,5-6-713,24-10 1,17-1-657,8 18 1,12 6 0,4 2 0,-2-3-450,-1-3 0,-1-2 0,1 1 1,-1 3 516,-1 6 0,1 2 0,-2 2 1,-4 1 111,9-3 1,-17 9-180,-40 28 0,-18 13-765,11-12 0,-4 3 1,1 1-1,3-2-598,4-2 1,2-2 0,0 1 873,-8 12 1,-1 1 0,15-21-1,32-36 1,4-17 0</inkml:trace>
  <inkml:trace contextRef="#ctx0" brushRef="#br0" timeOffset="106109">30790 12383 6993,'0'-18'2429,"-6"-15"-1260,5 11-629,-21 28-540,0 21 0,-4 18 0,-1 8 0,9-17 0,0 6 0,-1 4 0,-1 2 0,0 1 0,0 0 0,0-2 0,1-3 26,0-3 1,1-2 0,1-1 0,-1 0 0,0 1 0,-1 1 0,-1 3 99,1-2 0,-1 3 0,-1 2 0,-1 1 0,0 1 0,0-1 0,1-1 0,1-1 0,1-4 0,1-3 71,-2 8 1,1-6 0,2-1 0,0-1 0,0 3 15,1-2 0,0 1 0,-1 0 0,2 1 0,2-2 0,3-3 56,-1 16 1,5-3 0,6-3-480,5-4 0,5-2 1,4-12-3068,24-16 2702,-14-34 0,-14-17 0,-3-2 0</inkml:trace>
  <inkml:trace contextRef="#ctx0" brushRef="#br0" timeOffset="106675">30015 13829 7533,'-33'-14'3276,"10"57"-2184,19-11 0,5 5 0,2 4-694,1-3 1,2 6-1,1 0 1,-1-1 0,0-4-369,-2 0 0,-1-4 0,2 1-30,4 16 0,2 1 0,1-25 809,1-34 0,3-14 1,3-9-1140,7-9 0,3-6 1,0 2-764,-6 12 1,0 1 0,2 0 714,7-10 1,2 0-1,-1 13 1,-4 23 0,-1 6-1,-1 2 1,1 0 0</inkml:trace>
  <inkml:trace contextRef="#ctx0" brushRef="#br0" timeOffset="107663">30901 14570 7533,'-24'-8'1889,"-1"6"-270,11-6 90,19 16-2107,24-3 0,15-3 0,-3 1 488,-13 2 0,4 0-190,-2-5 0,9 0 0,7-1 0,4 0 0,2-1 0,0-1 1,-2 0-1,-4 0 0,-7 0-68,6-2 1,-6 0 0,-1-1-1,5 0 463,-2 3 1,6-1-1,3 1 1,0 0 0,-3-1-1,-6-1 1,-8 0-161,9-6 0,-19-2-135,-25 4 0,7-1 0,15 2 0</inkml:trace>
  <inkml:trace contextRef="#ctx0" brushRef="#br0" timeOffset="108453">31873 14323 7533,'-45'-10'3276,"-1"2"-886,52 16-2300,-6-6 144,19 4 0,23 1 0,11 3 0,-1 1 0,-13 2-54,-4 11 0,-3 1 224,9-12 1,9-3 0,-6 1 0,-23 4-435,-30 9 0,-20 3 0,-5 0-60,2-4 0,-6 0 0,-2 0 0,1-1 0,5-1-870,-1 1 1,5-2 0,0 3 959,-12 13 0,1 3 0,24-12 0,58-19 0,-14-4 0,-1 1 0</inkml:trace>
  <inkml:trace contextRef="#ctx0" brushRef="#br1" timeOffset="225991">18607 10760 9450,'-23'40'48,"1"0"1,-1 0-1,1 0 1,6-9-1,2-4 1,-3 6-1,0-1 1,-4 6 0,-1 3-1,-1 1 1,1-2-1,3-4 1,1-2-1,0 0 1,0 1-1,0-1 1</inkml:trace>
  <inkml:trace contextRef="#ctx0" brushRef="#br2" timeOffset="241985">13807 7902 7533,'6'-33'1638,"3"8"0,0-3-938,-3-12 1,-8 0-836,-15 5 0,-11 11 135,-8 17 0,-9 12 0,1 11 305,11 5 1,-1 9 0,1 6 0,2 3 0,5-1-126,3 1 0,2 2 0,4 1 0,5 0 0,7-2-135,10 2 0,7 0 0,6-2 0,2-5-15,3 2 0,5-4 0,4-15-30,7-26 0,8-16 0,-7 0 0,-21 15 2608,-34 31-2428,29-36-180,1 45 0,0 27 0,-3-10 0,-4-16 0,16-4 0,-1 0 0,0 0 0</inkml:trace>
  <inkml:trace contextRef="#ctx0" brushRef="#br2" timeOffset="244021">30408 7885 7533,'6'-26'3276,"1"-9"-2864,0 13 757,-2-17-1439,-32 4-433,-9 39 0,-15 17 0,-3 2 0,8-8 748,2-20 0,4 8 36,14 19 0,-4 15 1,0 9-1,1 5 1,3-1-1,7-5 1,7-12-82,10-5 0,6 1 18,0 7 0,2 12 0,2 2 0,4-10 0,5-18 27,13-32 0,9-23 0,0 0 0,-8 22-865,-10 40 1,-8 23 0,1 2 0,7-22 693,21-39 0,7-19 1,-13 20-1,-24 38 0,-12 21 1,-4-4-1,3-26 1,7-63-1</inkml:trace>
  <inkml:trace contextRef="#ctx0" brushRef="#br3" timeOffset="474667">31397 11818 24575,'0'0'0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30:57.712"/>
    </inkml:context>
    <inkml:brush xml:id="br0">
      <inkml:brushProperty name="width" value="0.09071" units="cm"/>
      <inkml:brushProperty name="height" value="0.09071" units="cm"/>
    </inkml:brush>
    <inkml:brush xml:id="br1">
      <inkml:brushProperty name="width" value="0.12095" units="cm"/>
      <inkml:brushProperty name="height" value="0.12095" units="cm"/>
    </inkml:brush>
  </inkml:definitions>
  <inkml:trace contextRef="#ctx0" brushRef="#br0">10990 11518 7803,'-6'-35'1638,"-16"7"0,-6 5-1766,-12 15 397,7 10 1,-11 3 0,-4 4 0,2 6 0,9 5 269,9 9 1,5 7 0,4 5 0,3 0-1,3-4-569,0 8 0,6-2 0,7 1 30,4-6 0,4 3 0,6-3 0,6-10 0,14-13 0,10-10 0,2-5 0,-10 1 0,-7 0 0,-1 0 0</inkml:trace>
  <inkml:trace contextRef="#ctx0" brushRef="#br0" timeOffset="802">11186 11730 7982,'-1'-20'779,"27"15"1,18 7 0,-4 1-780,-6 2 0,0 2 0,3 0 0,2 1 0,-14 3 0,-20 6 0</inkml:trace>
  <inkml:trace contextRef="#ctx0" brushRef="#br0" timeOffset="1174">11236 11906 7533,'34'-10'3276,"1"3"-2912,-3 2 0,10 0 0,0 1 0,-6 2 0,-5 4 0,-2 0 0,15-5 0,0 0 0</inkml:trace>
  <inkml:trace contextRef="#ctx0" brushRef="#br0" timeOffset="1891">11457 11624 6633,'-28'-27'3276,"45"25"-1638,19 18 0,9 11-1094,-8-7 1,2 2 0,-4 2 219,5 11 1,-12 3-1215,-21-5 0,-12 1 300,-16-8 0,-10-1 0,-1 0-480,-1 0 1,-1 0 0,5 1-1010,6 11 1,5-1 1152,-4 5 1,67-49 0,-12-11 0</inkml:trace>
  <inkml:trace contextRef="#ctx0" brushRef="#br0" timeOffset="3260">12269 11536 7533,'0'-30'1638,"-13"52"0,-7 19-1591,3-6 0,-3 4 1,0 3 203,3-7 1,-1 4 0,-1 1 0,1-1 0,1-4 527,-7 6 1,2-3 0,13-3 839,26 9 0,17-10-3258,9-21 1,8-10 1386,-9-1 1,1-1-1,-2 0 1,3 1 0,-7-4-1,-7-18 1</inkml:trace>
  <inkml:trace contextRef="#ctx0" brushRef="#br0" timeOffset="5476">14263 11553 7533,'7'-17'3276,"9"-9"-1965,-2 7-1131,-1-7 0,-24 16-180,-5 3-338,-14 12 1,-13 11 0,-5 4 0,8 1 486,5 2 1,5 2 0,0 6-60,2 5 0,-4 8 0,3 3 0,10-6 0,16-13 674,40-16 1,13-3-435,-27 19 0,-3 7 0,6-6-1140,12-12 1,9-7-1,-2-2 1,-10 2 809,1 20 0,-17 8 0,-1 10 0,2-15 0,21-25 0</inkml:trace>
  <inkml:trace contextRef="#ctx0" brushRef="#br0" timeOffset="6206">14792 11695 7623,'-14'-8'1638,"34"9"0,15 4-1261,-3-5 0,4-1 0,0 4-377,0 3 0,-1 4 0,-2-1 0,7 0 0,-16 2 0,-41 14 0</inkml:trace>
  <inkml:trace contextRef="#ctx0" brushRef="#br0" timeOffset="6535">14828 11889 7533,'-24'0'3276,"16"0"-1638,26-1 0,15 2-3025,13 2 0,5 1 1387,-11 0 0,2 0 0,-1-2 0,-5-2 0,-1-2 0,-3-2 0,1-2 0,-1 1 0</inkml:trace>
  <inkml:trace contextRef="#ctx0" brushRef="#br0" timeOffset="7304">15124 11695 7353,'0'-45'2159,"0"17"-91,0 5-1618,0 21 180,17-6-241,13 18 1,12 12 0,-1 1-510,-8-4 0,-1 1 0,2 1 330,10 3 0,3 1 0,-10 1 329,-9 1 1,-16 3-1050,-34 2 1,-20 3-1,3-6-1129,13-10 1,-1-1 1479,-15 14 1,-3 4 0,25-16-1,26-20 1,14-10 0</inkml:trace>
  <inkml:trace contextRef="#ctx0" brushRef="#br0" timeOffset="8857">16109 11642 7982,'18'-27'1092,"1"1"0,-3 2 0,-7 3 1029,-23-7-2256,-11 23 1,-8 10 178,-1 9 1,-6 7 0,0 6 0,4 1 539,7 2 1,2 2 0,3 2 0,2 2-68,-5 4 0,0 2 1,6 1-1,13-4-8,19 5 1,14-3 0,6-10-1603,4-16 1,4-8 0,1-4 623,-4 1 1,1-2 0,-6-8 0,-1-13 0,-15-1 0,-37 10 0</inkml:trace>
  <inkml:trace contextRef="#ctx0" brushRef="#br0" timeOffset="11594">13007 12153 9512,'-19'-10'329,"-5"32"1,3 11 0,13 6 0,-5 8 0,0-1-1</inkml:trace>
  <inkml:trace contextRef="#ctx0" brushRef="#br0" timeOffset="12475">17057 11977 10321,'-8'41'-90,"-1"0"0,-1-9 0,-6-1 90,-10-1 0,-7 0 0,4-4 0,-4 9 0,4-27 0,0 0 0</inkml:trace>
  <inkml:trace contextRef="#ctx0" brushRef="#br0" timeOffset="14294">18041 11695 7803,'11'-34'3276,"-8"13"-1245,13-20-1942,-15 29 631,5-20-1979,-39 21 1259,25-7-90,-19 19 0,-15 12 0,-5 4 0,9-1 270,4 0 0,0 5 366,2 2 0,-7 7 0,-3 4 0,1 1 0,6-1 0,12-4 469,3 14 1,20-1-1309,16-5 1,13 4 0,6-3-1,-2-9 293,-3-13 0,1-7 0,4-2 0,13-1 0,9-2 0,-6 0 0,-18 1 0,-23 4 0</inkml:trace>
  <inkml:trace contextRef="#ctx0" brushRef="#br0" timeOffset="15467">18041 11924 7982,'-20'-10'3276,"8"34"-2575,5 5 0,3 4-2340,3 2 1,1-1 1555,-4-1 1,2-5 0,8-13 0,1-24 0</inkml:trace>
  <inkml:trace contextRef="#ctx0" brushRef="#br0" timeOffset="15811">17918 11924 7533,'-13'-30'157,"35"20"0,21 3 1,5 4-1,-8 0-157,-2 2 0,1 2 0,5-1 0,10 0 0,-5 0 0,-18 0 0,-20 0 0</inkml:trace>
  <inkml:trace contextRef="#ctx0" brushRef="#br0" timeOffset="16126">18681 11783 7533,'-19'-26'3276,"17"15"-3039,16-5 1,-5 39 0,1 7 0</inkml:trace>
  <inkml:trace contextRef="#ctx0" brushRef="#br0" timeOffset="16287">18644 11924 7533,'-4'10'719,"2"-2"1,32-8-1</inkml:trace>
  <inkml:trace contextRef="#ctx0" brushRef="#br0" timeOffset="17593">19333 11606 7533,'0'-17'2878,"-6"30"-2923,-10 21 0,-7 9 45,1-5 0,-1 3 0,-2 1 359,2-2 1,-2 2 0,1-1 0,1-3 149,-2-1 1,2-3 0,5-3 659,3 2 1,13-9-121,29-22 1,17-13-1,2 2-2142,-3 7 1,1 1 0,0-2 623,2-5 1,0-3 0,-4 9 0,1 14 0,-14 7 0,-30 11 0</inkml:trace>
  <inkml:trace contextRef="#ctx0" brushRef="#br0" timeOffset="30994">13918 12277 7533,'-24'-10'-270,"-6"18"630,15 19-1,2 10 1,4 3-270,7 5 270,-1-1 0,1-8 539,2-30-629,27 8-315,14-17 0,12-4 0,-18 6 0,4 0 0,4 1 0,2 1 0,3 0 0,0-1-139,-5 0 0,3 0 0,1 1 0,2-1 0,1 0 0,0 1 0,1-1 0,-1 0 0,-1 0 284,-1-1 0,1 1 0,-1-1 0,1 0 0,-1 0 0,1 0 0,-1 0 0,0 0 0,-1 0 57,5 0 0,1 0 1,1 0-1,-2-1 1,0 1-1,-3-1 1,-3 1-1,-4-2-135,7 0 1,-4-1 0,-4-1-1,-1 0 8,3-3 0,-2 0 0,-4 0-435,1-2 1,-2 0 224,3 0 0,-4 1 270,-1 1-630,-45 33 1296,-19 5-1115,17-3 628,13-3 811,7-22-1260,6 6 270,-1-8 180,0-8 1079,1-2-1259,5-16-540,6-17 450,2 4 0,-29 43 0,-13 29 0</inkml:trace>
  <inkml:trace contextRef="#ctx0" brushRef="#br1" timeOffset="45115">1482 18292 18328,'-16'-36'-257,"4"57"0,4 9 1,12-12-1,3 27 0,0 0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41:38.536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3351 6121 8432,'-9'-20'2069,"1"4"-1709,8 16 1889,0-7-1170,8-11-449,-6 6-630,5-11 449,-7 13-179,0 0-989,0-6 629,-23 7-30,-8 9 0,-8 6 0,1 1-15,-5 2 0,-2 4 22,8 1 1,-5 3 0,2 2-1,8-1 608,4 6 0,7 1-405,-4 4 0,11 1 359,31-1 1,13 1-180,-8 0 0,3 3 0,2 0-46,1-6 1,4 0 0,-1 0 0,-4 4-158,-5 3 1,-2 4-1,-3 0 1,0-1-488,6 3 0,-2-1 1,-10-1 299,-14-1 0,-9 0 0,-4-5 300,-12 3 0,-7-7 29,5-12 1,-4-5 0,-2-5 0,-10-8 0,-2-8 0,3-1-1849,-3-3 1,8-4 1569,11-1 1,15 1-1,29 10 1,16 18-1,-1 0 1</inkml:trace>
  <inkml:trace contextRef="#ctx0" brushRef="#br0" timeOffset="936">3545 6632 7623,'0'-35'3276,"0"8"-166,-15 1-4369,-5 32 1304,-10 14 0,1 11 719,12 8 1,9 6 164,9-4 1,5 2-1,3-3-929,-4 0 0,11-12 742,24-22 0,19-12 0,-2-10 1,-23-7-594,-35-8 1,-17-8 0,8-1-970,22 5 1,10-1 0,-2 0 0,-13 4 202,-26-4 1,-14 4-1,0 8 617,-1 8 0,13 8 0,53 8 0,7 0 0</inkml:trace>
  <inkml:trace contextRef="#ctx0" brushRef="#br0" timeOffset="2424">4075 6668 7713,'-20'0'3148,"-11"23"-2429,35-1 810,-8 7 1,2 0-1350,11-5 629,-1-1-359,4-61 0,0-20-1890,2 11 1470,-7 10 0,2-4 0,0 21 375,4 43 0,-2 9-135,-8-14-270,7 23 0,4-12 449,4-49 1,3-24 0,-3 7-270,3 3-330,8-2 0,7-4 0,-7 20 1050,-3 46-451,-2 8 1,4 10 0,-6-5-2089,-9-14 1,-2-1 1091,0 10 1,0 4 0,-2-10 0,-1-12 0,2 13 0</inkml:trace>
  <inkml:trace contextRef="#ctx0" brushRef="#br0" timeOffset="3366">4727 6844 12300,'30'-28'468,"-1"0"0,1 0 0,0 1 0,-1-1 0,7-11 0,-3 1 0,-18 3-622,-22 1 0,-12 11 829,-7 26 0,0 16 144,9 10 0,4 13 0,5 3 0,8-6 273,12-6 0,8-4 0,2 1-2185,1 8 1,3 1 0,3-12 760,21-22 1,-2-7 0,-11 18 0,-28 23 0</inkml:trace>
  <inkml:trace contextRef="#ctx0" brushRef="#br0" timeOffset="4943">6215 6597 7533,'-6'-18'1092,"3"39"0,2 24 0,-2 5-740,0-12 0,0 4 0,-1 2 1,0 1-1,0-2 467,0 8 0,0 0 0,-1-2 0,-1-4-652,-2 1 0,-1-3 1,2-25-551,3-39 1,4-30 0,1-13 0,4 6 346,2 17 0,1-2 0,2 1 0,3 1 0,3 3 373,6-10 0,5-1 1,2 9-1,1 18 1012,16 25 0,-8 23-1349,-27 7 0,-13 9 0,-5-1-690,-8-3 1,-6-2 0,0-6 689,-5-10 0,8-7 0,18-7 0,42-10 0,1 0 0</inkml:trace>
  <inkml:trace contextRef="#ctx0" brushRef="#br0" timeOffset="5800">6769 6826 6993,'-14'-10'1638,"32"3"0,13-1 0,11-10 0,2-5-644,-12 4 0,-2-2 1,-9-4-1040,-8-19 0,-18 6-1125,-24 22 1,-8 16 1988,10 18 0,-2 13 0,5 5 0,8-2 819,12 15 0,15 0-2731,4-3 1,7 0 0,7-14 545,18-20 1,4-14 0,-12-7 0,-8 0 0,-15 11 0</inkml:trace>
  <inkml:trace contextRef="#ctx0" brushRef="#br0" timeOffset="6568">7409 6738 5914,'0'-25'3276,"-6"5"0,-6-5-2093,-29 38-1273,16-7 869,2 17 1,-1 13 0,9 1-211,14-2 1,8 2 0,8-5-540,9-3 0,8-5 0,2-10 989,0-14 1,1-9-1,0-4-1049,11-2 0,0-5 0,-18-8-540,-26-15 1,-18-8-1,-8 16-1069,-8 28 1,-6 6 982,-11-15 1,9 5-1,25 19 1,62-18 0</inkml:trace>
  <inkml:trace contextRef="#ctx0" brushRef="#br0" timeOffset="7810">7925 6756 7533,'-12'-20'3276,"-22"44"-2774,16 17-107,10-8 1,1 12 0,-1 4 0,2-3-1,1-8 10,1 2 0,1-7 494,3 14-1169,-1-82 1,4-30 628,2 27 1,2-6 0,3-4 0,0 1 0,-1 2 0,-1 6-271,-3-2 1,-1 5 0,9 4 314,12 1 1,11 0 0,1 7 0,-7 14-225,12 33-113,-30 12 1,-6 14 0,-4 4-1,-3-12 23,0-9 0,-9-5-473,-18 3 1,-16 2 0,5-5 0,23-14 382,40-23 0,-47-29 0,62 39 0,0 0 0</inkml:trace>
  <inkml:trace contextRef="#ctx0" brushRef="#br0" timeOffset="8530">8454 6156 7533,'-12'-31'1638,"8"59"0,1 24-983,1-18 0,-1 5 1,1 3-1,0 1 0,0-1 0,1 3 0,1 1 1,0 1-1,0-1 0,0-1-144,-1 8 0,-1 0 1,0-2-1,1-8-1726,1 5 1,0-14-2063,0-18 2994,0-16 1,6 16-1,1 3 1</inkml:trace>
  <inkml:trace contextRef="#ctx0" brushRef="#br0" timeOffset="9372">8602 6844 8972,'-14'0'3058,"9"-8"-2309,26 1 1,22-1 0,-2-2-541,-6-7 1,-1-4 0,0-2-1030,-3 0 1,1-2 0,-1-1 0,-4 2 826,14-11 1,-16-1 916,-36-15 1,-17 14-1555,-3 46 1,-3 15 1618,7-1 1,-1 5-1,5 4 103,1 9 0,6 5 0,9 0-1165,13-1 1,11 0 0,6-10-1021,5-14 1,5-7 0,1-5 724,0-4 1,2-5 0,-3-4 0,6-8 0,-8-1 0,-14 5 0</inkml:trace>
  <inkml:trace contextRef="#ctx0" brushRef="#br0" timeOffset="10762">10177 6685 7533,'-5'-43'3276,"-8"14"-436,-6-5-3379,-22 25 224,14 9 0,-2 7 809,-11 17 1,0 3-450,8-11 0,3 4 824,1 15 1,2 9 0,12-4-870,16-10 0,12-3-60,10-4 0,8-2 0,3-10-210,3-14 0,3-12 0,-2-4 472,-5-3 1,0-4-1,-3-2 1,-5 2 831,5-15 1,-17 11-2295,-23 24 721,-11 51-554,30-3 1,10 7 0,0-8 545,6 0 1,15-14 0,2-15 0,-23-32 0,-1 1 0</inkml:trace>
  <inkml:trace contextRef="#ctx0" brushRef="#br0" timeOffset="11908">10559 6685 8792,'-5'35'819,"1"-1"0,-1 1 0,4-55 0,2-11 2291,7 0-2481,3-10 1,6-8 0,6 17-270,6 31 0,6 14 0,-2 1-810,3-2 0,3 1 22,3-2 1,8-1 0,-2-1 0,-9-6 382,-12-4 0,-3-7 944,9-23 1,2-13 0,-13 5-1260,-18-2 1379,-30 51 1,-15 19-1,8 2-569,14-4 0,9 5-450,13 3 0,9 9 0,2 3 0,0-5 0,-7-10 0,-10 5 0,35-22 0,-1-1 0,1 0 0</inkml:trace>
  <inkml:trace contextRef="#ctx0" brushRef="#br0" timeOffset="13133">12688 6456 0,'0'-43'3276,"-6"-2"-1638,-14 26 0,-10 8-1212,-2 12 1,-4 7 0,-2 7 392,1 6 0,-2 6 0,2 5 0,3 1-194,3 2 0,3 3 0,3 1 0,7 0-51,3 11 0,9 0 0,12-5-1667,19-6 1,12-5 0,4-7 727,-3-10 1,2-7 0,1-1 0,-4-2 0,0-1 0,-3-2 0,-5 0 0,1 0 0</inkml:trace>
  <inkml:trace contextRef="#ctx0" brushRef="#br0" timeOffset="13725">13020 6685 7533,'0'-39'1638,"0"0"0,-22-2-713,-9 30 1,-3 14-746,1 25 0,12 14-180,18 2 0,10 6 0,12-10 209,15-16 1,12-8 0,0-11 599,1-12 1,1-10 0,-9-8-990,-13-9 0,-8-7 0,-9-2 180,-11-4 0,-11 0 0,-6 12 0,-11 16 0,3 16 0,21 40 0</inkml:trace>
  <inkml:trace contextRef="#ctx0" brushRef="#br0" timeOffset="15018">13451 6579 7533,'-11'-41'3276,"8"25"-1901,-5 37 0,-1 13-1195,8-1 0,1 3 45,-2 19 0,4-20 359,11-55 1,3-17-855,-3-3 0,2 0-270,6 1 1,7 11 1393,16 29 1,3 10-765,-19-3 0,0-4 689,13-16 1,3-10 0,-8-3-196,-19-11 1,-1 9-1365,13 35 1,6 15-1,-7 3-659,-12-2 0,-3 5 1439,5 8 0,2 10 0,2-5 0,-1-17 0,13-25 0,7-10 0</inkml:trace>
  <inkml:trace contextRef="#ctx0" brushRef="#br0" timeOffset="16217">14226 6615 7623,'-10'46'546,"0"0"0,0 1 0,5-6 0,1 2 0,1 0 0,0 0 254,1 9 0,0 6 0,1-11 0,0-27-665,2-41 0,1-15-225,5 0 0,2-9 123,-4 10 1,1-12 0,-1-6 0,1-3-1,2 1 1,2 5 0,2 8 0,3 14 235,24 7 1,4 9 449,-6-19 1,1-4 0,-10 22-570,-14 36 0,-8 19 0,-4-1-285,-1 9 0,-13-8-1504,-31-15 1,-2-15-1639,25-16 2730,17 4 1,24 8 0,16 4 0,3 6 0,0-1 0</inkml:trace>
  <inkml:trace contextRef="#ctx0" brushRef="#br0" timeOffset="16915">14743 6597 7533,'0'-29'1638,"0"-1"0,-6 5 0,-8 45 0,0 15-1624,1 4-854,37-13 1,16 1-1,-5-14 840,2-28 819,-6-9 0,10-10 0,-4 2 0,-14 14-767,-16 16-1691,15 28 1,5 13 1463,-8-12 0,0 1 0,3 4 0,2 2 0,-2-18 0,2-49 0,0 1 0</inkml:trace>
  <inkml:trace contextRef="#ctx0" brushRef="#br0" timeOffset="17283">15334 6068 7533,'0'-28'1638,"0"60"0,0 21 0,0-16 0,0 6-2185,0-5 1,1 8 0,0 5 0,0 1 0,0-5 0,0-7-547,1-3 1,1-5 0,-1 1 839,5 124 0,-7-157 0,-7 0 0</inkml:trace>
  <inkml:trace contextRef="#ctx0" brushRef="#br0" timeOffset="17696">15259 6385 9332,'16'-32'655,"-1"0"0,15 14 1,10 4-1,4 1 0,-5-3-638,-4-9 1,-2-1 0,3 4 0,17 6-1,5 6 1,-21 11 0,-29 11 0</inkml:trace>
  <inkml:trace contextRef="#ctx0" brushRef="#br0" timeOffset="19068">15567 6597 6183,'-19'-20'3276,"18"5"0,42 15-2684,1-5 0,3-6-622,-14-2 0,-1-5 0,-3-2-150,5-15 0,-14-4 315,-18-2 0,-16 7-405,-19 20 0,-5 16 360,3 20 0,8 13 479,14 2 1,6 5 0,12-3-540,19-7 0,13-4 0,-2-2-390,-3 5 1,2-5 419,4-17 0,4-4 0,-9 2 1019,-2 21 630,13-52-1529,-12 36 67,-14-33 0,0-19 1,-1-5-1,0 8 293,3 4 0,3 3-1620,6 2 1,6-1 0,2 8 1079,0 9 0,2 7 0,-1 4 0,6 9 0,-2 2 0,-4-11 0,0 0 0</inkml:trace>
  <inkml:trace contextRef="#ctx0" brushRef="#br0" timeOffset="20095">17474 6350 7533,'13'-33'3276,"-28"3"-2216,-23 14 1,-6 5-1016,18 2 0,-1 2-45,-17 1 0,-7 4 0,17 10-900,29 39 1859,12-15 1,7 4-1,1 2-667,-2-3 1,0 1-1,2 0 1,2-2-263,14 6 0,2-3 0,-15-2-255,-27 7 0,-15-14-720,-15-40 1,-7-15-695,5 15 1,4-1 1463,9-15 1,46 30 0,13 8-1,2 5 1,0 0 0,0 0 0</inkml:trace>
  <inkml:trace contextRef="#ctx0" brushRef="#br0" timeOffset="20790">17918 6403 9242,'0'-43'3276,"-11"6"-2576,-20 33 1,-7 11-27,0 4 1,0 10-1,9 3 1,0 8 0,4 4 0,8-1-1005,11 9 0,10 2 0,9-4-763,8-9 1,9-4 0,1-3 623,1-1 1,1-3 0,0-10 0,18-20 0,-11-10 0,-29 0 0</inkml:trace>
  <inkml:trace contextRef="#ctx0" brushRef="#br0" timeOffset="21033">18176 6421 7533,'0'33'3276,"6"-17"-2441,-6 22 1,1 8-836,8-4 0,4-10 0,2-20 0,16 16 0</inkml:trace>
  <inkml:trace contextRef="#ctx0" brushRef="#br0" timeOffset="22031">18435 6650 6094,'-16'-30'1638,"53"11"0,16-1 0,-21-4 0,0-3-1034,-1 7 0,1-2 1,-10-2-830,-17-16 0,-17 7 105,-19 24 0,-13 11 0,6 9 1379,3 20 1,13 13-931,15-3 1,8 5 0,9-4-1423,11-6 1,10-5 0,3-4 623,5-5 1,4-6 0,-3-7 0,5-10 0,-8-10 0,-8-14 0</inkml:trace>
  <inkml:trace contextRef="#ctx0" brushRef="#br0" timeOffset="22471">18914 6526 7533,'-3'33'1638,"0"-1"0,8-24-546,24-29 0,16-20 0,-6 19 354,-18 39 0,1-1-1694,5-36 1,5-21 0,0 1 0,-7 25 247,-9 37 0,-6 21 0,-2 4 0,3-14 0,21-9 0,-3-17 0,0 0 0</inkml:trace>
  <inkml:trace contextRef="#ctx0" brushRef="#br0" timeOffset="22807">19505 5997 7533,'0'43'234,"0"-1"0,-1 1 0,1 0 0,-4 4 0,-2-2 0,1 4 0,2-8 0,2 5 0,0 0 0,-2-3 0,-3-7 0,-10 2 0,0 0 0</inkml:trace>
  <inkml:trace contextRef="#ctx0" brushRef="#br0" timeOffset="23045">19395 6456 7533,'29'-37'468,"0"0"0,0 0 0,-1 0 0,1 1 0,-10-1 0,-4 3 0,8 5-59,8 7 1,10 1-1,3 4 1,-4 4-1,-9 7 1,7 16 0,-10 8-1</inkml:trace>
  <inkml:trace contextRef="#ctx0" brushRef="#br0" timeOffset="23843">19788 6473 5824,'0'-27'3238,"0"-6"38,0 13-975,6 10-3516,-6 39 1,1 15-425,10-19 1,0 1 1224,-9 21 1,6-10 0,36-45 0,-24-11 0,0-1-1</inkml:trace>
  <inkml:trace contextRef="#ctx0" brushRef="#br0" timeOffset="24382">20231 6368 7533,'-28'-24'1638,"1"1"0,8-11-1702,-17 23 0,0 14 1233,18 23 1,10 3-91,10-7-720,12 7 1,11 10 0,-2 2 0,-15-7-1709,-28-6 0,1-3 1349,41 7 0,16 3 0,-21-10 0,-43-13 0,2-8 0,50-9 0,-1 0 0</inkml:trace>
  <inkml:trace contextRef="#ctx0" brushRef="#br0" timeOffset="24832">20576 5997 7173,'-10'39'655,"1"1"0,3-1 1,1 6-1,0 2 0,3-2-193,1-4 1,2 1 0,1-2 0,0 2-1283,-1 2 1,0 2 0,1-3 0,2-8-2290,10 12 3109,-3-47 0,-16 0 0,-2 0 0</inkml:trace>
  <inkml:trace contextRef="#ctx0" brushRef="#br0" timeOffset="25167">20490 6385 7533,'7'-34'655,"0"0"0,21 9 1,15 3-1,2 1 0,-7 0-1529,-2-7 1,0 4 873,6 8 0,11 1 0,-7 5 0,-21 11 0,-29 19 0,-4 15 0</inkml:trace>
  <inkml:trace contextRef="#ctx0" brushRef="#br0" timeOffset="25810">21018 6297 7263,'0'-20'3276,"0"5"-885,-43 23-2211,26-6 299,-13 12 1,-9 10 0,20 0 104,49 5 1,6 3-106,-40-2 1,-12 5 0,7-2-2119,22 13 1,-5-6 1386,-32-18 1,-12-4-1,-9 3 1,-1-3 0,13-13-1,0 0 1</inkml:trace>
  <inkml:trace contextRef="#ctx0" brushRef="#br0" timeOffset="26141">19874 6174 7533,'-24'-34'819,"21"13"0,17 11 0,24 22 0</inkml:trace>
  <inkml:trace contextRef="#ctx0" brushRef="#br0" timeOffset="26580">18397 6103 7533,'-25'-35'107,"7"15"1,56-11 0,-10 21 0,-1 0 0</inkml:trace>
  <inkml:trace contextRef="#ctx0" brushRef="#br0" timeOffset="27691">21265 6703 7533,'-12'-28'819,"5"11"0,2 32 0,5 15 0</inkml:trace>
  <inkml:trace contextRef="#ctx0" brushRef="#br0" timeOffset="34046">5969 8237 7533,'-6'-17'3276,"16"-17"0,-7 21-2542,4-11-645,-36 32 1,-10 0 0,-7 2 120,9-1 0,-2 3 0,-2 2 104,-1 3 1,-3 4 0,0 2 0,2 0-90,7-2 0,1 1 0,2 1 0,1 5-82,3 3 1,1 4 0,2 2 0,2 1 0,3 0 81,3 1 0,3 0 0,4 0 0,5 2 314,4 7 1,4 3 0,6-2 0,7-5-68,5-8 0,6-4 0,5-4 1,3-4-698,10-4 0,6-6 0,2-3 0,-5-3 165,-5-1 0,-1-3 0,-1-5-1033,12-11 1,1-7 0,-22 1 1079,-27 4 0,-4 6 1,-20 28-1</inkml:trace>
  <inkml:trace contextRef="#ctx0" brushRef="#br0" timeOffset="35875">6633 8096 7533,'0'-35'2069,"0"15"-1080,0-3-989,-22 29 90,11-12-270,-29 22-286,18 7 0,-2 11 1,0 1-1,3-8 511,-1-9 0,1 1 164,3 9 1,-4 8 0,0 6 0,1 3 0,2-1 0,5-3 239,5 3 1,6-1 0,1-1 0,-3-1-428,-4-3 1,-2-1 0,1 0-1,6 4 367,7 0 1,3 5 0,4 2 0,2-2 0,1-6 0,-2-10-1020,4-7 1,1-3 569,5 18 0,2 5 0,-3-18 60,-3-27 0,-12-26 0,2-7 0</inkml:trace>
  <inkml:trace contextRef="#ctx0" brushRef="#br0" timeOffset="37002">6633 8555 7533,'-20'-28'3276,"9"11"-975,12 9-1312,37 16-449,3 9-540,-18-8 0,1 2 314,16 14 1,-2 7 135,-19-5 0,-5 3-270,3 13 0,-8 2-630,-18-7 0,-10-4-585,-10-4 1,-6-7 494,6-8 1,0-4-2738,-12-3 617,29-8 1840,12-8 1,23 6 0,10-6 0</inkml:trace>
  <inkml:trace contextRef="#ctx0" brushRef="#br0" timeOffset="37702">7150 8643 7533,'-18'-27'3276,"4"9"-166,-4 2-3200,-10 14-1349,-5 2 1933,0 26 1,1 5-315,-5-9 150,15 2 0,0 8 0,10-2 209,14-2 1,8-1-540,3 0 0,7-3 0,7-7 0,7-3 0,-2-4 0,-5-5 0,-1-4 0,1-5 0,-1 0 0</inkml:trace>
  <inkml:trace contextRef="#ctx0" brushRef="#br0" timeOffset="38391">7346 8132 7533,'0'-28'1638,"-1"1"0,25-1-1170,-12 43 0,2 19 0,2 14 0,-1 9 0,-1 3 0,-3-5 0,-5-8 351,-4 2 0,-5-5 0,-2 2 0,-2 7-1147,3-12 0,0 6 0,0 5 1,-1 2-1,0 1 0,-2 0 1,0-2-1,-1-4 0,-2-5 1,0-6 103,-9 5 1,-2-8 0,-2-3-1,0 1 1,-8 6 0,-6 3-1,7-6 1,19-10 0,37-8-1</inkml:trace>
  <inkml:trace contextRef="#ctx0" brushRef="#br0" timeOffset="44729">4692 7867 7533,'-18'-20'1259,"9"5"990,-7 7-2159,14 6 2248,2-6-2068,23 4 0,20 3 0,6 3 0,-11 1-270,7 5 0,-7-8 0,9-1 0,-2 1 0,-18 3 0,-20 5 0</inkml:trace>
  <inkml:trace contextRef="#ctx0" brushRef="#br0" timeOffset="46269">4657 7920 8072,'-10'-20'3276,"2"20"-2791,7 21 0,9 20 1,2 9-1,-3-1-557,-5-5 0,-1 3 0,-1 1 0,0 1 1,2-2 71,2-2 0,2-1 0,0 1 0,-1 0 0,-2 2 59,-2-1 1,-1 4 0,0 0 0,-2 0 0,-1-3 0,-1-2 210,-3 2 0,-2-3 0,0-2 0,1-1-240,2 5 0,2-3 0,-2 1 37,-1-5 1,-1 1-1,-1-2 1,2-6 21,-1-3 1,0-5 270,2 2 0,0-1 1079,-4 2 0,3-3 360,7-8-2955,34-13 0,12-6 1336,-3 3-1000,-6-2 1,11 0 0,-1 0 0,-12 0-2201,2 0 3020,11-2 0,-16 0 0,-39 4 0,-5 0 0</inkml:trace>
  <inkml:trace contextRef="#ctx0" brushRef="#br0" timeOffset="48603">7642 7902 7713,'-7'-19'2698,"-4"-5"360,10 14-2698,1 1 179,24 11 1,17 12 0,-7 1-900,2 10 360,-2-9 0,5 2 0,-12-1 0,-22 9-180,-11 16 1,-4 4 179,8-18 0,0 3 197,0 7 1,-1 12 0,1 3 0,0-2 0,1-8-198,1 2 0,1 2-60,0-6 0,1 9 0,0 5 0,0-1 0,0-5 0,0-10 150,-2-2 0,1-1-108,-1 4 0,1 10 0,-1 4 0,0-5 0,-1-11 18,-2-10 0,-1-1-45,0 8 0,0 7 0,-1 0 0,1-8 135,-5 11 45,3-14 0,1-3-675,5-13 450,0-15 2069,0 0-2698,-5 0 989,-2 0-121,-21 4 1,-14 3 0,7-2-60,-1-1-180,0 1 0,-7 2 0,11-3 270,19-4-180,17 0 0,5-8 0,22-2 0</inkml:trace>
  <inkml:trace contextRef="#ctx0" brushRef="#br0" timeOffset="56046">758 8202 7173,'-9'-10'360,"1"2"1079,8 8-180,0-7-179,-8 5-1,6-6 990,-6 0-1170,16 6 1,18-6-226,11 13 1,10 6-555,-2-3 0,4 1 0,0 1-278,-12-1 1,1 1-1,0 0 1,0-1 97,13 1 0,0 0 0,-6-3 285,-11-2 0,-6-2-405,4-5 270,-32-6-810,-8 8 451,6 0 89,-6 0 180,8 0 90,0 16 44,-3 10 1,-2 6-105,4 1 0,1 3 0,-1 3-98,0 1 1,-2 2 0,1 1 0,1 1-1,2 1 1,1 1-1,0-1 1,0-1 7,0 6 0,-1-2 0,-2-1 30,0 1 0,-2 0 0,0-3-90,-1-10 0,1-3 0,-2 1 150,-3 4 0,-1-1 0,0-1 509,0 7 1,1-4-450,3-6 0,0-5-539,-3 1 628,8-11-89,0-9 360,0-8-180,0 0-270,-16 0 90,12 8 90,-24-6 0,-14-2 359,4 5 1,-4 2 0,-2-3-428,7-5 1,-1-3-1,-1-1 1,1 1-428,-2 0 0,1-1 0,1 0 0,4-1-630,-9-3 1,9-3-1754,11-12-579,23 24 2882,7 0 0,11 0 0,10 0 0</inkml:trace>
  <inkml:trace contextRef="#ctx0" brushRef="#br0" timeOffset="56844">776 8925 7533,'-29'-17'3276,"13"7"0,34 2-1638,14 7 0,10 2-1346,2-2 0,4 1 0,1 1-412,0 3 0,-1 3 0,0-2 210,-1-3 0,-2-1 0,-5 0-45,-7 1 0,-10-4-3322,-15-10 2634,-8 2 1,0 20-1,0 17 1</inkml:trace>
  <inkml:trace contextRef="#ctx0" brushRef="#br0" timeOffset="58845">1676 8837 8972,'-18'-18'3276,"8"9"0,2-7-2182,32 22-1304,12 14 0,9 12 0,-10 4 240,-21-2 0,-8 3 0,1 2-300,7 1 0,3 3 0,-5-1 0,-14-6-330,-25-3 1,-15-7-1,1-3-1039,4 0 1,2-9 1296,-3-15 1,15-8 0,41-5-1,13-3 1,-2 2 0,-1 1 0</inkml:trace>
  <inkml:trace contextRef="#ctx0" brushRef="#br0" timeOffset="59524">2205 8890 8792,'-18'-29'3276,"8"5"-705,-13 24-3111,-20 16 360,19-5 0,-1 5 809,-4 6 1,-1 5 0,5 1-225,2 8 0,4 4 134,2 1 1,1 4 0,8-4 89,14 1 1,12-5-360,8-8 0,8-2 0,0-7-1909,3-8 1,2-6 1449,-3-1 1,2-3-1,-12-3 1,-16-7-1,-22 8 1</inkml:trace>
  <inkml:trace contextRef="#ctx0" brushRef="#br0" timeOffset="61666">2752 8837 8162,'-10'-18'3276,"10"-7"-1874,2 13-1762,6-11 90,-24 21 90,-19 2 0,11 15 0,1 3 90,-22-2 315,18 23 0,5 8 359,7-21 1,0 1-375,0 3 0,0 3 0,2 0 419,1 7 1,4-2-135,6-9 0,4-3 314,9 2 1,6-5 89,20-3 1,6-5-1530,0-15-854,-16 0 0,-1 0-1754,21 0 3238,-4 0 0,-33 0 0,-12 0 0</inkml:trace>
  <inkml:trace contextRef="#ctx0" brushRef="#br0" timeOffset="62339">2558 9049 7533,'-30'0'3276,"22"0"-1638,30 0 0,15 0-1561,2-1 0,-1 2 1,-11 2-1,-3 2 0,3 4 1</inkml:trace>
  <inkml:trace contextRef="#ctx0" brushRef="#br0" timeOffset="89582">3228 8467 6004,'0'-10'1169,"0"2"630,0 0 90,0 6 539,0-6-3147,0 8 449,-24 0 720,3 0-360,-14 8-270,13 7 0,2 4 360,-9 12 0,10 1 0,3 3 44,5-12 1,4 1 45,4 10 0,6 0-270,4-6 0,4-1 225,2 0 0,1-1-225,6 9 360,-5-9-360,-15-9 0,0 9 89,-23 9-89,9-13 225,-2-2 0,-1-1 315,-1-7-270,8 5-1170,3-9 1350,14-8-540,11 0 450,2 16-630,-8 7 0,-7 5 315,-17 3 0,-7 4 255,10-1 0,2 2 0,-3-2 104,-10 5 1,5-3-135,23 1 0,10-6-3547,23-3 2968,-10-20 1,-1-8 0,5-34-1,-22 11 1,-1-1 0</inkml:trace>
  <inkml:trace contextRef="#ctx0" brushRef="#br0" timeOffset="91398">3351 9031 10231,'-19'0'180,"3"0"90,16 0 1259,0 0-1529,0 8 180,2 28 0,1 19 0,0-3 0,-2-8 0,0 2 35,0-9 1,1 6 0,0 2 0,0-4 0,-1-7-171,0-1 0,-2-7-3322,-7-3 2621,6-28 1,1-23-1,2-7 1,9-14 0</inkml:trace>
  <inkml:trace contextRef="#ctx0" brushRef="#br0" timeOffset="92032">3316 8996 6633,'-18'-32'3276,"9"25"-1638,34-11 0,12 4-184,-11 22-1424,5 17 0,7 13 0,-11-5-30,-13 6-30,-7-3 0,-2 5 0,-10-6-150,-21-7 0,-6-13 180,2-15 0,-9 18 0,59-51 0</inkml:trace>
  <inkml:trace contextRef="#ctx0" brushRef="#br0" timeOffset="92962">3545 9172 11670,'31'-16'1092,"-1"-1"0,-1-8 0,-3-3-706,-4 4 0,-7-1-521,-10-3 0,-10 5-1214,-24 13 1529,2 22 0,1 10 854,4 8 1,7 4-586,6-1 1,8 1-945,8 2 1,6-5 44,8-12-1189,7-9 1,-1-4 1108,-11-6 0,17 0 0,-25 0 0</inkml:trace>
  <inkml:trace contextRef="#ctx0" brushRef="#br0" timeOffset="93895">3881 9102 9781,'-30'-18'1619,"7"8"-809,7 10-720,12 10 225,-4 26 0,8 1 944,34-22 2017,-11 7-3655,-4-44 0,-5-13 379,-12 2 0,-4 1 0,8-3 0,-4 29 0</inkml:trace>
  <inkml:trace contextRef="#ctx0" brushRef="#br0" timeOffset="95174">4022 9137 7353,'-18'-26'2968,"0"38"-1978,9 25-691,5-3 1,1 7 0,2-2 554,0 5 1,2-6-1215,-1-2-90,-1-69 1,2-24 494,3 20 0,1-3 0,2-1 0,0 2 45,1-6 0,0 3 0,6 5 539,10 0 1,5 17 134,-5 30 1,-3 12-810,-12 4 0,-7 3-1214,-13 14-2018,-27-26 2996,19-17 1,36-9 0,7 0 0,0 0 0</inkml:trace>
  <inkml:trace contextRef="#ctx0" brushRef="#br0" timeOffset="95853">4251 8678 6633,'-10'-27'3276,"2"9"-255,8 50-2347,-3 7 1,-2 10-406,3-10 1,0 4 0,-1 2 0,1-4-1020,-2 4 1,1-2 0,0-1-344,-1-2 1,0 0 0,4-12 989,8-15 0,2-30 0,7-1 1</inkml:trace>
  <inkml:trace contextRef="#ctx0" brushRef="#br0" timeOffset="96475">4286 9102 11580,'16'-10'765,"5"-4"0,1-3 854,4-13-2384,-14 2 0,-9 3-1573,-24 11 3912,-7 40 0,5 15-990,15-3 1,10 1-585,11 1 0,9-8 0,15-22 0,-4-37 0,-1 1 0</inkml:trace>
  <inkml:trace contextRef="#ctx0" brushRef="#br0" timeOffset="97956">4427 8467 6633,'-9'-36'3276,"1"9"0,39 9 0,16 26-3513,-14 4 1,-1 4 236,-8-3 0,-3 3-315,-5 11 0,-9 3-404,-22 17 629,2-12 0,-2 0 45,-2-3 0,-3-1 584,-2 0 1,1-1-270,1 15 0,13-19 0,6-1-270,27 4 899,-12-3-629,9-18-360,-23-8-1619,0 0 2878,0 39-1169,0-13 0,0 5 22,3 6 1,1 7 0,-2 2-1,-3-5 787,-7-6 1,-3-3 0,1 1-421,1 16 1,0 3 0,-5-14-1109,-25-10-2558,8-13 0,31-15 2457,0 0 1,0 16 0,0 4 0</inkml:trace>
  <inkml:trace contextRef="#ctx0" brushRef="#br0" timeOffset="113328">1111 10019 7713,'-19'0'2248,"3"0"-1798,16 0 719,0 0 91,8 8-271,2-6-899,-1 6 0,-1-1 0,-8-5-540,0 38 360,-9-13 0,-6 4 0,0 5 342,3 2 0,-1 7 0,0 2 0,0-1 0,-1-5-163,-3 6 1,-1-4 0,0 2 45,3 2 0,0 6 0,1-7 0,4-17 945,2-19-541,6-3-359,-6-7 90,8 8 1259,0-6 180,31 6-1829,2-5 0,8 0 0,3-1-330,-2 1 0,2-1 1,2 1-1,-2-1 630,-2-1 0,-1-1 0,0 0 0,-2 1 629,8 2 1,-2 0 0,-14-3-4087,-15-8 2457,-18 8 1,2-8 0,10-2 0</inkml:trace>
  <inkml:trace contextRef="#ctx0" brushRef="#br0" timeOffset="114441">882 10336 7533,'-33'0'1092,"34"-23"0,14-13 0,4 1 0,2 7 0,4 0 0,1-2-504,2-5 0,3-5 0,-2 1 1,-5 4-994,-3-5 0,-3 8 225,12 0 3456,-15 66-2324,-1-3-952,10-1 0,7 6 0,-13-4 0,-30 7 0,16-3 0,0 1 0</inkml:trace>
  <inkml:trace contextRef="#ctx0" brushRef="#br0" timeOffset="117509">2311 10266 7083,'-8'-35'3276,"6"7"0,2-5-2722,2 21-554,6-4-720,-16 40 64,-3 4 1,-4 12-1,-2 5 1,0-1 0,4-7 238,1 5 0,-1 2 671,-1-5 1,-5 9 0,-2 5 0,0-1 0,2-4 0,3-10 149,-1 7 1,1-5-135,-1-4 0,-2 1 0,2-4-135,-1-5 0,10-7 1754,24-14-720,24-12 0,12-5-1989,-15 5 1,2 0 0,2 0 0,-3 0 350,4-2 1,-1 0 0,-2 2 0,16-2 0,-22 6 0,-55 10 0</inkml:trace>
  <inkml:trace contextRef="#ctx0" brushRef="#br0" timeOffset="117933">2240 10636 7533,'-39'-10'3276,"31"-5"-1638,41 1 0,18 2-2653,-18 3 0,0-1 1,-1 0 834,16-6 0,-4 4 180,-5 8 0,-15 8 0,-38 24 0,3 17 0</inkml:trace>
  <inkml:trace contextRef="#ctx0" brushRef="#br0" timeOffset="118296">2240 10248 6183,'-12'-25'3276,"46"5"-2457,-6 8 0,9-2 0,3 1 0,0 3-1639,-2 4 1,2 3 0,0 0 0,-1-1 466,12-6 1,0-1 0,-8 9 0,-8 12 0,-16 5 0,-48 23 0</inkml:trace>
  <inkml:trace contextRef="#ctx0" brushRef="#br0" timeOffset="118959">2681 10548 9152,'0'-18'3276,"8"9"-2325,-6 32-501,9 4 0,6 6 0,2 1-1350,6 4 1,4 1-1,-3 0 810,-7-4 0,-1 0 0,2-3-1003,11-1 1,3-2 0,-13-11 584,-17-14 1,12 27 0,-16-11-1</inkml:trace>
  <inkml:trace contextRef="#ctx0" brushRef="#br0" timeOffset="119435">2699 11042 7533,'-28'-16'3276,"34"-11"0,0-10-2457,12 12 0,10-4 0,3-1 0,-4 0-1247,-4-4 0,-2 1 1,2 0-666,6-2 1,3 0 0,-5 3 436,-5-7 1,-5 15-1,-9 32 1,2 2 0</inkml:trace>
  <inkml:trace contextRef="#ctx0" brushRef="#br0" timeOffset="119783">3175 10636 7892,'-18'-17'3276,"32"62"-2395,-15 2 0,0 6-1974,8-17 1,3 1 0,-3-1 813,-7 2 1,-2-1-1,4-10 1,5-11 0,3-36-1</inkml:trace>
  <inkml:trace contextRef="#ctx0" brushRef="#br0" timeOffset="120459">3598 10672 7533,'14'-34'1092,"0"1"0,-24 3 0,-10 11 463,-6 25 0,-6 11-1255,0-5 0,-1 0 0,5 4 284,7 6 1,11 3-1,27 6 1,13-6-495,-2-18 0,1 0 30,3 12 0,0 6 0,-16 2-840,-35 10 1,-15 0-676,12-5 1,-3-1 1394,0-7 0,-4-1 0,3-7 0,-7-8 0,35 1 0</inkml:trace>
  <inkml:trace contextRef="#ctx0" brushRef="#br0" timeOffset="121213">3951 10231 7533,'-18'-38'3276,"9"44"-2744,2 18 0,1 19 0,2 9 0,0 2 0,1-7-420,1-7 1,1-3-1,1 1 1,-1 3-660,1 2 1,-1 5 0,1 1 0,0 0 0,1-5 0,-1-8-1093,0 11 1,4-16-1639,12-23 3241,-8-21 1,-10-14 0,-2-3-1,2-17 1</inkml:trace>
  <inkml:trace contextRef="#ctx0" brushRef="#br0" timeOffset="121550">3792 10530 7533,'6'-31'819,"0"0"0,26 2 0,15 3 0,0 4-832,-8 6 0,0 4 1,2-1 12,-3 0 0,3-1 0,-2 3 0,-10 8 0,2 19 0,-60 13 0</inkml:trace>
  <inkml:trace contextRef="#ctx0" brushRef="#br0" timeOffset="122294">4128 10777 8432,'-20'-7'630,"4"5"-360,55-6 1169,0-4 0,3 0-1259,-10 7 0,0-4 299,5-8 1,0-6 0,-15-1 419,-31-25-1169,-3 22 1,-6 7-406,-17 20 1,-4 15 1243,11 6 1,2 8 0,7 4 209,10 7 1,9 5-1,5-3-659,6-5 0,5-2 0,6-5-540,8-5 0,5-4 1,0-8 419,12-10 0,-4-8 0,3-7 0,-33-4 0</inkml:trace>
  <inkml:trace contextRef="#ctx0" brushRef="#br0" timeOffset="122810">4568 10742 8072,'-17'14'3276,"7"-30"-2299,5 42 0,4 22 0,7-18-977,12-36 1349,11-27 0,0-10-719,-15 13 0,0 1-1260,18-17 0,-1 19 450,-12 69-913,-7-6 1,0 8 0,0-5-547,-3-10 1,1-1 1365,3 16 1,-2-18 0,-9-41 0,5-5 0</inkml:trace>
  <inkml:trace contextRef="#ctx0" brushRef="#br0" timeOffset="123213">4996 10266 7533,'-7'-35'3276,"7"7"0,13 65-3228,-10-3 1,-1 10-1,-1 3 1,1-1-724,1-3 0,0 0 1,0 0-1,-1 2 19,-1-2 1,-1 4-1,0-1 1,-1-3 0,1-6 249,1 12 0,-2-12 0,-5-13 0,0-34 0</inkml:trace>
  <inkml:trace contextRef="#ctx0" brushRef="#br0" timeOffset="123430">4873 10654 7533,'11'-40'297,"-1"0"1,28 19 0,15 8 0,-6-2 0,-9-18 0,2 5 0,-1 27 0,0 0-1,1 0 1,-1 0 0</inkml:trace>
  <inkml:trace contextRef="#ctx0" brushRef="#br0" timeOffset="124051">5402 10636 7892,'-7'-6'1638,"2"32"0,5 17-1542,5-8 1,4 2-1,-1-1 1,-4 10-1,3-6 1,8-18 0,-1-1-1</inkml:trace>
  <inkml:trace contextRef="#ctx0" brushRef="#br0" timeOffset="124756">5796 10689 8252,'-18'-37'3276,"-1"4"-2864,-22 23-412,10 24 0,1 11 719,-3 6 1,11 5-720,23 9 0,16-6-270,7-23 1,7-11 448,5-15 1,4-11 0,-4-4 944,-4-11 1,-7-1-1530,-10 9 1,-4 13 359,-8 37 0,3 11 45,17-12 0,10-2 0,-2-4 0,-4-2 0,0-9 0,9-21 0,0 0 0,0 0 0</inkml:trace>
  <inkml:trace contextRef="#ctx0" brushRef="#br0" timeOffset="125322">6252 10107 7533,'-6'36'468,"-1"0"0,1 0 0,0 5 0,-1 6 0,1 3 0,0-1 0,2-3-321,0-2 1,2-2 0,0 0 0,0 1-148,0 14 0,0 7 0,-1-12 0,-1-29 0,-6-51 0,2-17 0</inkml:trace>
  <inkml:trace contextRef="#ctx0" brushRef="#br0" timeOffset="125546">5501 10301 7533,'-34'-31'0,"32"23"0,-11-23 0</inkml:trace>
  <inkml:trace contextRef="#ctx0" brushRef="#br0" timeOffset="125960">3316 10389 7533,'-6'-29'0,"12"5"0</inkml:trace>
  <inkml:trace contextRef="#ctx0" brushRef="#br0" timeOffset="127414">7175 10548 8162,'0'-41'1638,"-40"27"0,-8 4-1496,10-7 38,0 38 0,-10 20 0,7 4 0,27-15 809,59-26 1,7 4-1170,-55 34 0,-16 15 0,18-17 60,38-38 0,15-14 0,-23 8 30,-41 26 218,3 4 1,-1 12-1,-2 10 1,-1 3 0,0 1-1,2-5 1,1-9 800,0 0 1,1-6-1,0 5-854,-3 6 0,-3 9 0,-1 5 0,4-5 0,6-11 0,11-19-1714,24-24 1,6-16 1091,-16 2 1,0-3 0,18-6 0,-7 9 0,-25 18 0</inkml:trace>
  <inkml:trace contextRef="#ctx0" brushRef="#br0" timeOffset="128077">7433 10689 7533,'-12'-33'3276,"5"11"-3044,-15 5-142,-4 50 314,11-10 1,8 3-90,18 16 0,16-6-165,2-23 0,7-8 0,2-7 74,-3-6 1,1-7 0,1-3 0,-3-2 284,5-5 1,-2-3 0,-5-3-480,-5-3 0,-5-1 0,-9 8-1109,-13 11 629,-1 35 0,0 15-643,5 0 1,3 3 0,-1-2 618,-2-2 1,2-1 0,12 9 0,4-12 0,4-29 0</inkml:trace>
  <inkml:trace contextRef="#ctx0" brushRef="#br0" timeOffset="128958">8319 10619 7533,'-19'-45'1638,"12"17"0,-4 5-327,-34 1-1401,-3 22 630,12 21 0,4 11 224,7 3 1,11 4-451,21 9 1,14-7-135,2-24 0,4-11 90,17-18 0,-1-13 89,-18 2 1,-5-1-1169,2-17 809,-13 78 0,2 2 0,2 2 0,-2-14 0,2-3 0,4 0 0,0-1 0</inkml:trace>
  <inkml:trace contextRef="#ctx0" brushRef="#br0" timeOffset="129663">8577 10601 8252,'-12'-4'3276,"0"31"-1874,5 7-1312,12 4 0,6-12-360,6-35 779,6-19 1,6-9 0,-2 17-151,2 45 1,0 3-360,9-48 0,-3 3 0,-16 41 0,-5 16 0,0-8 0,11-12 0</inkml:trace>
  <inkml:trace contextRef="#ctx0" brushRef="#br0" timeOffset="130484">9242 10107 7263,'6'-30'1638,"0"-1"0,7 0-173,-4 59 0,-1 22-1106,-2-13 1,-1 4 0,-1 4 0,0 1-907,0-6 1,0 3 0,-1 1 0,0 1 0,0-2 0,-1-3 136,1 6 0,0-2 1,-1-3-1,-3-4 1,-2 18-1,-6-24 0,-17-60 1</inkml:trace>
  <inkml:trace contextRef="#ctx0" brushRef="#br0" timeOffset="130769">9144 10548 7533,'-6'-42'655,"1"0"0,30 21 1,16 4-1,5 2 0,-7-1 201,-6-6 1,-3 0 0,4 3-857,5 8 0,7 0 0,1 4 0,-6 3 0,-12 6 0,-8 14 0,-26 3 0</inkml:trace>
  <inkml:trace contextRef="#ctx0" brushRef="#br0" timeOffset="131084">9759 10425 13469,'-7'27'-1093,"4"7"1,1 8 0,1-6 794,1 3 0,0 13 0,0-8 0,0-36 0</inkml:trace>
  <inkml:trace contextRef="#ctx0" brushRef="#br0" timeOffset="132076">10128 10760 15538,'-16'-41'18,"-1"-1"0,8 9 0,0-4 0,0-2 0,0-1-18,0-4 0,-1-2 0,1-2 0,3 0 431,4 6 1,1-2 0,3 0 0,1 2 0,2 3-133,8-11 1,3 5 0,2 4-390,2-2 0,7 10-495,18 14 1,4 14-1055,-16 18 1,-2 6-1,6-1 1,-3 3 1169,-9 5 1,-12 3 0,-27 4 0,-11 0 0,-2-5 0,0-1 0</inkml:trace>
  <inkml:trace contextRef="#ctx0" brushRef="#br0" timeOffset="132651">10042 10442 8252,'-15'-8'1638,"35"7"0,16 0-2961,4-6 0,3-1 1323,7 6 0,-2 2 0,-11-2 0,-6 4 0,-14 8 0</inkml:trace>
  <inkml:trace contextRef="#ctx0" brushRef="#br0" timeOffset="132912">10473 10425 7533,'5'25'389,"1"1"1,-2 16 0,0 4-390,1-10 0,1 1 0,0-2 0,-1 10 0,3-16 0,4-33 0</inkml:trace>
  <inkml:trace contextRef="#ctx0" brushRef="#br0" timeOffset="133980">10632 10742 7533,'-7'-10'3276,"18"-13"-2480,27 4 1,16-2 0,-16-6-797,-34-19 0,-3-2-30,32 15 0,12 2 1,-25 9-91,-45 9 0,-23 6 0,8 9 929,1 26 180,35 15 1,13 14 0,7-10-2115,7-22 1,8-3 1124,1 3 0,6 5 0,1-5 0,-7-11 0,-3-19 0,-3-6 0,-1 1 0,0 0 0</inkml:trace>
  <inkml:trace contextRef="#ctx0" brushRef="#br0" timeOffset="134565">11125 10636 6183,'-20'8'3276,"3"10"0,17 17 0,5-29-2838,3-37 0,2-20-48,-1 16 0,3 0 0,4 1-1290,8-2 1,5 2-1,1 10-739,8 8 1,-1 14 1515,7 21 0,-14 11 0,-33 0 0,-14-1 0,-15-12 0,1 1 1</inkml:trace>
  <inkml:trace contextRef="#ctx0" brushRef="#br0" timeOffset="134907">10522 10319 8612,'-3'-30'-60,"17"7"0,24 23 0</inkml:trace>
  <inkml:trace contextRef="#ctx0" brushRef="#br0" timeOffset="135210">9709 10213 7533,'6'-28'0,"13"3"0</inkml:trace>
  <inkml:trace contextRef="#ctx0" brushRef="#br0" timeOffset="189232">4621 12365 7533,'-9'0'899,"-7"0"540,6-8-899,0 6 180,2-6-1,8 0-449,0 6 809,-5 24 1,-6 29-1,-4 2-971,1-14 0,-4 3 0,-1 2 0,1 0 0,1 0 197,2 3 1,3 0 0,-1 1 0,1-2 0,-3 0-270,-1-4 0,-2 2 0,-1-2 0,3-5 0,3-8-3313,-3 10 2457,16-43 1,8-12 0,2 16 0</inkml:trace>
  <inkml:trace contextRef="#ctx0" brushRef="#br0" timeOffset="190530">4639 12383 6521,'-41'-4'546,"42"24"0,13 15 0,8 11 0,5 4 0,-2-2 0,-5-8 546,1 5 0,-3-4 0,4 6-624,-3-8 0,5 6 0,1 4 0,0 0 0,-1-2 0,-4-5 0,-6-9 425,-3 4 1,-6-10-4171,-5-3 0,0-28 2457,5-20 1,-4 23 0,5-7 0</inkml:trace>
  <inkml:trace contextRef="#ctx0" brushRef="#br0" timeOffset="191114">4533 12876 7533,'44'-3'409,"1"1"1,-1-1-1,0 0 1,3-2-1,-3 0 1,-17 9 0,-22 13-1</inkml:trace>
  <inkml:trace contextRef="#ctx0" brushRef="#br0" timeOffset="192128">5230 12453 7533,'-20'-37'3276,"4"11"-256,21 34-3020,-3 19 0,-2 19 0,-2 13 0,1 2 0,0-4 0,4-13 0,7 0 0,2 0 0,-9 5 0,0-1 0,1 0 0,-1 1 0,1-1 0,-1 0 0</inkml:trace>
  <inkml:trace contextRef="#ctx0" brushRef="#br0" timeOffset="192611">5611 12541 7533,'3'-38'1092,"1"0"0,-1 1 0,7-8 2184,14 88-1638,-16-15 0,-3 6-2458,-5 8 1,-2 9 0,0 1 0,0-3 491,3 0 0,1-3 0,-2 0 1,-4 2-1,-3-1 0,3 0 1,3-6-1,1 0 0,-1 0 1</inkml:trace>
  <inkml:trace contextRef="#ctx0" brushRef="#br0" timeOffset="199864">10461 12788 6903,'2'-28'1638,"1"-1"0,-2-6 0,-5 5 0,-3 1-1444,-2 4 76,-31 16 0,-9 8-495,16 2 0,-1 6 375,-7 6 0,-3 7 0,9 6 599,17 4 1,8 5 0,0 0-660,-10 9 0,12 0 149,26 0 1,15 1 0,5-21-540,0-31 0,4-19 1,-1-1 388,-6 7 1,0 1 0,-4-3 300,-1-8 0,-3-1 0,-6 17-3667,1 54 3102,-10-4 1,4 2 0,10 7-1,8-15 1,5-47 0,0 0-1</inkml:trace>
  <inkml:trace contextRef="#ctx0" brushRef="#br0" timeOffset="200698">10867 12912 7533,'-20'8'3276,"41"17"0,-19-11-2190,12-51 1,-1-20-638,-12 26 1,3 1-630,18-6 0,13-2 1,2 10 179,-5 16 0,2 7 0,1 4-30,5 9 0,1 6 0,0-10 60,6-18 0,-2-9 0,-16-3 1229,-27-15-1439,-33 27 1272,14 35 0,0 16 0,-1-1-835,-12-4 0,-1 0 1,16 0-371,28 3 1,16 3-1,7-5 1,-3-11 112,6-20 0,3-6 0,-1 14 0,1 4 0,-10-3 0,-15-7 0</inkml:trace>
  <inkml:trace contextRef="#ctx0" brushRef="#br0" timeOffset="202203">12774 12629 7533,'-37'12'1638,"22"25"0,15-3 1638,23-30-2595,-2-32 1,0-11-1267,1 2 1,1 9 1213,21 24-449,-24 28 0,-2 14 0,-3 2-150,-4 13 0,-4 2 0,10-23-90,15-36 0,7-18 0,-5-7 539,-14-14 1,-7-6 0,6 19-602,24 45 1,-1 1 76,-20-45 0,-6 6-611,-6 44 1,-4 26-1,-1 11 1,2-5 0,3-21-10,16-20 0,2 27 0,1-49 0</inkml:trace>
  <inkml:trace contextRef="#ctx0" brushRef="#br0" timeOffset="202834">13697 12700 7533,'-7'-28'1638,"0"-1"0,-4-12-83,-19 42 0,-6 14-836,9 6 1,5 11-1,1 15 1,4 9 0,19-14-990,38-26 0,12-13 315,-7 5 0,-6-14-360,-23-20 0,-6-15 1,-5-3-1,-5 6 315,-9-1 0,-9 6 0,-8 3 0,8 15 0,38 44 0,0 0 0</inkml:trace>
  <inkml:trace contextRef="#ctx0" brushRef="#br0" timeOffset="203756">14053 12753 6543,'-20'8'3276,"20"41"0,10-22 0,-9-64-2714,-4 8 0,-1-5 0,2-3-113,6-11 1,4-3 0,-1 3-495,-10-5 0,10 10-555,21 22 0,12 7 1,-3 10 599,0 20 0,-3 7 0,-1-12 0,-4 3 0,-15 16 0,0-1 0</inkml:trace>
  <inkml:trace contextRef="#ctx0" brushRef="#br0" timeOffset="204228">14546 12100 7533,'-14'-35'3276,"14"31"-526,3-8-2346,3 28 1,1 23 0,1 10 0,-2-4-338,-4-3 1,-2 2 0,-1 0-1,4 1-723,4-3 1,4 3-1,0 0 1,0-2 0,-2-3 570,-1 12 1,-3-4 0,7-11-1,9-12 1,0-14 0,2-37-1</inkml:trace>
  <inkml:trace contextRef="#ctx0" brushRef="#br0" timeOffset="204559">14386 12559 7533,'-7'-26'655,"0"1"0,25 3 1,15-1-1,6 1 0,-3 3 437,7-1 0,0 2 0,4 1-831,-11 2 0,3-3 1,1 2-1,-1 2 1,-4 4-1,21 6 1,-13 6-1,-22 0 1</inkml:trace>
  <inkml:trace contextRef="#ctx0" brushRef="#br0" timeOffset="205586">15198 12594 7533,'-1'-45'3276,"18"2"-975,-17 8-2661,-26 41 0,-11 15 570,9-3 0,0 4 0,4 5 209,1 16 1,6 6 0,12-6-240,16-8 0,12-13-210,13-24 0,10-14 0,-6-5 1109,-3-11 0,-6-1-1214,-7 10 1,-3 13-1505,-4 31 1,-3 14 1335,1 14 0,5-7 0,15-26 0,2-15 0,-12-16 1,-1-1-1</inkml:trace>
  <inkml:trace contextRef="#ctx0" brushRef="#br0" timeOffset="206819">15740 12418 7353,'-14'0'3276,"9"0"-166,44-16-3178,-24-17 1,-4-17 0,-1-3-1,2 13 203,6 10 0,0 9 3103,1-1-2645,-16 42 1,-6 25 0,-2 15 0,1 3 0,5-10-1250,5-12 1,3-1-1,1 0 1,1-2 0,-2 1 647,-3 12 1,-1 2 0,1-7-1,7-15 1,33-20 0,-48-7 0</inkml:trace>
  <inkml:trace contextRef="#ctx0" brushRef="#br0" timeOffset="231187">6596 12876 7533,'-12'-15'1799,"5"3"-1080,1-6-89,6 10-180,0 8 629,0 0-629,6 8 179,-5 10 46,5 24 0,-1 14-568,-5-17 1,-2 7 0,-1 1 0,0-1 0,2-7-513,3 13 1,-2-4 404,-7 8 0,-3 3 0,5-32 0,14-74 0,-7 5 0</inkml:trace>
  <inkml:trace contextRef="#ctx0" brushRef="#br0" timeOffset="232144">6584 12823 7892,'33'34'1092,"0"0"0,0 0 0,-25-22-697,2 19 1,2 17-1,-5 1 1,-9-18-2645,-27-19 2249,-16-1 0,14-7 0,56-19 0,19-5 0</inkml:trace>
  <inkml:trace contextRef="#ctx0" brushRef="#br0" timeOffset="234116">6990 13000 8882,'-21'0'3276,"5"0"-1245,49 0-1911,0-8 0,6-5 0,-10-5 419,-19-18 1,-2-1-630,35 6 0,-14 7-60,-51 14 0,-21 5 0,7 5 330,5 11 629,9 17 1,-2 14 0,4 2-1,7-9 1,15 6-720,8 2 0,8 8 0,6-15-1729,9-26 1,5-6 982,1 7 1,-2-1-1,7-10 1,-44 10 0</inkml:trace>
  <inkml:trace contextRef="#ctx0" brushRef="#br0" timeOffset="234945">7469 12982 9332,'-11'-19'3276,"4"-5"-1335,-4 14-2211,-1-15-720,-13 13 1350,-12 28-450,15-1 675,5 26 0,12 7-406,19-12 1,10-4 405,11 4 0,6-13 539,4-28 0,-3-15-539,-8-13 0,-16-7-1335,-25 9 1,-10-1-1,-3 5 750,1 6 0,-1 9 0,-19 15 0,80 23 0</inkml:trace>
  <inkml:trace contextRef="#ctx0" brushRef="#br0" timeOffset="236042">7900 12912 7892,'-19'0'3059,"1"-8"-2538,10 33 1,4 28 0,2 12 0,1-3-1,-1-18 1098,-6 3-1215,4-6 1,1 13 0,0-7 0,2-27-720,2-39 0,1-27 1,1-13-1,2 5 117,-1 11 0,2-2 0,1-1 0,1 3 1,2 3 316,7-14 1,3 4 0,6 20 1409,16 29 1,-2 20-1395,-14 17 0,-15 8-1305,-21 8 1,-12-14-2108,-5-34 2730,-5-13 1,11 1 0,57 23 0,-14 0 0,0 0 0</inkml:trace>
  <inkml:trace contextRef="#ctx0" brushRef="#br0" timeOffset="237032">8307 12488 7533,'-6'-25'1638,"1"-1"0,7-5 1562,-11 76-3020,8-13 0,1 5 0,1 0-180,-2-2 0,1 0 0,-1 5 305,1 4 1,-1 7 0,0 2 0,3-4 0,4-9-126,7 0 0,9-6-270,8 2 0,10 5 0,3-7 0,-5-19 479,-6-27 1,-1-16 0,-1-1 119,6 0 1,0-1 0,-19 3-465,-28 4 0,-12 5 90,-8 3 0,0 14 629,10 24 1,0 17 0,8 5-1,13-10-734,23-8 0,16-7 0,-4 0-30,-4 6 0,1-3 0,4-5 0,4-3 0,-6-11 0,-12-19 0,-1 1 0</inkml:trace>
  <inkml:trace contextRef="#ctx0" brushRef="#br0" timeOffset="242160">3228 15610 8342,'-20'-7'3276,"-19"5"0,18-14-1552,-7 14 884,5-14-2428,21 14 202,24 2 0,28 5 1,5 8-1,-18 9-697,-26 14 0,-15 13 0,-4 4 1,5-7 673,14-7 1,2-3 0,-9 2-360,-16 7 0,-10 5 0,-7-5 0,-4-14-1093,-18-17 1,-6-15 0,20-6-2185,27-5 2621,20-4 1,33-7-1,-16 8 1,1 0 0</inkml:trace>
  <inkml:trace contextRef="#ctx0" brushRef="#br0" timeOffset="243111">3792 15646 7533,'-7'-36'3276,"-3"9"0,-8 2 0,-15 15-3288,0 14 0,-3 7-48,6 5 0,-2 5 0,2 3-771,-2 12 0,1 6 1,2-4 860,4-13 0,1-2 0,4 3-70,8 18 1,5 4 0,1-14 309,-2-23 854,13 28 1,14 1 179,4-29 0,6-6-2943,19 5 1,2-3-1,-9-7 1,-3-4 1750,28-13 0,-66 17 1,-19 9-1</inkml:trace>
  <inkml:trace contextRef="#ctx0" brushRef="#br0" timeOffset="244895">4727 15540 7892,'0'-33'3276,"-8"-5"-1638,-1 15 0,-7 1-1901,-15 4 1,-7 9 502,4 12 0,-3 9 0,1 4-173,3 3 0,0 4 1,1 4-1,2 2 270,0 6 1,1 3-1,3 2 1,3 2-136,3 1 0,3 3 1,3 0-1,5-3 397,4 5 1,6-3 0,3-2-150,0 4 0,13-8-46,15-23 1,14-7 0,3-4 0,-7-2-2044,-1-1 1,0-4 1386,-2 1 1,6-1-1,-3-1 1,-11-1-1,-6-5 1,-27 1 0</inkml:trace>
  <inkml:trace contextRef="#ctx0" brushRef="#br0" timeOffset="245519">4357 15804 7533,'-35'-7'3276,"23"-3"-2184,33 3 0,22 1 0,-3 1-1850,-14 0 1,1 0-233,19 2 1,9 0 0,-11 2 989,-7 1 0,-18 0 0,-13 0 0</inkml:trace>
  <inkml:trace contextRef="#ctx0" brushRef="#br0" timeOffset="247695">5402 15099 8612,'0'-20'3276,"0"5"0,0-1-3352,-5 12-314,-24 4 1,-15 7-1,6 10 959,17 17 1,7 11 0,-6-5-420,-16-14 0,-5-6 0,14 9 209,28 13 1,17 10 0,6-1 0,-4-14-270,12-4-420,-14 6 0,-3 10 1,-10-9 59,-27-3 854,-3-6 1,4-3-495,16-13 225,22 2 0,0 5-885,-32 14 0,-17 7 1,10-2 524,25-2 0,1 4 104,-15-8 1,-9 7 0,-4 3 0,0-1 0,4-3 0,8-9 30,8 0 0,7-1 719,3 7 1,4 8 0,3-4-1,5-15-2448,7-20 1,5-8 1629,6 4 1,3 0-1,-8-5 1,-3-18 0,-7 5-1</inkml:trace>
  <inkml:trace contextRef="#ctx0" brushRef="#br0" timeOffset="248848">5710 15893 7533,'-18'-10'819,"11"33"0,4 25 0,2 10 0,-1-7-582,-1-9 1,0 0 0,1-3 0,-3-5 1400,-3 5 0,0-19-1891,5-41 1,2-25 0,2-5 267,-1 13 0,1-5 0,0-2 0,1-1 0,3 1 0,2 3 254,5-1 1,2-2 0,3 3 0,2 8 0,3 12 539,17 14 1,1 20-391,-6 13 1,-2 11 0,-13 3-780,-20 1 0,-13 1 1,-4-2 389,0-9 0,-4-2 0,-3-4-780,-6-3 1,-2-3-1,8-10 750,5-16 0,45-2 0,9 2 0,-1-1 0</inkml:trace>
  <inkml:trace contextRef="#ctx0" brushRef="#br0" timeOffset="249795">6153 16016 7533,'-11'-8'3276,"-1"6"-1638,43-9 0,21-9-794,-22 0 0,0-3 1,-3-3-486,0 0 1,-2-3 0,-5-2-1080,-1-22 1,-19 8 179,-31 26 0,-9 17 1469,12 14 1,0 11 0,6 4 119,4 12 0,6 7 1,9-1-1560,10-2 0,7 0 1,9-8 509,8-10 0,8-7 0,-1-8 0,5-8 0,-2-12 0,-2-20 0,0-1 0</inkml:trace>
  <inkml:trace contextRef="#ctx0" brushRef="#br0" timeOffset="250833">6842 15910 8882,'-25'-37'1394,"12"14"0,-4 5-1664,-25 14 675,14 16 0,6 9 44,15 11 1,10 8 0,10-6 29,13-10 1,10-6 0,1-7 240,15-4 0,-5-18-91,-18-23 1,-6-15 0,-8 1-571,-5 10 1,-6 0 0,-10 4-1153,-22-2 1,-12 4 0,14 22 758,28 53 0,-4-2 0,31-12 0,-1 1 0</inkml:trace>
  <inkml:trace contextRef="#ctx0" brushRef="#br0" timeOffset="251810">7273 15857 7533,'-12'-25'3276,"-1"44"-2679,5 10 1,1 11 0,0 5-1,0-2-552,2 2 0,1 1 0,1 0 0,-1 0 135,0 2 0,0 5 0,1-11 0,2-25 719,4-40-959,-1-4 0,2-11 0,0-8 0,1-3 0,1 1 1,1 5 148,1 0 1,1 0 0,1 2 0,2 1 0,2 3 135,5-7 0,2 0 0,3 8 0,0 19 867,8 24 0,2 18 0,-14 4-2185,-28 3 1,-15 5 0,7 0 925,23 10 0,-5-8 0,-46-21 0,9-13 0,61-10 0,0 0 1</inkml:trace>
  <inkml:trace contextRef="#ctx0" brushRef="#br0" timeOffset="253059">7802 15152 13199,'-17'31'-18,"0"1"0,5 2 0,1 7 0,2 3 1,1 1 250,3-5 1,1 2 0,2 0 0,1 1 0,1 0-55,0 4 1,2 1 0,2 0 0,0-1 0,2-6-150,2 6 0,1-5 0,11-7 150,15-11 0,12-5 0,0-6 0,-10-7-90,5-12 89,-1-6 1,12-6 0,-3-5 0,-17-4 315,-26-20 0,-13-6-495,8 9 0,1-2 0,-12 17-315,-20 22 0,-4 17 854,13 15 1,5 11 0,9 1-480,15 6 0,12 1 0,3-5-60,-4-9 0,4-4 0,1-6 0,18-4 0,-6-14 0,-19-26 0</inkml:trace>
  <inkml:trace contextRef="#ctx0" brushRef="#br0" timeOffset="255380">8467 14993 7533,'-25'-8'3276,"11"6"-1638,44-6 0,17 1 1638,2 5-3254,-3 9 0,8 7 0,-10 4 113,-20 0 0,-9 7-315,-10 10 0,-6 10 0,-6 3 0,-1-4 270,-5 1 0,-5-3 0,1 3 90,3 1 0,-1 3 0,3 1 0,7-5 329,9-3 1,7-3 0,2-5-240,3 1 0,3-7-450,19 4-180,-80-25 270,5-5 360,29 37 0,8 16 202,-2-15 0,1 3 0,1 2 1,0-2-181,3-3 0,3 0 1,-4-2-1,-7-1-517,-14-1 0,-9 0 0,-3-5 0,3-9-360,2-9 1,0-10 584,-21-19 0,17-1 0,69 17 0,-8 4 0,0 1 0</inkml:trace>
  <inkml:trace contextRef="#ctx0" brushRef="#br0" timeOffset="280536">9697 14905 7533,'-19'-18'2698,"7"8"578,-15-13-2216,-1 15 1,-5 4-1001,-2-2 0,-4 2 0,6 12 547,15 21 0,7 14 0,2 6 1,-3-1-626,-4-10 0,-2 0 0,-1 1 0,2 2 0,5 3-85,6-2 0,4 5 0,2 2 0,2 1 1,0-1-1,-1-3 0,-2-4 80,-4 6 1,0-4-1,-1-1 1,0 0-68,0 3 0,1-1 0,-1 1 0,1 0-45,-1-1 0,0 2 0,0-2 1,2-2 283,2 0 1,1-3 0,-1 2-128,-3 2 1,0 2 0,-1-1-1,0-9-157,0-8 0,1-7 3284,2-7-3599,-2 1 1349,12-25-674,36-3 0,8 1-405,-18 0-913,4 10 1,7 4 0,-15 6 404,-23 14 1,15-3 0,-27-13 0</inkml:trace>
  <inkml:trace contextRef="#ctx0" brushRef="#br0" timeOffset="282337">9980 16051 7533,'-17'20'1092,"0"0"0,13-42 0,8-19-1007,3 8 0,4-9 1,4-6-1,2-2 1,-1-1-1,0 3 1,-3 6-64,0-4 1,-2 4-1,0 1 1,3-4 91,0-4 1,3-11 0,1-1 0,-1 7 0,-1 16 0,-5 24 424,-4 32 1,-3 26 0,-2 6 0,2-10-339,4-8 0,-1-1-269,-2 13 1,-2 10-1,3-5 1,9-21-143,11-29 0,8-16 0,-4-9 461,-9-6 1,-5-12 0,0-3 0,1 5 0,5 13 840,12 13 0,3 10 0,-5 11 0,-7 14 0,-4 11 0,-6 5-1516,-7 1 1,-7 4-1,-3 4 1,1 3 452,1-3 1,-2 6 0,1 2 0,0-1 0,2-6 0,2-9-26,7 9 1,2-23-1644,-5-46 1,2-3-1639,15 38 2730,-13-54 1,-11 4 0,-11 63 0,4 0 0,1 1 0</inkml:trace>
  <inkml:trace contextRef="#ctx0" brushRef="#br0" timeOffset="283324">11186 15328 7533,'-3'-31'1638,"-1"-1"0,-1-13-38,-28 68 0,-5 23-1600,19-11 0,4 4 0,-2 5 305,0-6 1,-2 4 0,-1 2 0,3 1 0,5-1 233,6 0 1,4 1 0,3 1 0,2-3 0,0-1-585,2-2 0,2-2 0,2-2 0,0-1-1048,5 6 1,1-2 0,2-10 272,11-3 1,-11-36 0,-4-17 0</inkml:trace>
  <inkml:trace contextRef="#ctx0" brushRef="#br0" timeOffset="284165">11309 15752 7533,'-30'-34'3276,"26"5"0,23 9 0,11 14-2164,-6 11 1,-1 8-1293,-1 22 0,-5 13 0,-15-4-210,-28-11 0,-15-4 1,17 1 389,36 5 0,14 1 0,-16-7 0,-50-1 0,5-16 0,74-33 0,-1 0 0</inkml:trace>
  <inkml:trace contextRef="#ctx0" brushRef="#br0" timeOffset="284744">11753 15769 7533,'-9'-45'3276,"-6"18"0,-13 27-2235,-3 17 1,-2 9 37,-5 3 1,4 6-271,18-4 1,4 3-1,11-3-2158,25 10 0,14-7 1349,-2-8 0,3-7 0,4-7 0,-8-10 0,-21-20 0</inkml:trace>
  <inkml:trace contextRef="#ctx0" brushRef="#br0" timeOffset="286117">11605 15822 7353,'-20'-8'-113,"14"-2"1,12 1-1,14 1 1</inkml:trace>
  <inkml:trace contextRef="#ctx0" brushRef="#br0" timeOffset="286997">11457 15804 7083,'-21'-22'929,"0"-1"1,5 0-1,-1 3 2347,-24 1-885,20 3 667,14 16-1349,38 16-1034,3 9 0,0 8-1035,-12 0 0,-10 3-495,-12 14 1,-13-4 1348,-13-19 1,-8-7-315,-6-1 0,1-7-540,4-12-2608,30 0 989,11 0 1979,6 0 0,22-31 0,-14 12 0,0-1 0</inkml:trace>
  <inkml:trace contextRef="#ctx0" brushRef="#br0" timeOffset="288560">11925 15134 6183,'-25'0'1440,"1"0"-1440,10 0 0,3 0 0,5 0 1169,-1 8 1170,-5-6-271,5 6-1618,2-8 180,5 0-90,0 0-1,11 15 270,7 25 1,5 11-91,-3-15 1,3 1 0,-2 5-271,-4-1 1,-1 5 0,-1 3 0,-2 0 0,-3-2-343,-4-6 1,-2 0 0,-2-1 0,-2 1 0,-1-1-558,-1 3 0,-1 1 1,-1-1-1,-3-3 1,-3-6 494,-15 15 0,-3-14-3322,-1-9 2621,27-55 1,15 5-1,6 1 1,8-7 0</inkml:trace>
  <inkml:trace contextRef="#ctx0" brushRef="#br0" timeOffset="290484">12023 14905 7533,'-34'0'1638,"61"-7"0,22-2-819,-15 4 0,4-1 0,2 1 0,0 2 0,2-1 0,2 1 0,-2 2 0,-2 5-48,5 3 1,-3 6 0,-11 10-705,-20 6 1,-9 8-1,-6 5 1,2 5-29,1-11 1,-1 5 0,0 3 0,-1 3 0,0 0 0,-1 1 0,0 0 0,0-3 0,-1-2 62,0 3 1,-2-2 0,0-1 0,0-1 0,0 1 0,1 0 0,0 2-182,2 0 0,1 3 1,1 2-1,0-1 0,0-1 1,0-2-1,-1-5 0,-1-5 289,-3 10 0,-1-6 0,-1-11 150,-8-3-1170,11-10 810,-1 1 1080,1-5-1350,6 4 540,0-16 1169,0 0-1349,-21 7-421,-15 3 0,-16 4 0,-3 0 1,12-3 105,11 0 0,2-2-868,-17 1 1,-5-1 0,27-4 545,60-11 1,-4 9 0,-3 9 0,-20 13 0,0-1 0</inkml:trace>
  <inkml:trace contextRef="#ctx0" brushRef="#br0" timeOffset="296634">900 15187 7533,'-28'-27'3238,"3"-7"-2609,15 23-718,2-5 1708,8 39-630,0 22-742,9-12 0,6 7 1,1 3-1,-1 0-90,-4 1 1,-1 0-1,1 1 1,2 3-128,1-6 0,4 4 0,0 1 0,1 0 0,-2-2 0,-1-2-75,0 6 0,-1-3 0,-2-1 0,0 1-63,-4-5 0,1 1 0,-2 1 0,0-4 0,0-4 108,5 11 0,-3-4 30,-8-5 0,-2 1 0,0-5 1230,8 14-2070,-8-12 540,0-19 1350,8-39-961,8-11 1,5-9 0,-1 4-120,-6 8 0,1-5-180,0 3 0,4-9 0,2-5 0,1-3 1,1 0-1,0 4 0,-3 5 539,5-4 1,0 6 0,-1 0 0,2-5-282,-7 9 1,1-4 0,1-3 0,0-1 0,0 1-1,-1 0 1,-1 4 0,-1 4 190,5-8 1,-1 4 0,-2 2 0,-1 3-1110,3-5 1,-1 3 0,-9 8-2438,-12 3 3241,0 32 1,-16 17 0,-3 13 0</inkml:trace>
  <inkml:trace contextRef="#ctx0" brushRef="#br0" timeOffset="297444">1023 15699 7892,'-10'-18'3276,"10"8"0,26 2-1638,15 10 0,10 4-2731,-9 0 1,2 0 0,-1 0-1,-6-2 1,-1-1 0,-1 2 599,16 7 0,-14-1 0,-29-9 1,-8 6-1</inkml:trace>
  <inkml:trace contextRef="#ctx0" brushRef="#br0" timeOffset="303265">1235 17304 7533,'-26'-18'3238,"14"8"-1259,-3 2-630,15 8-1529,-8 55-23,0-14 1,-3 9 0,-1 3 0,2-3 336,3-7 1,2-1 0,-1 0 0,-2 2 368,-2-1 1,-2 3 0,-2 0 0,2-4 0,3-5-145,4 5 1,-1-10 360,-10-8 918,36-18 0,15-3-1311,-3 0 1,6 0 0,4-1 0,1 0-454,3 1 0,3 1 0,3 0 0,-1-1 1,-2-1 179,-6-2 0,0-2 0,0 0 0,-2 1 0,0 0 350,8 2 1,0 2 0,-4-1 0,-7-2-1035,-6-4 0,-6 0-539,20-4-630,-17-2-1478,-6 1 2781,-30 9 0,-27 17 0,11-3 0,-1 0 0</inkml:trace>
  <inkml:trace contextRef="#ctx0" brushRef="#br0" timeOffset="304652">882 17604 6813,'-45'7'3276,"17"3"0,13 0-1638,37-36 0,18-19-1526,-14 12 0,0-2 0,1-2-22,-4 4 0,1-1 0,0 1 0,-1 1 30,4-2 0,0 1 0,-7 6 150,-2-4-810,-10 31 360,-8 0 270,0 0 989,8 0-1168,-6 0 808,6-8 1710,7 30-2070,2 3 1,4 8 0,0 1-1440,1 0 1,1 0 0,1 0 119,0-2 1,0 0 0,0-4-680,3 1 1,-5-15 818,-12-32 1,-2 26 0,-8 12 0</inkml:trace>
  <inkml:trace contextRef="#ctx0" brushRef="#br0" timeOffset="306881">2981 17604 7533,'-20'-30'3276,"5"7"-256,15 23-1581,-8-8-989,6 6 989,-22-6-1439,20 8 90,-13 26 0,-8 24 0,5-1-30,11-13 0,4-1 0,-1 4 137,-2 5 1,-2 5 0,-1 3 0,3-2 0,4-6 102,3-1 0,3-6 0,7 1-1,9 9 1,8 0 0,4-12-75,16-15 0,2-8-270,-6 4 0,3-7 0,-10-15 0,3-6 0,0-6 0,-6-3 15,-7-6 0,-5-4 0,1-5-96,2 2 0,3-4 0,0-3 0,-2 1 1,-3 3 125,1-7 0,-5 2 0,-1-1-270,-3-7 0,-1-1 0,-4 11-180,0 2-449,-8 15 989,-16 54-18,10 3 0,1 13 0,2 7 0,0 0 0,1-8 227,0 1 1,1-5 0,0 5-120,-1-1 0,-2 8 0,2 0 0,1-6 0,6-11-1819,7-7 1,1-13 860,-3-17 1,-10 15 0,-10 5-1</inkml:trace>
  <inkml:trace contextRef="#ctx0" brushRef="#br0" timeOffset="307892">4039 18150 7533,'-17'-18'1638,"-1"-1"0,-2 17 0,9 37 0,7 14-642,2-10 1,4-1 127,0 4 1,4-6-946,3-16 181,1-44 0,1-25 0,2 2-46,4 6 1,3 2-105,-2 6 0,3 0 0,1 17-165,2 25 0,-1 13-1619,1 19 0,-5 6-65,-6-5 1,-1-3-1,1-7 1,0-10 818,-1-18 1,19 12 0,-11-16 0</inkml:trace>
  <inkml:trace contextRef="#ctx0" brushRef="#br0" timeOffset="308291">4568 18080 7533,'-19'-28'3276,"3"34"-1638,17 23 0,6 11-417,-6 3 1,0 2-2861,7 2 1,0-4 818,-6 6 1,21-41 0,-3-8 0</inkml:trace>
  <inkml:trace contextRef="#ctx0" brushRef="#br0" timeOffset="308878">4657 17939 7533,'-24'-24'546,"1"1"0,-3-11 0,52 50 0,-3-1 0,1-1 0</inkml:trace>
  <inkml:trace contextRef="#ctx0" brushRef="#br0" timeOffset="309447">4959 18062 7533,'-27'-21'3276,"16"46"-2457,15 8 0,6 12 0,4 3 0,-1-5 273,-3-2 0,0-2 0,7-12 335,31-9 0,1-22-1697,-26-23 1,-5-12 269,2 1 0,4-7 0,-2 1 0,-3 8 0,-5 6 0,0 11 0,28 21 0</inkml:trace>
  <inkml:trace contextRef="#ctx0" brushRef="#br0" timeOffset="310494">5390 18203 6993,'1'-9'3276,"43"1"0,-3 8-2184,-3-6 0,6-4 0,-10-6-789,-17-5 0,-8-5-933,0-10 1,-11 0-91,-13 7 1,-11 11 749,-9 23 0,-8 17 0,9 6 569,14 0 1,7 6 0,6 4-83,8 4 0,7 6 0,5-1 0,5-8-1610,8-8 1,5-7 0,5-7 1026,0-5 0,5-6 1,-1-4-1,-3-4 1,7-12-1,-5-7 1,-11-3-1,0 1 1</inkml:trace>
  <inkml:trace contextRef="#ctx0" brushRef="#br0" timeOffset="310915">5907 18362 10051,'2'0'3276,"-3"-2"-2457,7-21 0,11-21 0,3-5 0,-1 10 43,-2 12 0,4 3-997,4-2 0,7-6 0,-1 5 0,-4 10-945,11 19 1080,-1 5 0,-8-6 0,-23-9 0,1-1 0</inkml:trace>
  <inkml:trace contextRef="#ctx0" brushRef="#br0" timeOffset="312013">6694 18080 8522,'0'-35'3276,"-5"-1"0,-35 9-3269,4 25 0,-3 10-367,1 9 1,12 11 1228,25 3 1,13 7-1,2-1-449,-2-3 0,2 1 0,3 0-31,12 7 1,3 0 0,-19-7-795,-27-11 0,-10-7-1234,-8-7 1,-2-6-1,0-4 1,7-6 1091,13-8 1,42 23 0,18 8 0,-3-3 0,0-1 0</inkml:trace>
  <inkml:trace contextRef="#ctx0" brushRef="#br0" timeOffset="312796">7199 18203 7533,'-19'-35'3276,"-10"15"0,-13 5-2972,12 22 1,-4 8-1,2 2 236,-10 4 0,6 7-360,14 6 0,5 6 0,11-2-495,16 3 0,16-12 495,12-24 0,11-15 0,-8-4-1067,-12-6 1,-4-5 766,6-9 0,2-5 0,-21 16-510,-39 23-1009,55 26 1,14 12 1169,-32-10 1,3-3 0,15-8 0,8-5 0,-4-10 0,6-31 0</inkml:trace>
  <inkml:trace contextRef="#ctx0" brushRef="#br0" timeOffset="313299">7692 17674 7533,'-8'-33'1638,"1"0"0,2 23-1092,4 24 0,3 21 0,1 15 0,0 5 0,1-1 0,-1-9-296,0-4 1,1-4 0,-1 1 0,0 2-89,-2 8 0,1 7 0,-1-1 0,0-6 0,-1-12-612,0 6-2827,5-84 2457,-4 31 1,21 3 0,-1 18 0</inkml:trace>
  <inkml:trace contextRef="#ctx0" brushRef="#br0" timeOffset="314710">9057 17709 7533,'-14'-20'1638,"0"-1"0,-8-10-991,-9 18 0,-9 6 0,4 15-262,13 14 1,-1 15-1,1 9 1,3 5-1,6-1 1,7-4-1,10-10 87,21-2 0,17-10 1,4 1-1,-10 6-5,-18 11 1,-7 10 0,-3 1 0,3-12 0,8-21-289,4-25 1,7-16 0,3-12 0,3-8 0,0-5 0,-3 0 0,-5 1 0,-7 7-414,-4-1 0,-4 0 0,-5 0 0,-5-1 1,-4-3-127,-4-3 0,-5-7 0,-5-3 0,-2 1 1,-2 6-1,-1 10 0,1 14 360,-10 14 0,-1 10 0,-2-6 0,8 8 0,30 39 0,0-1 0</inkml:trace>
  <inkml:trace contextRef="#ctx0" brushRef="#br0" timeOffset="315122">9008 18133 4373,'33'21'-248,"-1"1"1,0-1 0,-3 2 0,1 0 561,2-5 0,6 1 0,-2 1 0,-7-1 0,-6 3 0,-8-1 0,1 14 1</inkml:trace>
  <inkml:trace contextRef="#ctx0" brushRef="#br0" timeOffset="316259">9574 18150 0,'-12'-30'1638,"0"0"0,-13 22 0,-1 37 0,11 18-874,21-10 0,11 6 0,5-6 0,3-19-247,1-28 0,4-21 0,2-3 1,0 13-129,5 25 1,2 11 0,-1-10-1042,-2-23 1,4-14-1,-7 3 1,-12 20 381,-20 42-45,0-1 0,-1 11 0,5 0 0,7-10 494,28 0 1,4-15 0,-3-16-1,4 3 1,1 0 0</inkml:trace>
  <inkml:trace contextRef="#ctx0" brushRef="#br0" timeOffset="317200">10448 18168 7982,'-18'-18'1638,"-1"1"0,-18-11 0,4 15 0,-4 9-552,1 20 1,0 7-952,-3-13 0,6 7 105,15 24 0,8 13 0,14-11-195,19-20 0,9-9 764,10-8 1,2-12-1,-16-12 1,-2-9 0,-2 3-2449,3-4 1,-4 13-1,-4 31 1,-4 13 1091,-7 7 1,1 3 0,10 3 0,3-14 0,3-38 0</inkml:trace>
  <inkml:trace contextRef="#ctx0" brushRef="#br0" timeOffset="318223">10657 18239 7803,'-12'-20'3238,"5"-11"38,1 27 0,1 51-3622,9 0 1335,21-67 1,6-15 359,-13 16 0,1-1-1589,6-11 0,4-3 1,-2 18-1066,-1 39 1,-4 15-335,-4-1 1,-2 3 982,1 10 1,1-14-1,0-36 1,-5 0 0</inkml:trace>
  <inkml:trace contextRef="#ctx0" brushRef="#br0" timeOffset="318935">11223 17762 0,'21'-9'1638,"-21"35"0,-4 20-819,7-3 0,3 7 0,0 3 0,-1-1-164,-3-10 0,-2 1 1,0-1-1,0-1 0,2-3-1748,3 6 1,2-4 0,0-5 545,1 1 1,1-17 0,1-38 0,-4-11 0,-13 3 0</inkml:trace>
  <inkml:trace contextRef="#ctx0" brushRef="#br0" timeOffset="319217">11149 18062 0,'34'-25'546,"0"0"0,0 0 0,0 0 0,0 0 0,-13-7 0,3 3-256,8 12 1,12-1 0,6 1 0,0 4 0,-7 5 0,-13 9-291,2 26 0,-23 12 0,-15-13 0,0-1 0</inkml:trace>
  <inkml:trace contextRef="#ctx0" brushRef="#br0" timeOffset="319994">11740 18150 7623,'0'-29'3276,"0"53"-1811,-3 13 0,1 8-1465,6 0 0,1-2 0,-5-11 0,3-11 0,15-27 0</inkml:trace>
  <inkml:trace contextRef="#ctx0" brushRef="#br0" timeOffset="320196">11753 17956 7533,'-22'-9'719,"34"1"1,35 8-1</inkml:trace>
  <inkml:trace contextRef="#ctx0" brushRef="#br0" timeOffset="321148">12134 18433 8882,'-7'29'819,"2"-51"0,1-30 0,0-12 0,1 6 0,0 10 0,2 1 0,0-2 0,3-3-273,0 5 0,1-3 0,1-2 0,2 0 0,2 3 0,1 5 212,4-3 1,2 1 0,4 7 0,5 12-1852,14 14 1,6 12 0,-1 6 623,-6 1 1,-1 5 0,-5 3 0,2 8 0,-10 3 0,-16 16 0</inkml:trace>
  <inkml:trace contextRef="#ctx0" brushRef="#br0" timeOffset="321725">12084 18239 10321,'-8'-28'327,"40"10"1,23 2 0,-4 1-1,-14-1 1,1 1 0,10 2-1,-1 0 1,0 1 0,0-1-1</inkml:trace>
  <inkml:trace contextRef="#ctx0" brushRef="#br0" timeOffset="322584">12638 18239 374,'3'-26'1638,"0"1"0,-7 9 1638,2 10-3898,1 25 0,2 26 1,0 6-1,2-11 392,4-14 1,0-1 0,1 20 0,2 6 0,3-24 0,24-54 0</inkml:trace>
  <inkml:trace contextRef="#ctx0" brushRef="#br0" timeOffset="323700">12848 18397 0,'-25'-9'3276,"6"1"-2184,42 3 0,24 1 0,-4-3 546,-14-5 0,1-3-819,12-4 0,10-3 0,-5-3 0,-21-2-779,-30-10 1,-17 2 34,3 11 1,-7 9 74,-7 14 0,-5 9 0,9 10 669,12 12 0,7 12 0,8 2 0,6-7-372,10-6 0,8-5 0,4-3-1540,12 2 1,7-5 0,-3-8 545,3-9 1,-5-10 0,-9-11 0,-15 5 0,-37 33 0</inkml:trace>
  <inkml:trace contextRef="#ctx0" brushRef="#br0" timeOffset="324482">13475 18292 7533,'-19'-30'3276,"1"30"0,0 37-2055,8 5 1,1 3-368,0-9 1,4-4 1123,11-2-2038,4-49 0,4-23 1,-1 1 328,2-4 1,0-2 150,-3-5 0,-1-2 0,6 18-2939,23 33 1972,3 7 1,-2 7 0,-6 19 0,-10-24 0,0 1 0</inkml:trace>
  <inkml:trace contextRef="#ctx0" brushRef="#br0" timeOffset="325025">12749 18062 7533,'-27'-13'787,"1"-1"0,14-12 0,41 9 0</inkml:trace>
  <inkml:trace contextRef="#ctx0" brushRef="#br0" timeOffset="445794">10386 7973 0,'-23'-41'3276,"14"25"0,-2-8-2184,17 43 0,8 21 0,0-3 546,1-3 0,0 3-1193,-2 3 0,1 6 0,0 2 1,-2-8-691,3 3 0,-4-5-1394,-3 0 1,-4-8 2113,-5-16 1,-6-24-1,1 2 1</inkml:trace>
  <inkml:trace contextRef="#ctx0" brushRef="#br0" timeOffset="447000">10990 8149 6993,'-4'-29'1638,"1"-1"0,8-11 1638,3-2-2896,-12 62 1,-5 29 0,-3 15-1,0 0 1,1-13-351,3-14 0,0-6 0,-2 8 379,1-1 1,-3 10-1,-1 5 1,-1 2-1,0 0 1,1-4 0,1-7-1,2-10 651,-8 3 1,12-7-1061,28-2 0,19 2 0,5-5 0,-8-10-135,-11-12 0,2-6-180,16 4 0,12 1 1,-1-3-1,-14-5 315,-14-12 0,-14 7 0,-18 20 0,-2-20 0</inkml:trace>
  <inkml:trace contextRef="#ctx0" brushRef="#br0" timeOffset="447638">10977 8431 7533,'-40'0'1638,"62"-7"0,15-1-1092,1 5 0,1 2 0,6-1 0,-4 4 0,-1 17 0</inkml:trace>
  <inkml:trace contextRef="#ctx0" brushRef="#br0" timeOffset="448329">11014 8061 6363,'-36'-24'1092,"60"11"0,25-1 0,-1-4 0,-11-5 0,-1-4 0,2 5-1357,6 6 0,4 6 0,-7 3-1374,0 1 1,-17 8 1175,-59 29 1,25 2-1,31-25 1</inkml:trace>
  <inkml:trace contextRef="#ctx0" brushRef="#br0" timeOffset="449638">11617 8484 7533,'-30'-17'3276,"15"-17"0,4 21-2184,25 33 0,17 23 0,-4-4-744,-12-17 0,-1 3-1168,8 11 1,5 11 0,-2-3 0,-10-19 485,-11-19 0,-1 18 0,-7 3 0,-22-3 0</inkml:trace>
  <inkml:trace contextRef="#ctx0" brushRef="#br0" timeOffset="450232">11543 8855 7533,'-36'-8'3276,"15"6"0,25-29-2184,21 2 0,14-5 0,2-3-1043,-10 6 0,2-2 0,1-2 1,-1 1-1,-1 2-184,1-1 0,0 1 0,-2 2 0,-2 2-958,4-6 1,-1 2 0,-16 19 488,-29 39 0,10 3 0,6 0 1,31 7-1</inkml:trace>
  <inkml:trace contextRef="#ctx0" brushRef="#br0" timeOffset="450670">12159 8431 7533,'-21'-19'1092,"17"42"0,6 21 0,0-1 546,-1-9 0,2 2-2458,2 1 1,3 6 0,-2-3 0,-3-9 562,-7-4 0,14-7 1,-9-26-1</inkml:trace>
  <inkml:trace contextRef="#ctx0" brushRef="#br0" timeOffset="451387">12565 8467 7533,'9'-29'1638,"1"1"0,-4-13 1638,-34 33-2865,1 13 1,-4 6-7,-8 4 0,2 5-360,2 5 0,12 5-180,27 0 0,12 2 584,5-5 1,5-1 0,1-2-45,19 3 0,-10 3-900,-26 8 0,-17 0 765,-20-11 0,-11-7-930,5-6 1,-3-2-1,2-3-824,-4 1 0,16-4 1484,29-6 0,38 0 0,-10 0 0,-1 0 0</inkml:trace>
  <inkml:trace contextRef="#ctx0" brushRef="#br0" timeOffset="451964">12811 8061 7533,'-14'-35'3276,"3"15"0,22 59-2457,-7-6 0,-1 9 0,0 3 0,1-2-1005,0-3 0,2 1 0,-1-1 1,-1 2-635,0 4 1,-1 3 0,-1-2 0,2-7-820,1 3 1,0-12 1252,-4-15 1,-12-16-1,-9 0 1</inkml:trace>
  <inkml:trace contextRef="#ctx0" brushRef="#br0" timeOffset="452194">12700 8484 7533,'23'-34'819,"0"0"0,0 0 0,-3-6 0,6 4-455,11 15 0,12 2 0,1 5 0,-11 3 0,6 1 0,-9 1 0,0-1 0,0 0 0</inkml:trace>
  <inkml:trace contextRef="#ctx0" brushRef="#br0" timeOffset="453000">13253 8449 9781,'0'-35'3276,"6"-8"-2665,-42 42 0,-9 11-521,3 6 944,15 10 1,14 3 89,42-10 0,4 5-1507,-34 10 1,-13 11 0,0-2 0,13-14 382,42-11 0,-52 10 0,-19 13 0,-4-5 0,13-22 0,17-47 0</inkml:trace>
  <inkml:trace contextRef="#ctx0" brushRef="#br0" timeOffset="453325">12269 8184 7533,'-24'-14'409,"1"-1"1,34-16-1,13 17 1,8 2-1,2 0 1,1-1 0,-1 1-1</inkml:trace>
  <inkml:trace contextRef="#ctx0" brushRef="#br0" timeOffset="453819">13586 7867 7533,'6'-39'1638,"-1"0"0,3-3-1229,-5 67 1,-1 26-1,0-9 1,2-11-1,-5 18 1,-1 0 0,0 0-1</inkml:trace>
  <inkml:trace contextRef="#ctx0" brushRef="#br0" timeOffset="482561">14705 14870 7533,'-13'-18'1439,"-3"8"1837,9-21-1695,0 25-52,2-18-269,10 24 359,2 16-855,6 13 1,3 9-885,-2-2 0,0 5 0,2-1-60,1 3 0,0-1 0,0-3-720,3 3 1,-1-12-2378,-3-20 2457,-18-39 1,-14 21 0,3 27 0</inkml:trace>
  <inkml:trace contextRef="#ctx0" brushRef="#br0" timeOffset="483621">15272 15822 6183,'-4'28'1638,"1"-1"0,-19-54-819,10-3 0,1-11 0,0-5 0,3-2-273,3 4 0,2-4 0,1-2 0,1-2 0,-1 2 0,0 2 109,-4-2 0,-1 1 1,-1 1-1,4 0 0,4 0-111,4 4 1,3-3-1,1 0 1,4 2 0,2 7-1,4 8-155,11 4 1,6 11 0,1 3-1020,6 2 1,4 4 0,0 4-191,-7 4 1,1 3 0,-1 3 0,-4 3 163,10 14 1,-10 3-1,-2 5 1,-67-15 0</inkml:trace>
  <inkml:trace contextRef="#ctx0" brushRef="#br0" timeOffset="484283">15211 15469 7533,'-24'2'1092,"44"-4"0,21-1 0,0-2-1066,4-1 0,1 1-26,-7 1 0,6 0 0,-4 2 0,-14 4 0,-15 8 0,-13 7 0</inkml:trace>
  <inkml:trace contextRef="#ctx0" brushRef="#br0" timeOffset="484914">15813 15558 7533,'-29'-28'3276,"8"10"-2184,-23 29 0,-12 17 0,27 4-273,46-6 0,26 2 0,1 2 0,-20 0-797,-36 7 0,-16 1 0,15-19 248,37-36 0,17-24 0,-15 3-675,-29 11 0,-8-1 405,-7-23 0,-4-8 0,17 28 0,46 58 0,-14-5 0,0 1 0,0-1 0</inkml:trace>
  <inkml:trace contextRef="#ctx0" brushRef="#br0" timeOffset="485694">16084 15646 7533,'0'-18'1619,"0"8"1657,0 10-436,0 26-2510,0 14 0,0 13 0,0-7-195,0-18 0,0-1 764,1 12 1,0 3-1,3-21-252,0-40 1,1-27 0,2-14-1,4 2 1,7 15-1741,17 16 1,9 10 0,-3-9 1036,-16-13 0,-3-13 1,-2-2-1,2 9 1,3 17-1,25 26 0,-8 12 1,-25-10-1</inkml:trace>
  <inkml:trace contextRef="#ctx0" brushRef="#br0" timeOffset="486933">17364 15540 7892,'-7'-33'3276,"1"19"0,-4-25-3062,-29 39 1,-18 16 0,8-5-215,23-13 0,0 4 359,-10 19 1,-11 16 0,-1 5 0,13-5 0,25-15 22,33-22 0,24-14 1,4 2-1,-17 14-472,-24 30 0,-12 12 1,10-18 426,22-42 0,14-28 1,1 0-1,-15 29-637,-23 44 0,-10 21 0,10-18 300,34-46 0,2-1 0,-31 51 0,-10 20 0,10-17 0,33-43 0,0 0 0</inkml:trace>
  <inkml:trace contextRef="#ctx0" brushRef="#br0" timeOffset="487531">17758 14993 7533,'-18'-33'3276,"4"11"0,13 52-2457,0 0 0,-1 10 0,1 6 0,2 0-1003,3-6 0,1 4 0,2 1 0,0 0 1,-1-1-1,-2-3-491,-2 7 0,-2-2 1,0-1-1,3-2 675,6 17 0,4-1 0,-2-33 0,3-53 0,11 1 0</inkml:trace>
  <inkml:trace contextRef="#ctx0" brushRef="#br0" timeOffset="488348">18066 15064 7533,'-6'-34'3276,"5"5"0,1 1-2184,-1 55 0,2 34 0,0 0-334,2-17 1,2 1 0,0 1-1,-1 2-920,-3-2 0,-1 4 0,0 0 1,0-2-1,1-3-468,2 10 0,1-4 1,0-14-2648,2-16 2544,1-32 1,0-13 0,-2 14-1</inkml:trace>
  <inkml:trace contextRef="#ctx0" brushRef="#br0" timeOffset="489245">18620 14781 7533,'-6'-2'1638,"-6"38"0,1 17-1464,5-26 1,1 1-1,-1 5 1,0 4-1,7-8 1,12-5-1</inkml:trace>
  <inkml:trace contextRef="#ctx0" brushRef="#br0" timeOffset="490677">15764 15681 7533,'-12'-18'3276,"-11"1"-616,-14 23-2525,1-2 0,-1 3 45,8 4 0,2 6 599,3 7 1,2 6 0,4-4-690,-1 5-1,13 4 1,4 7 0,10-7 764,17-10 1,7-7-315,3 5 0,4-8-720,-3-15 0,3-7 0,-3-6 180,-7-7 0,-3-5 0,-4-3 540,3-16 0,-8-2-810,-8 9 0,-8 2 135,-13 2 0,-5 7-3013,-11 6 3148,7-11 0,17 27 0,24-12 0</inkml:trace>
  <inkml:trace contextRef="#ctx0" brushRef="#br0" timeOffset="492877">17389 15681 7623,'-6'-27'3276,"5"-15"0,-32 5-2280,-5 14 1,-7 9-1237,7 21 0,-3 10 0,2-4 195,-11-13 0,6 8 794,14 28 1,8 14 0,13-11-30,23-15-211,3 5 1,3 6 0,1-11-600,6-18-540,8-13 0,7-8 1,-8-4 359,-19-7 0,-3-3 225,25-7 0,-7 1 315,-30 4-1080,4 23 900,-8 6 360,10-13-450,-6 13 180,5-6 180,-3 8-360,3 0 90,-5 0 90,0-8 209,-3 28 1,-1 23 0,0-6-300,1-4 30,7 11 0,5 11 0,6-17-30,16-22-1729,-1-3 1,0-4 1063,-4-11 0,-5-4 0,-14 14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51:19.792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3228 4075 6273,'-18'-8'360,"8"-2"-270,3 0 90,7 2 90,0 8 270,0 0 1618,-8-8-1348,6 7-450,-14-7 269,14 8 721,-6 0-631,8 0 361,-7 0-991,5 0 451,-6 0 0,8 8-270,-8-7 269,-2 7-89,0-8-360,2 16 989,17 16 1,6 10-990,-3 1 0,0 6 0,1 3-180,-1-10 1,0 5 0,1 0 0,0 1 0,0-1 161,-1-4 0,1 0 0,0 0 0,0-1 0,-1 0-18,-1 1 0,0 0 0,-1-1 0,1-1 0,-1-4-24,2 5 0,0-4 0,-1-2-30,-2 8 0,-1-2-135,1-6 0,-2-3-45,-5 6 90,1-11 0,2 1-227,7-3 0,-1 1 497,-8 5 0,0 0 0,10-7 0,-2-3-180,-11 10-720,0-32 1260,16-47-502,-4 16 1,4-8-1,4-6 1,2-4 0,1-2-1,0 2 1,-2 3-207,-2 6 1,0 1 0,-1 0 0,2 1 0,-1-1 0,1-2 0,0-1 287,0-1 0,1-3 0,0-2 0,1-1 0,0 1 0,-1 0 0,0 2 0,-1 4 0,-2 4-278,9-12 1,-2 4 0,-2 5-1,-4 4 383,1-12 0,-8 11-3502,-12 19 0,0-1 3274,0 5 0,0 15 0,0 0 0</inkml:trace>
  <inkml:trace contextRef="#ctx0" brushRef="#br0" timeOffset="1088">3351 4692 7533,'-47'-2'3276,"22"-12"0,19 20-474,45-22-2218,-6 16 1,9 5 0,2 1 0,-6-3-585,0-5 0,0 0 90,9 5 0,11 2 0,-9 0 0,-28-2-1260,-23-3-2107,14-8 1967,-30 6 1310,10-6 0,16 32 0,2 5 0</inkml:trace>
  <inkml:trace contextRef="#ctx0" brushRef="#br0" timeOffset="4658">4551 4851 6633,'-18'0'2159,"8"0"180,-13-8 809,11-2-2698,-6 0 629,3 2-899,21 8 269,22 6 1,15 7 0,-3 8 67,-13 4 0,-2 6 1,-4 4-1,-3 1-765,-1 3 1,-4 3 0,-4 0-1,-10-2 997,-13 5 1,-11-3 0,-7-4-1570,3-9 1,-5-3 0,-2-4 0,1-9 22,-5-13 1,0-9-1,14 3 797,18 6 0,18 0 0,8 0 0</inkml:trace>
  <inkml:trace contextRef="#ctx0" brushRef="#br0" timeOffset="5944">5156 4921 7892,'-26'-27'3276,"8"1"0,-20 17-2594,14 6 0,-4 6-772,-10 13 0,-4 11 0,2 2 210,9-4 0,2 1 0,3 3 127,4 2 0,2 3 1,1 1-1,5-3-202,-1 6 0,8-2 1259,19 10 1,8-4-91,-5-15 0,6-5-1604,7-1 1,7-2-1,-1-4-1249,3-3 1,0-6-1,13-5 1,-6-6-1639,-11-13 3058,-11 11 1,-44 14 0,-5 3 0</inkml:trace>
  <inkml:trace contextRef="#ctx0" brushRef="#br0" timeOffset="17447">6842 4145 7533,'-14'-10'1259,"3"3"1979,6-9-899,3 12-2249,-9-12 449,-23 16-449,-7 0 0,-3 0 135,0 7 0,-1 2-45,18-3 0,0 0-135,-7 2 0,0 1 405,-10 7 269,41 2-90,0 21 1,1 12-690,3-14 0,2 3 1,-1 4-67,1 1 0,-1 5 0,1 2 0,0 1 0,-1-4 359,0-8 1,-1-1 0,0-1 0,1 1 0,-1 2-384,0 3 0,0 2 0,1 2 0,-1-1 1,-1-2-1,0-3-98,0 2 1,-2-4 0,1 0-1,-1 1 450,-1 8 1,0 2-1,0-1 1,-1-8-113,1-1 0,-2-4 90,-3 13 0,0-8 269,1-21 91,0 5 2736,35-11-2864,-9-16-352,15 1 0,13 0 0,-5-3-420,-6-9 0,-1-2-733,1 7 1,3 0 0,-6-3 501,8-19-2686,-36 13 3174,-6 15 0,1 8 1,6 1-1</inkml:trace>
  <inkml:trace contextRef="#ctx0" brushRef="#br0" timeOffset="19022">7298 4604 8612,'-6'-10'3276,"-1"-6"-3314,1 14 1567,0 10-539,1-4-91,-2 12-719,0-16 720,1 0-541,1 8-179,4 16 0,3 13 0,1 5-90,-2-3 0,0 5 0,0 3 0,0 2 0,0-2 0,1-4 202,0 3 0,0-3 1,0-1-1,0 3-274,1 7 0,2 9 0,0-2 0,-4-13 0,-4-25 612,-2-21-3509,-2-27 2879,0-10 0,23-6 0,12 7 0</inkml:trace>
  <inkml:trace contextRef="#ctx0" brushRef="#br0" timeOffset="19908">7236 4568 7533,'-25'-25'3276,"22"-18"-1638,27 25 0,10 5-546,-2 2 0,4 2 0,0 3-969,11 3 0,2 8-33,-2 5 0,2 6 0,-11 7 135,-17 14 0,-12 6-315,-2-2 0,-4 3 0,-11-3 472,-14-12 0,-11-3 0,-3-1 1,4-1-1476,0 4 1,1-1 0,-1-6 660,-8-8 1,-2-4 0,23-7-1,39-10 1,5 3 0,1 0-1</inkml:trace>
  <inkml:trace contextRef="#ctx0" brushRef="#br0" timeOffset="20937">8109 4551 7533,'0'-33'3276,"-10"3"-166,-10 11-3290,-27 28 270,17 13-180,-4 10 0,0 8 180,12 2 0,4 7 251,8-15 1,0 5 0,1 2 0,3 1 0,1-1-55,3 0 1,3 1 0,2-1 0,1 1 0,1-2-63,4 10 0,2-1 0,2-1 0,2-5-705,3 2 0,2-4 1,1-9-1160,1-12 1,-4-7 1085,-12-5 1,-13-24-1,-5-3 1</inkml:trace>
  <inkml:trace contextRef="#ctx0" brushRef="#br0" timeOffset="21766">8171 4974 7803,'-14'-10'3276,"-2"-13"-1638,53 31 0,12 3 265,-21-20-1813,6 16 0,8 9 0,-12 8-450,-20 20 0,-10 4 315,8-21 0,-7-1-195,-27 11 0,-17 2 0,7-11-569,6-17 809,-6-5 0,12-4 0,66-4 0,-2-2 0,0 0 0</inkml:trace>
  <inkml:trace contextRef="#ctx0" brushRef="#br0" timeOffset="22327">8627 5009 8072,'-8'-27'3276,"9"2"0,7 15-2092,-14 2-1094,-16 25 0,-11 20 0,2-5 45,10-18 0,0 2 472,-4 12 0,-4 11 0,6-1 0,16-8-697,29-11 0,11-3 90,-2 10 0,2-1 0,6-11 0,0-4 0,-11-6 0,0 1 0</inkml:trace>
  <inkml:trace contextRef="#ctx0" brushRef="#br0" timeOffset="23313">8861 4480 7533,'-14'-29'1638,"33"52"0,11 24-983,-16-11 0,0 6 1,-1 4-1,-1 3 0,-1-2-173,-1-5 0,-1 1 0,-1 2 0,0-1 0,0 0 0,0-1-500,2 5 0,2 1 0,-1-1 0,-5-3 0,-7-2-207,-10-2 0,-8-3 1,-1-3-1,3-6-1414,4-4 1,-1-5 982,-10-3 1,6-3-1,25 2 1,19-36 0</inkml:trace>
  <inkml:trace contextRef="#ctx0" brushRef="#br0" timeOffset="25022">9032 4128 7173,'-13'0'3276,"-9"-8"-166,58-2-2541,-5 4 1,6-1 0,3 2-525,-3 1 0,4 1 0,0 1 0,-2 1-225,9 1 0,-3 2 0,-5 12 247,-13 10 1,-4 8 0,-4 5-1,-6 1 23,-6 5 0,-6 2 0,-4 2 0,1-1-68,0-4 1,-1-1-1,0 2 1,1 3 131,2-6 0,1 4 0,1 2 1,-1 1-1,1-1 0,-2-4 0,0-5-64,-3 9 0,-1-7 0,0 5-252,1 1 0,1 5 0,0 2 1,-1-3-1,-1-7 387,-5 10 0,-1-6-450,0-6 0,2-6-45,1-12 1169,1 17-719,6-35 180,0 11 719,0-15-1168,0 0-901,-70 40 1859,32-31 1,-4-2 0,0 2-1140,-3 8 0,1 2 0,3-4-1369,-6-9 1,20-2 860,37 2 1,31-14 0,-15 8 0</inkml:trace>
  <inkml:trace contextRef="#ctx0" brushRef="#br0" timeOffset="29923">12577 4604 7533,'0'-20'2698,"0"-11"-1439,16 27-1169,-12-12 540,24 16-1080,-20 0 648,-20 10 0,-19 11 0,-12 5 0,-3 2 0,4-3 17,3-2 1,0-1 0,-1 1 0,0-1 0,-1 2-231,3-3 0,0 1 0,-1 0 0,0 1 0,2-1 0,2-1-8,-13 7 1,-2 0 0,10-2-1,25-6 1417,36-5 1,20-3-676,-2 4 1,8 2-1,3 1 1,-2-3-765,-3-4 0,-1-1 0,0-1 0,1 0 202,3 1 1,1 1-1,-3-1 1,-6-4-1797,5 0 1,-19-8 1242,-27-7 1,7 16 0,7 2 0</inkml:trace>
  <inkml:trace contextRef="#ctx0" brushRef="#br0" timeOffset="30964">12072 5009 7533,'-12'-17'2428,"5"-9"-269,35 15-1838,1 5 0,13-1 0,10 1 1,4 0-1,0 0 0,-4 1 1,-8 1-496,-5 2 0,-6 1 0,2 0 1,9-1 108,-9 0 1,5 0 0,4-2 0,5 0-1,3 0 1,2 0 0,1-1 0,1 1-1,-1-1 1,-1 1 0,-3-1 0,-2 1 0,-5 0-1,-5 1-294,9-2 1,-5 1-1,-4 1 1,-1-1-1,1 0 1,4 0 425,2 0 1,4 0-1,1-1 1,2 1-1,-2-1 1,-1 1-1,-3-1 1,-5 1 449,8-2 0,-3 0 0,-5 0 1,-6 0-968,-3 1 0,-4 1-270,2-3 1,0 4-2558,15 11 2925,-45-5 1,-7 29-1,-5-13 1</inkml:trace>
  <inkml:trace contextRef="#ctx0" brushRef="#br0" timeOffset="32139">14029 4533 7533,'-12'-10'3276,"-17"-13"-256,46 42-2840,-27-28 35,25 22 1,22 20 0,10 10 0,0 0 0,-11-11-216,-6-6 0,0-1 0,0 2 0,6 6 0,1 1 0,-5-4 0,-10-9-90,-5-5-179,-17-16 2427,-28 16-2248,-11 11-730,4-4 1,-10 5 0,0 2 0,8-3 773,10-1 0,1 1 0,-15 4 1,-5 3-1,26-11 0,51-15 0</inkml:trace>
  <inkml:trace contextRef="#ctx0" brushRef="#br0" timeOffset="38408">15690 4586 7443,'-18'-18'1799,"5"9"449,-5 1-269,5 0-899,1 6 1168,6-6-1888,1 8 1079,5 0-539,5 0-1080,7 0 540,1 0-450,16 0 150,9-2 0,10-1 0,2 0-390,-2 2 0,0 1 0,2-1 510,-8 1 0,1 0 0,0 0 0,-4 0-150,0 0 0,-2 0 0,-11 2-30,-9 6 180,-12-8-360,-3 0 0,9-8 90,-10 6 180,5-5 270,-6 7-1889,0 0 2338,0 7-719,2 31 0,1 13 299,-2-16 1,-1 1 0,1 0-390,2 14 0,-1-2-719,-2 29 269,0-77 180,0 2-2068,-11 21 2158,3-19 180,-5 20 0,8-38 0,5 2 0</inkml:trace>
  <inkml:trace contextRef="#ctx0" brushRef="#br0" timeOffset="40743">16515 4075 7263,'-19'0'2608,"7"0"668,6-16-2684,23 12-532,13-2 0,12-1 0,-1 4-60,-5 6 0,-1 3 0,4 1 607,2-2 0,5 1 0,-2 1 1,-6 2-1103,2 5 0,-9 10 562,-15 4 1,-4 10-1,-3 3 1,-4-3-158,-4 2 0,-4-1 0,0 5 255,2-5 0,0 5 0,0 3 0,0 1 0,0-3 0,0-5-75,1 9 0,0-4 0,-1 2-293,-2-1 1,-2 4-1,0-3 1,1-10 382,2 6-45,-5-11 0,3-9 135,4-21-91,0 6 991,0-16-1080,0 6-270,-22-6 270,11 8 67,-17 5 0,-15 4 1,-4-1-1,11-6-1101,11-11 0,0 0 944,-23 16 0,-9 5 0,23-13 0,35-24 0,13-5 0,15-9 0</inkml:trace>
  <inkml:trace contextRef="#ctx0" brushRef="#br0" timeOffset="41560">16638 4639 7533,'-14'-35'3276,"9"15"-2867,37 10 0,25 6 1,-8 2-770,-4 2 307,-8 2 1,9 1-1,-2-3 1,-16-5-3225,-19-10 2916,2 19 1,-13 6 0,-3 27 0</inkml:trace>
  <inkml:trace contextRef="#ctx0" brushRef="#br0" timeOffset="44366">17351 4657 7803,'-18'-26'2428,"6"14"-1169,6-3 900,1 7-450,3 6-1349,-3-6 89,26 15 1,20 14 0,-5 6-360,-17 5 0,-6 6 0,2 0-510,10 1 0,1-1 1,-12 2 898,-21 6 1,-13 0 0,-6-10-390,-13-12 0,-4-11-1729,4-7 1,5-6-1639,7-12 2896,38-4 1,24-7 0,-9 8 0,0 1 0</inkml:trace>
  <inkml:trace contextRef="#ctx0" brushRef="#br0" timeOffset="45256">17807 4727 7892,'-12'-17'3276,"-1"-1"0,-5 0-1912,-11 9-1589,2 10 0,-1 5 225,1 3 0,1 2 0,-18 9 719,21 8 1,8 6-135,11-5 0,3 1 44,-1 18 1,4 2-46,9-7 1,10-6-885,4-15 0,7-5 1,0-3-1340,6 2 1,0-6 1340,9-7 0,-4-6 0,-6-7 0,-20-8 0</inkml:trace>
  <inkml:trace contextRef="#ctx0" brushRef="#br0" timeOffset="47490">18878 4128 7083,'-12'-10'1979,"5"-6"1079,7 6-539,-21-31-2339,15 25 584,-18-11 1,-8 0-1305,-9 5-90,16 8 1,0 8 943,5 24 1,4 13-135,6 7 0,3 8 0,1 4-144,2-11 0,0 4 0,0 1 0,1 1 0,-1-1-36,0 1 0,1 1 0,-1-1 0,0 1 0,0 0-90,-1-1 0,1 1 0,-1 0 0,0-1 0,0-2 135,1 1 0,-1-2 0,0 0 0,0-2 0,-1-1 0,0-1 0,0 0 0,0-4-135,-1 1 0,1-2 0,0-1 30,-2 4 0,0-1 0,1-6 1589,-2 5-719,-2 5 809,60-39-1439,-15 0 0,5 0 0,-1 0-810,10 0 0,0 0-463,-11 0 1,1 0 0,-9 0 629,-7 0 1,-11-16 0,2-3-1</inkml:trace>
  <inkml:trace contextRef="#ctx0" brushRef="#br0" timeOffset="48841">19001 4692 7713,'-19'0'3276,"6"-8"0,8 6-24,38-6-2892,13 8-450,-2 1 0,9-1 0,-3-1 240,-15-1 0,-2-1 0,1 0-60,5 3 0,2 0 0,-8-1-450,5-7 1079,-38 8-719,6 0-809,-5 23 809,1 8 0,0 8 0,0-1 494,-2 2 1,0 0-1185,-1-4 1,1 1-1,1-8 690,4-7 0,13-48 0,8-1 0</inkml:trace>
  <inkml:trace contextRef="#ctx0" brushRef="#br0" timeOffset="49778">19911 4410 8072,'-6'-38'3276,"0"5"-885,6 63-1942,-1 8 1,-2 11 0,2 7-664,0-15 0,1 6 0,0 1 1,0 2-1,0-3 0,-1-2 236,0 5 1,0-3-1,-1 0 1,1 1 131,0 0 0,0 7 0,0-3 0,0-10 0,-1-19-1504,1-20-1798,-5-3 3148,6-19 0,17-16 0,3-1 0</inkml:trace>
  <inkml:trace contextRef="#ctx0" brushRef="#br0" timeOffset="50609">19862 4463 6813,'-20'-23'1638,"0"1"0,-2-14 0,42 21 0,16 5-584,-4 6 0,5 6 1,1 6-1826,-1 9 0,1 7 1,-1 3-1,-1-5 801,2-8 0,-1-2 0,-8 9-18,-10 11 1,-4 11 0,-8-1-1,-10-8-282,-24-5 1,-13-5 269,11 0 0,-1 0 0,-2-2-1093,-2-5 1,-1-3 0,4-4 829,-14 0 1,58-33 0,17 3 0,-1 1 0</inkml:trace>
  <inkml:trace contextRef="#ctx0" brushRef="#br0" timeOffset="51488">20649 4445 7443,'-17'-28'1092,"-1"-1"0,-6 20 0,-1 8-482,-4 12 1,1 10-252,7 5 1,0 8 0,2 3 0,2-1 120,-2 7 0,4 0 0,1 4-409,4-9 1,1 2 0,1 1 0,2 0 0,4-1 355,3 4 0,5 0 1,1-2-1,2-1 232,0 4 1,3-3 0,2-2-1350,4-5 1,3-2-1,0-9-2587,17-4 2882,-2-6 0,-11-30 0,-1 6 0</inkml:trace>
  <inkml:trace contextRef="#ctx0" brushRef="#br0" timeOffset="52221">20687 4851 8252,'-6'-10'3276,"5"-6"0,39 14-2459,-9 11 0,2 6-1312,6 5 0,-7 7-90,-16 12 1,-14 2 898,-17-6 1,-8-5-405,-2-6 1,-1-5-1550,-4-9 1,13-4 1108,29-6 0,5-8 0,21-2 0</inkml:trace>
  <inkml:trace contextRef="#ctx0" brushRef="#br0" timeOffset="52899">21154 4851 7533,'0'-18'3276,"0"8"0,-16 2-2992,-16 8-914,-12 16 1349,4 3 1,3 5-1652,14 4 1,2 1 1066,-6-6 0,8 1-100,29 22 1,13-6-126,-7-26-1003,10 5 1,7 4 0,-3-10 314,8-21 1,11 6 0,-27-6-1</inkml:trace>
  <inkml:trace contextRef="#ctx0" brushRef="#br0" timeOffset="53922">21314 4357 7533,'-11'-43'3276,"3"21"-3044,1 6 1252,25 35 0,10 19-1125,-11-6 1,1 6 0,-2 3 0,-1 3-330,-4-5 0,-1 4 0,-1 2 0,-1 0 0,-1 0 0,-1-1 221,0 3 1,0 0 0,-2-1 0,-3 0 0,-4-1-288,-4 0 0,-4 2 0,-3-3 0,-1-3 0,-1-8-774,-11 3 1,-1-11-830,2-10 1,5-7 1130,16-8 1,34-8 0,11-2-1</inkml:trace>
  <inkml:trace contextRef="#ctx0" brushRef="#br0" timeOffset="55213">21511 4075 7533,'-4'-16'3276,"13"12"-2457,20 1 0,15 3 0,4 5 0,-10 9-29,-16 14 1,-9 10-1,0 3 1,6-7-746,14-13 0,6-6 0,0 1 0,-10 12-45,-17 7 0,-7 11 0,-4 7 0,-5 4 0,-1 0 0,-2-3 0,2-6 0,2-10 0,2 9 0,-2 0 0,1-8 0,-2 9 0,0 8 0,0 2 0,0-1 0,0-4 0,1-8 0,1-13 0,-1 17 90,-1-8 0,-1 11 0,1-3 0,0-18 0,3-21 404,-9 21 1,-2 0 495,3-17-772,-22 2 1,-15 2-1,7-3-38,-2-1-1000,5-10 1,-10-1 0,1-2 0,16-1 197,15-4 0,-10-11 0,7-2 1,41-2-1</inkml:trace>
  <inkml:trace contextRef="#ctx0" brushRef="#br0" timeOffset="143234">3034 6773 7533,'-33'-4'1638,"-1"0"0,7 3 1638,19-23-1373,33 20-1467,5 2 1,14-1 0,9 1 0,5-1 0,0 1 0,-4 0 0,-10 0-437,7 2 0,-7 0 0,7 0 38,-11 1 1,9 0-1,3 1 1,-1-1 0,-2-1-1,-9-1 1,-10-3-1748,9-11 899,-35 11 900,-17-12-158,6 39 1,4 28 0,0 8 0,0-12 336,-4-10 1,0 3-220,3-5 0,-2 9 0,1 8 0,-2 5 0,1 1 0,0-1 0,1-4 0,0-7 0,0-9 40,-2 11 0,0-2 404,3-4 1,-1 12 0,0 4 0,1-6-1,0-14 1,3-23-2294,1-21 1889,0 20 90,0-20 540,0 13-1376,-20 3 1,-20 3-1,-10-1 1,2-1 0,10-2-437,6-1 0,-1-2 953,-6 2 1,-12 3 0,-6 0 0,1 0 0,8-2 0,13-4 48,-2-5 45,-12 2 0,12-4-3232,37-6 3264,7 6 0,27 2 0,13 10 1</inkml:trace>
  <inkml:trace contextRef="#ctx0" brushRef="#br0" timeOffset="144021">3087 7355 7533,'-35'-9'3276,"23"1"-2184,39 6 0,31 3 0,0 0-273,-20-4 0,1-2 0,0 1 0,2 0-1005,8 3 0,4 0 0,-2 1 1,-4-2 274,-2-2 1,-4-1 0,-22-1-3367,-28-2 2499,-5-2 1,6-8 0,28 1 0</inkml:trace>
  <inkml:trace contextRef="#ctx0" brushRef="#br0" timeOffset="145225">4145 7373 7533,'-37'-18'3276,"19"9"-2184,47 9 0,29 9 0,-10 13-273,-28 10 0,-8 12 0,-5 3 0,-2-3-557,-1-1 0,-3-2 0,-6 0-1355,-7 8 1,-7 1 0,-9-12 272,-6-18 1,-10-5 0,3-8 0,13-10 163,12-28 1,49 47-1,-9-6 1,0-1 0</inkml:trace>
  <inkml:trace contextRef="#ctx0" brushRef="#br0" timeOffset="146042">4727 7408 7533,'-15'-33'3276,"18"4"0,-16 1-2453,-19 20-531,5 21 1,-6 12-1,-3 5 1,5-2 246,0 1 1,3 1 0,3 5 279,1 7 0,1 7 0,7-1 0,12-6-22,16-9 0,11-5 0,3-1-797,8 3 0,6-3 0,-4-4 0,-5-6 0,-6 0 0,-5 20 0</inkml:trace>
  <inkml:trace contextRef="#ctx0" brushRef="#br0" timeOffset="148929">5784 6597 7533,'-20'0'1799,"-14"0"-1440,18 0 2917,37 0-2184,10-2 0,10-1 0,1 0-938,3 0 1,0 0 0,2-1-672,-8 2 0,2-1 0,-2 0 0,-5 2-23,8 0 0,-11 2-2608,-14 0 3148,-20 7 0,-8 0 0,11 2 0</inkml:trace>
  <inkml:trace contextRef="#ctx0" brushRef="#br0" timeOffset="149858">5821 6685 7263,'-21'-27'3276,"5"48"-2791,12 9 0,5 12 1,1 6-1,-1-1-521,-3-4 0,-2 0 0,1 3 0,-1 1 0,0 3-374,2-8 0,-1 3 1,1 1-1,0 2 1,0-1-1,-1-1 0,0-2 1,0-3 58,-1 3 0,-1-3 1,0-2-1,-1 0 0,0 2 848,-1 7 1,-1 4 0,0-1 0,-1-5 0,1-12-588,-8 7 564,1 1 1,1-4 245,7-20 1169,1-8 269,34-10-520,18 0 0,8-2-1749,-18-3 0,1-1 0,1 1-669,1 4 0,0 2 1,-4-3-860,1-6 1,-10 1 818,-21 5 1,1 2 0,1 9 0</inkml:trace>
  <inkml:trace contextRef="#ctx0" brushRef="#br0" timeOffset="150755">6424 7073 7533,'-18'-33'3276,"10"11"-2396,2 40 1,1 17-612,3 3 1,0 9 0,2 6 0,-1 1 0,1-7-68,-1-4 1,1-2-1,0-1 1,-1 3-275,1 5 0,0 6 0,-1-1 0,0-9 0,-2-16-3205,-3-14 3028,5-41 1,3 2 0,2-1-1,2-2 1,1 1 0</inkml:trace>
  <inkml:trace contextRef="#ctx0" brushRef="#br0" timeOffset="151579">6387 7003 7533,'-12'-28'1638,"0"1"0,3 13-218,19-19 0,14 3-911,4 31 1,6 13 0,3 1-533,-1-4 1,3 2 0,1 1-1,-4 3 173,7 5 0,-3 2 0,-8 6-90,-7 4 0,-8 5 0,-12-2-300,-18-5 0,-11-2 0,-5-2 450,-6 0 0,-5-3 0,1-4-480,4-6 0,1-3 1,1-3-1370,-8 0 1,5-7 1625,10-17 0,37 23 0,24 1 0</inkml:trace>
  <inkml:trace contextRef="#ctx0" brushRef="#br0" timeOffset="152429">7286 6879 7533,'-4'-27'1638,"1"-1"0,-19-7-3277,-9 42 1,-3 10-784,-3 0 3071,8 3 1,-3 6 0,4 1-560,9 0 0,4 8 456,5 1 0,0 9 0,2 5 0,0 2 0,3-1 0,3-6-533,3-1 0,4-4 0,1 0 0,0 4-425,-2-1 1,0 5-1,-1 1 1,2-1 0,2-5-1,3-7 412,7-2 0,4-6 0,-1-8 0,14 0 0,-28-5 0</inkml:trace>
  <inkml:trace contextRef="#ctx0" brushRef="#br0" timeOffset="153130">7346 7250 7533,'-12'-34'3276,"22"13"-346,38 27-2690,-24 13 0,2 9 0,-4 3-360,2 2 0,-3 3 0,-11 1-330,-16 3 0,-12 1 1,-3-7 44,-4-7 0,-4-8-1234,-18-8 1,10-11 1358,29-10 0,44 20 0,-14 4 0,1 0 0</inkml:trace>
  <inkml:trace contextRef="#ctx0" brushRef="#br0" timeOffset="153555">7815 7320 7533,'-20'-27'3276,"-20"1"-1425,-5 16-1582,3 15 1,5 14 719,24 17 1,11 11 0,6-5-2629,8-10 1,6-3 1296,2 9 1,4 2-1,3-16 1,13-26 0,-3-16-1,-8-17 1</inkml:trace>
  <inkml:trace contextRef="#ctx0" brushRef="#br0" timeOffset="154080">7913 6897 7533,'-6'-26'3276,"22"15"-1638,13 22 0,6 17-1140,-10-2 0,0 8 0,-1 4 1,-5 3-424,-8-4 0,-2 4 0,-4 2 0,-1 1 0,-2 0 0,-2-2-417,-1 4 0,-2-1 0,-2 0 0,-3-2 1,-3-1-315,-3-2 1,-3-1-1,-2-1 1,-1-4 0,-1-6 644,-27 5 1,14-12 0,34-13 0,28 2-1</inkml:trace>
  <inkml:trace contextRef="#ctx0" brushRef="#br0" timeOffset="155652">8331 6668 7533,'-12'-34'1092,"36"33"0,17 11 0,-4-1 546,-8-8 0,-3 6-1574,7 14 1,0 10 0,-9 9 114,-15 0 1,-8 7 0,-5 4 0,-2 2 0,0-3-180,1-4 0,-2-1 0,-1 0 0,0 2 0,0 1 77,1-4 0,0 3 0,-1 2 0,0 0 1,0-2-1,2-2 0,1-4-10,2 4 1,1-3-1,1-3 1,-3-3-113,-4 15 0,-1-12-675,3-15 900,6-6 1889,0-7-1349,0 5-271,0-16-89,0 0-450,-44 0-45,0 0 0,-5 0-1504,2 0 1,3 0 1091,8-1 1,16 2 0,33 7 0,24-3 0,0 0 0</inkml:trace>
  <inkml:trace contextRef="#ctx0" brushRef="#br0" timeOffset="158522">11936 7161 6903,'-35'-27'1484,"-5"12"0,-1 4-1304,-3 10 0,4 0 0,1 3 1079,4 16-719,23 8 629,38-18 1,20-5-796,-10-2 1,8-1 0,4-2 0,4-1 0,2 1-1,0 1-539,-9 0 1,2 0-1,2 0 1,1 1-1,1-1 1,1 1 0,-1-1-1,0 0 1,0 1 164,-1-1 0,0 0 0,1 0 0,0 0 0,0-1 0,-1 2 0,-1-1 0,0 0 0,-2 1 45,0 0 0,1 0 0,0 1 0,-2-1 0,-1 1 0,-2 0 0,-3-1 0,-4 1-4,19-1 1,-8 0-1,-8 0 49,2-4 630,-30-12-3997,-17 16 2457,5 0 1,17 24 0,12 5 0</inkml:trace>
  <inkml:trace contextRef="#ctx0" brushRef="#br0" timeOffset="159263">13352 6967 7533,'-19'-18'1638,"0"-1"0,5 1-546,33 28 0,19 14 0,1-1-308,-8-5 0,1 0 1,2 1-1578,6 6 0,5 2 0,0 0 0,-7-4 837,1-1 1,-6-5 520,-1-3 0,-15-4-1465,-55-4 810,23-12-450,-17 16 1,-13 12-1,1 1-553,9-4 1,1 0 0,0 2 956,0 0 0,-1 2 0,3-1 1,-10 6-1,19-7 0,36-13 1</inkml:trace>
  <inkml:trace contextRef="#ctx0" brushRef="#br0" timeOffset="160173">12146 6950 7533,'-5'-16'3276,"-24"6"-3050,0 20 0,-11 11 1,-4 6-1,-1 0 0,5-6 44,-3-2 0,2-4 0,-4 2 254,5-4 1,-9-1 0,-1 1-1,4 2 1,11 2 0,17 3 294,26 11 0,20 6 0,6-1 0,-10-5-1288,-14-3 1,4-3 468,11-2 0,14 2 0,6 1 0,-1 1 0,-7-3 0,-14-4 0,-10 18 0,9 5 0</inkml:trace>
  <inkml:trace contextRef="#ctx0" brushRef="#br0" timeOffset="169124">15321 7126 7533,'-31'-8'3276,"11"6"-256,9-6 38,11 8-2698,0 0 2339,39 8-2385,0-6 1,8-2-293,-8 2 1,5 0 0,2 1-1,-3-2-112,6 0 0,-1-2 0,-1 1 0,0 0 0,-2 0 1,-7 0-181,2 0 540,-35 0-540,-5 0 989,0 0-809,-5 24 150,0 4 0,-2 8 0,1 0-15,-2 10 0,1 2 135,0-12 0,0 2 0,3-7-360,4 9-3097,7-50 2457,0 0 1,4 2 0,-4 8 0</inkml:trace>
  <inkml:trace contextRef="#ctx0" brushRef="#br0" timeOffset="170815">16121 6773 7533,'-12'-17'3238,"5"-17"-2968,2 21 899,5-11 900,0 16-2339,0 6 1049,10 24 1,12 30 0,0 8-416,-11-25 0,-1 5 0,1 4 0,-1 3 0,1 1 0,0 1 0,-1-2 0,1-2 0,0-4-71,2 2 1,1-2-1,0-2 1,-1 0-1,1 1 1,-2 4-434,-1-1 0,0 5 0,0 4 0,0 1 0,0-1 0,-2-4 0,0-5 0,-3-9 1,-1-11 318,0 1 1351,0-8-1890,2-28-54,4-15 0,4-16 0,2-9 1,1-4-1,-1 4 328,-2 8 0,0-1 1,0 0-1,0-2 1,0 1-1,-1 1 116,1 0 0,0 1 0,0-1 0,0 1 0,-1 0 0,0 1 24,1-5 0,0-3 0,-1 2 0,-2 8 0,-2 11-2299,1 4 2335,-8 5-3367,19-5 1877,-20 19 321,9 7 1079,-11 15 0,-16 13 0,-5 17 0</inkml:trace>
  <inkml:trace contextRef="#ctx0" brushRef="#br0" timeOffset="171457">16318 7144 7533,'-18'-18'3276,"10"8"0,-3 10-2621,30 1 1,25 2 0,7 0-1,-12 0-2903,5 7 2248,-6-7 0,13 0 0,-7 0 0,-22 4 0,-28 2 0,-8 9 0</inkml:trace>
  <inkml:trace contextRef="#ctx0" brushRef="#br0" timeOffset="173162">16269 7161 14639,'5'-2'1079,"26"2"0,11 2-2518,-3 7 0,-1 0 404,-5-8 1,-2 0 2204,7 5-1170,-63-14 539,9 0-539,15 6-1979,-5-6 1979,12 8 0,6-7 0,7-3 0</inkml:trace>
  <inkml:trace contextRef="#ctx0" brushRef="#br0" timeOffset="174768">17044 7303 8612,'-19'-10'3276,"7"2"-885,6 8-2211,6 0 1079,0 0-359,11 8-451,16 13 1,10 12 0,-5 1-360,-13-6 0,-4 2 0,-4 4-315,-2 7 0,-2 5 0,-4 0 0,-9-7 345,-8-4 0,-8-5 0,-6-6 539,-13-6 1,-8-7 0,5-7-2299,9-5 1,6-8 892,3-12 1,14 1 745,34 12 0,5 8 0,22 0 0</inkml:trace>
  <inkml:trace contextRef="#ctx0" brushRef="#br0" timeOffset="175692">17536 7373 7803,'-7'-33'3276,"13"11"0,-20-11-2370,-23 50 1,-6 11-817,19-22 0,-2 2-45,-4 9 0,-6 7 0,1 4 0,8-1 629,6 13 1,5 0-495,-6-9 0,1 1 224,6 12 1,14 0 687,21-21 0,11-3 0,0-2-1111,10 6 0,4-5-801,-7-13 1,6-3 0,0-3 0,-6 1-820,6 1 1,-6-6 1321,5-23 0,-20 7 0,-61 41 1,14-10-1,0 0 0</inkml:trace>
  <inkml:trace contextRef="#ctx0" brushRef="#br0" timeOffset="177407">18705 6756 8972,'-35'-18'3276,"-4"-7"-1335,12 13-1222,-3-10 1,-5 5-675,-2 23 0,3 13 225,10 3 0,2 6 0,3 8 12,7-2 1,2 7 0,1 4-1,1 4 1,2-1 0,0 0-1,1-5-246,1 4 0,2-3 0,0 0 0,2 1 0,-1 2-203,0-2 0,1 2 0,1 3 0,0-1 0,-1-1 0,-1-4 0,-1-5-73,-3 9 0,-1-6 0,-1-1-853,1-1 1,0 0 0,-1-4 989,0-2 1,0-2 57,-1 9 1,0-11 403,1-24 1710,1 17 1079,22-31-2833,21 7 0,8 1-1954,2-5 1,2 2-1,0 2 1,-2 2 818,9-1 1,-56 0 0,-7 0 0</inkml:trace>
  <inkml:trace contextRef="#ctx0" brushRef="#br0" timeOffset="178290">18767 7426 7353,'-33'-18'3276,"4"9"0,55 1 0,15 0-2968,-2 4 1,12-1 0,1 1 0,-9-1-84,-5-1 0,-2 0 314,17 0 1,4 0 0,-30 3-630,-28 3-629,-5 8 1348,6 1-1289,0 24 1,0 14 0,0-7 119,0 3 540,3 13 0,5-16 0,0-44 0,9-21 0</inkml:trace>
  <inkml:trace contextRef="#ctx0" brushRef="#br0" timeOffset="179381">19641 7091 8432,'0'-43'3276,"0"29"-1638,-2 45 0,-2 18-1406,1-22 0,-1 3-97,1 8 0,0 11 0,0 6 0,0 2 0,0-4 0,0-9 74,0-2 1,0-6 0,1 4-615,0 9 0,0 7 1,1-3-1,1-11-2872,1 5 3158,4-63 1,1-27 0,-3 11 0,1-1 0</inkml:trace>
  <inkml:trace contextRef="#ctx0" brushRef="#br0" timeOffset="180148">19591 7056 7533,'-12'-44'3276,"38"7"-2184,2 24 0,7 4 0,3 4-8,7 4 0,3 6 0,-1 6-1062,-7 5 1,1 4-1,-4 4 1,-9 3-353,-10 5 0,-8 5 1,-9 0-181,-12 6 0,-9 1 0,-8-8 150,-7-14 1,-6-8-1,0-3-1279,-7 3 1,5-8 1378,2-16 0,41 12 0,13 15 0</inkml:trace>
  <inkml:trace contextRef="#ctx0" brushRef="#br0" timeOffset="181151">20416 7091 7533,'3'-26'1638,"-1"1"0,-6-6-327,-41 36-1011,21 14 0,-1 9 0,2 6 59,1 4 1,1 6 0,1 3 0,3 0 125,4-6 1,1 0 0,1 2 0,3 0-1,5-1-72,3-1 1,4 0 0,3 0 0,2-2 0,0-3-714,7 10 0,3-4 1,1-7-1340,9-1 1,0-11 818,5-15 1,-28-8 0,-6 0 0</inkml:trace>
  <inkml:trace contextRef="#ctx0" brushRef="#br0" timeOffset="181890">20539 7444 7533,'-13'-18'3276,"34"0"0,19 9-2642,-6 19 0,5 10 1,-10 4-1400,-15 10 1,-6 3 629,22 6 0,-13-2-315,-41-9 0,-19-3 1,3-9 224,14-16 0,1-3-1414,-2 12 1,5-4 1447,13-17 1,33 7 0,13 2 0,9-1 0</inkml:trace>
  <inkml:trace contextRef="#ctx0" brushRef="#br0" timeOffset="182362">21007 7497 8522,'-18'-36'3276,"-1"9"-2351,-5 18 1,-4 8-701,3 9 0,2 9 867,-1 10 0,1 7 0,8 0-212,9 7 1,14 0-1974,10-10 1,9 0 0,1-7 545,9-3 1,2-11 0,5-10 0,-7-7 0,-21-3 0</inkml:trace>
  <inkml:trace contextRef="#ctx0" brushRef="#br0" timeOffset="183073">21179 7056 8162,'0'-26'3276,"33"38"-2184,-9 11 0,2 9 0,-2 5-273,-5-4 0,0 3 0,-3 4 0,-5 2-478,-5-3 0,-3 5 0,-3 2 0,-2 0 0,-2-2 0,0-2-791,-2 4 0,-2-1 0,-3-3 1,-4-1-371,-7-1 1,-5 0 0,-1-4 0,3-9-820,1-6 1,4-11 982,3-12 1,30-13 0,6 5 0</inkml:trace>
  <inkml:trace contextRef="#ctx0" brushRef="#br0" timeOffset="184539">21437 6914 7533,'42'-3'655,"0"-1"0,0 0 1,1 0-1,-13-7 0,-2 4 437,14 15 0,5 11 0,-14 11-640,-25 6 1,-11 10-1,-8 6 1,-2 1 0,3-5-251,2 1 0,-1-2 1,0 1-1,1 4-48,2-8 0,-1 5 0,1 2 1,0 0-1,0-1 0,2-3 1,1-6-215,1 14 0,2-7 0,-1-4-75,-5 7 0,2-12-1124,4-23 1438,0 0 721,0-12 359,0 11-1169,0-15 450,-6 0-270,-39 0-780,4 5 0,-7 1 1,5-1 509,10-1 0,5-4 0,-19-16 0,78 3 0,0 0 0,0 0 0</inkml:trace>
  <inkml:trace contextRef="#ctx0" brushRef="#br0" timeOffset="236943">3140 9772 7533,'-16'-18'989,"12"9"1620,-12-15-2519,16 20 3186,-7-27-2865,5 27 2018,-14-12-1979,14 16-720,-6 0 450,8 0 2608,86 337-2429,-73-290 1,0-3 0,-1 0 0,1 0 0,0 2 0,0 2-360,-1-3 0,1 4 0,0 1 0,0 2 0,0-2 0,-1-1 0,1-3 0,-2-3 108,2 5 0,2 2 0,-2-4 0,-4-12 0,-4-16-1368,-5-16 2610,0-2-1170,0-2-990,8-30 1,7-22 643,-4 18 1,2-7-1,2-5 1,1-4 0,0-1-1,0 1 1,-1 5-1,-1 5 256,1-4 0,-1 6 0,0 0 0,2-8-418,-4 9 0,2-7 0,1-5 1,1-3-1,0-1 0,0 2 1,0 4-1,-2 6 0,-1 8 1,-2 11-376,12-7-194,-5-22 0,-2 11 627,-9 42-1079,-14 0-1928,5 16 2561,-6-12 0,0 35 0,-2-9 0</inkml:trace>
  <inkml:trace contextRef="#ctx0" brushRef="#br0" timeOffset="237605">3298 10160 7533,'-37'-18'3276,"4"9"0,15-7 0,40 14-62,-6-6-4307,22 6 1,16 3 0,-9 0-2185,-4-1 3230,-4 3 0,5 2 0,-19 3 0,-31 4 0,-2 13 0</inkml:trace>
  <inkml:trace contextRef="#ctx0" brushRef="#br0" timeOffset="240645">3951 10266 7353,'-18'-8'2788,"9"6"1,1-14-1350,0 14-270,6-5-1079,-6 7 719,32 20 1,15 14-690,-19-9 0,-1 3 0,-3 4 37,-3 4 1,-2 6-1,-4 0 1,-5-4-203,-8 12 0,-13-7-1048,-10-14 1,-7-4 0,1-9 629,0-14 1,3-8-2686,-15-9-129,78 15 2730,-7 7 1,11-11 0,4-5 0,-6 3 0,-1 0 0</inkml:trace>
  <inkml:trace contextRef="#ctx0" brushRef="#br0" timeOffset="241355">4410 10354 7263,'-28'-29'3276,"-5"-3"0,6 22 0,-9 1-3378,7 9 0,-1 8-123,1 13 1,2 8 553,6 0 1,2 5 0,4 1 419,3 7 1,5 2 0,8-2-151,10-3 1,8-2 0,2-3-915,6 6 0,7-12 315,14-24 0,-2-8 0,-15 6 0,-9-16 0</inkml:trace>
  <inkml:trace contextRef="#ctx0" brushRef="#br0" timeOffset="243225">5427 9684 7263,'-30'-36'3276,"15"17"-1638,-10 1 0,1 5-904,10 9-779,-18-12 0,-3 0-45,10 12 315,-3 33 0,4 13-91,14-8 1,5 8-97,4-7 1,0 6 0,1 6-1,1 3 1,0 1 0,0-1-1,-2-4 52,0 0 0,-2-2 0,0 0 0,1 0 0,0 0 0,1 0-90,2 2 0,2 0 0,1 0 0,-1 0 0,-1 0 0,-3-1 54,-3 7 0,-5 2 0,0-1 0,0-6 0,2-6 485,1-1 1,1-4-315,-12 15 0,10-6 3051,46-14-4915,3-28 1,3-7-1,-10-1 1,-1 2 1322,13 2 0,-11 2 0,-29-1 0,-1 0 1</inkml:trace>
  <inkml:trace contextRef="#ctx0" brushRef="#br0" timeOffset="244549">5488 10319 7533,'-30'-10'3276,"16"-6"0,3 14-2486,29 1 1,27 1-1,7 1 1,-7-1-162,-1 1 1,0 0-563,-2 1 1,5 0 0,-1 1-1,-11-2-696,3-1 539,-40 0 0,-3 0 899,5 39-1169,-2-2 0,0 6 1,0-3-1,1-6 0,1-2 360,-1 23 0,8-15 0,12-44 0,13-12 0</inkml:trace>
  <inkml:trace contextRef="#ctx0" brushRef="#br0" timeOffset="245627">6399 10054 7533,'-19'-35'3276,"7"15"-1245,18 59-1852,-5-1 1,0 11 0,-1 5 0,0 0 59,0-14 1,-1 3 0,0 0 0,0 1 0,0 0 0,0-2 48,-1 7 0,1-1 0,0 0 0,-2-2 0,0-2-311,-1 6 1,-1 1-1,-1-10 1,-2-22-3255,-10-35 0,10-23 2780,2-8 0,17 14 0,7 2 1,2 7-1,0 1 0</inkml:trace>
  <inkml:trace contextRef="#ctx0" brushRef="#br0" timeOffset="246407">6338 10019 7533,'-25'-26'3276,"11"-9"-76,25 6-2436,12 13 1,9 6-653,4 12 1,8 6-1,1 6 1,-4 1-53,-3 6 0,-5 4 0,-1 4 119,-3 0 1,1 5 0,-7 1 0,-12 0-300,-18 9 0,-16 0 1,-7-4 343,2-14 1,-4-2 0,-3-3 0,3-2-795,-1 0 1,1-1-1,4-6-2707,-17-4 2457,56-8 1,35 7 0,-7 3 0</inkml:trace>
  <inkml:trace contextRef="#ctx0" brushRef="#br0" timeOffset="247246">7186 10037 7533,'-3'-28'1092,"0"1"0,3-3 0,-5 9 1298,-39 25-2390,27-14 150,-10 25 0,-9 16 0,5 1 255,4 0 0,3 5-203,2 0 0,-3 6 1,2 2-1,3 0-22,5-4 0,2 0 0,2 1 0,3 1 197,3-3 1,2 2 0,1 0 0,3-2 0,2-2-378,4 6 0,5-4 0,3-3-300,0-2 0,3-3 0,1-9-2977,23-5 2457,-24 6 1,-7-13 0,-4 15 0</inkml:trace>
  <inkml:trace contextRef="#ctx0" brushRef="#br0" timeOffset="247883">7150 10478 7533,'-25'-18'3276,"12"0"-256,24 8-1941,27 18-719,0 17 0,-2 9-810,-12 2 1,-10 4-406,-17 11 1,-12-4 584,-6-16 0,-5-7-1369,-6-7 1,7-10 1254,22-9 1,22-2 0,12 0 0,0 4-1,1 0 1</inkml:trace>
  <inkml:trace contextRef="#ctx0" brushRef="#br0" timeOffset="248290">7592 10548 7713,'-9'-32'1079,"0"-1"0,-11 6 1,-5 11 539,-7 29 0,1 13-315,-1 6 0,7 5-854,15-5 0,4 4 0,9-4-2089,18 7 1,11-7 1206,4-14 1,2-11 0,5-15-1,-4-9 1,-14-7 0,-1 1-1</inkml:trace>
  <inkml:trace contextRef="#ctx0" brushRef="#br0" timeOffset="249009">7704 9984 7533,'23'-20'1092,"6"32"0,7 18 0,-3 6-273,-9-1 0,-3 4 0,-4 5 0,-4 3-273,-5-4 0,-4 4 0,-2 3 0,-2 1 0,-3-2 0,-1-3-1202,-2 1 1,-2-2-1,-3-1 1,-1-1 0,-3-2 186,-8 8 1,-4-1 0,0-4 0,9-11 0,4 0 0,45-35 0</inkml:trace>
  <inkml:trace contextRef="#ctx0" brushRef="#br0" timeOffset="250590">7888 9825 7533,'-14'-10'3276,"47"-13"-1901,12 18 0,9 6-1105,-9-5 0,3 0 0,-4 4 89,4 3 1,-8 11-135,-14 21 0,-12 13 45,-12-7 0,-7 6 0,-3 3 0,1 2-76,4-11 1,0 3 0,1 0 0,-1 2 0,1 0 0,0-1-195,1 5 0,1 0 0,-1 1 0,1 0 0,0-2 0,0-2-270,0 1 0,0-2 0,0-1 0,0-2 1,-3-3-211,-4 7 0,-2-4 0,0-6 570,3-4 0,-1-7 1529,-4-6 180,11-5 180,0-15-2159,-22 0-944,-22-8 0,-5 1 1124,12 11 0,2 3 0,-3-7 0,10 4 0,35 32 0</inkml:trace>
  <inkml:trace contextRef="#ctx0" brushRef="#br0" timeOffset="258812">11125 10354 6993,'-14'-10'1349,"-2"2"720,9 16-1080,0-6 1350,18 6-2159,17-17 0,15-14 0,5-6 0,-4 4-690,-1 2 0,-2 0 1,2 0 441,-2 3 1,2-2-1,-2 1 1,-6 2 516,5-9 1,-19 13-360,-39 30-1889,-4 1 1649,-9 7 0,-9 7 0,-2-1 330,11-8 0,0 0 0,0 0 0,-2-1 584,-3 1 1,-2 1 0,0-2-1,4-1-449,-15 7 0,12-7-855,26-11 1890,34 27-856,1-13 1,9 2 0,1 1-1,-4-2-494,-1 6 0,1-1 22,7-5 1,8 2 0,-2-3-1,-11-4 608,-5 2 1978,13-10-2608,-36-4-2248,-9-14 2248,5 0 0,-11 14 0,-3-4 0</inkml:trace>
  <inkml:trace contextRef="#ctx0" brushRef="#br0" timeOffset="260044">11432 10425 7533,'-5'-10'-360,"-2"-6"2699,-22 14 89,-4-6-1528,1 16 89,30 2 135,36-3 1,20-4-856,-18-1 1,4 0 0,4 0 0,5 0-81,-8-1 1,5 0 0,3 0 0,3 0 0,2 0 0,-1-1 0,-1 1 0,-2 0 0,-5-1 139,3 1 1,-4-1 0,-1 0 0,-1 0 0,2 0 0,2 1-240,-2 1 0,5-1 0,1 1 0,1 0 0,-2 0 0,-3 0 0,-5 1 0,-6-1-45,18 3 0,-12 0-90,-12-3 0,-2-2-315,17-10-540,-20-2-2377,-24-3 2499,-8 30 1,-4-3 0,7 14 0</inkml:trace>
  <inkml:trace contextRef="#ctx0" brushRef="#br0" timeOffset="261478">12836 10231 7533,'-11'-44'3276,"-14"23"-1335,-8 5-52,7 18 1259,42 22-2699,22 0 1,9 3-450,-10-2 0,1 4 0,0-1-150,-3-2 0,0-1 1,-3 0-436,3 7 0,-7-5-44,-12-11 898,-4-16-718,-4 8-91,9-6 1440,-16 6-91,5-8-1439,-12 0 451,-22 7 179,-5 10 0,-9 6 0,0 2 314,10-6 1,0 0 0,-1 1 0,1 0-878,-1 1 1,-2 1 0,3-1 0,3 0-697,-15 13 0,21-11 1259,31-23 0,6-10 0,-3-8 0</inkml:trace>
  <inkml:trace contextRef="#ctx0" brushRef="#br0" timeOffset="279267">15334 10301 8252,'-14'0'2069,"-3"0"1207,16 0-2324,-4 0 2324,5 0-1515,0 0-682,27 0-719,6 0 0,6 0-210,0 0 0,5 1 0,-1-2-180,1-2 0,0 0 0,-2 1-510,8 6 0,-7-2 90,1-8 990,-39 14-1080,2-16-269,5 6 629,1-6 1259,-6 8-359,-2 8-540,-3 25 0,-6 19 0,1-1-1,0-11 1,1-1 0,0 1-60,1 7 0,1 1 0,-1-6-75,-2 1 0,2-19-1684,7-47 1,-1-11 905,-3 16 1,3-5 0,-5 43 0</inkml:trace>
  <inkml:trace contextRef="#ctx0" brushRef="#br0" timeOffset="281191">16170 9913 7533,'-35'-8'3276,"18"6"-975,1-6-323,50 8-1304,-4 0 1,8 0 0,4 0 0,-1 0-675,-2 0 0,1 0 0,0 0 0,0 0-23,3 0 1,0 0-1,-1 0 1,-4 0 337,12-4 0,-17 8-675,-46 43-561,6-7 0,0 6 0,0-2 921,-2-5 0,1 6 168,5-10 1,1 8 0,1 6 0,0 3-1,0 0 1,1-2 0,-1-5 0,-1-8 70,-2 2 1,-1-8 0,1 6-454,2 3 1,2 7 0,-1 4 0,0-2 0,0-7 0,-2-10 213,-8 9-1889,17-56-1388,-5-7 3066,10-13 1,-10 17 0,5 10 0</inkml:trace>
  <inkml:trace contextRef="#ctx0" brushRef="#br0" timeOffset="281856">16343 10936 7533,'-46'0'1092,"0"0"0,15 1 0,2-2 546,-3-1 0,12-4 1638,52-11-2184,8 11 0,11 4 0,0-2-273,-10-4 0,-2-1 0,2 2-909,12 5 0,2 2 0,-15 0-3187,-18 0 3106,-39 2 1,-8-2 0,14-9 0</inkml:trace>
  <inkml:trace contextRef="#ctx0" brushRef="#br0" timeOffset="282491">16305 10478 7083,'-36'-8'3276,"4"-10"0,13 6 0,63 20-2184,-3-6 0,9-1 0,-2 2-1593,-11 2 1,-1 1 0,0-1-593,7-3 1,1 0 0,-11 0 272,-14 0 1,-30 15 0,11 1 0</inkml:trace>
  <inkml:trace contextRef="#ctx0" brushRef="#br0" timeOffset="283473">16945 10513 8702,'-19'-20'3276,"13"-3"0,29 21-1638,6 6 0,3 7-975,8 14 0,-13 11-956,-28-4 1,-11 7 0,-5 1-1,5-4-427,9 8 1,-7-6-374,-24-6 1,-11-5 0,10-15 771,16-22-2956,2-37 3015,21 53 0,25 20 0,-6-3 0,0 1 0</inkml:trace>
  <inkml:trace contextRef="#ctx0" brushRef="#br0" timeOffset="284117">17376 10548 7263,'-14'-27'3276,"9"1"0,6 16-473,-11 3-2983,-16 10 0,-7 9 809,5 4 1,-1 4 0,1 3-181,-2 5 1,2 3 0,7 2 642,9 1 0,6 1 0,10-2-355,13-3 0,9-2 0,3-8-2376,8-7 1,3-8 982,2 1 1,-9-8-1,-22-14 1,-18 16 0</inkml:trace>
  <inkml:trace contextRef="#ctx0" brushRef="#br0" timeOffset="285943">18545 9948 7533,'-41'-23'3276,"18"9"-1425,-11-19-322,-10 18 0,-1 4-1349,14 0-120,-6 6 0,-9 4 0,13 7 30,13 13 167,13 6 0,1 13 0,0 8 0,2 6 0,0 1 0,0-2 0,1-6-24,-1 1 1,0-3 0,0-1 0,2 2 0,-1 2-222,2-1 1,2 3 0,-1 1 0,1 1 0,0-1 0,-3-2 0,0-4-301,-5 4 0,-1-1 0,-1-3 1,1-7-1,1-10 378,1-2 989,-9 22 1,3-6-451,12-34 945,23 3 0,14-2-2594,-3-8 1,3-3 0,0-1-106,5-1 1,-1 2 1124,2 2 0,-9 4 0,-22 8 0,-8 8 0</inkml:trace>
  <inkml:trace contextRef="#ctx0" brushRef="#br0" timeOffset="287196">18865 10248 8252,'-20'-29'3276,"3"5"-1638,16 49 0,2 21-848,-3-5 1,-1 7 0,0 3 0,0-1-634,1-2 0,0 0 1,0 0-1,0 0-292,0 2 0,1 3 0,-1-5 1,0-7-991,-1 0 1,2-19-2153,12-50 0,-10-17 4260,3 2 1,-2-6 108,-5 5 0,-1-3 0,0-3-405,2 6 1,0-1-1,2-2 1,1 1 54,2-2 0,1-1 0,2 1 0,3 5-113,2-2 1,3 4 0,8 9-420,12 9 0,9 9 0,-1 10 0,-4 11 0,0 10 0,-2 4-360,-1 4 0,-2 6 0,-11 3-510,-12 6 1,-10 3-1,-10-2 510,-12-7 0,-11-3 0,-2-2 959,-4 0 1,-4-2 0,2-7-2449,-9-8 1,5-6-1639,6 0 0,36-14 2457,20 8 1,-5 8 0,7 1 0</inkml:trace>
  <inkml:trace contextRef="#ctx0" brushRef="#br0" timeOffset="288223">19628 10160 7533,'0'-25'3276,"0"-3"-436,-22 8-2480,-4 25 0,-2 6-270,-12 13 134,14-3 1,-5 7 0,1 3 0,6 2 584,6 12 1,7 4 0,3 2-343,3-13 1,-1 2 0,2 2 0,3-1 0,2-2-131,6 8 0,3 0 0,3-3 1,3-1-338,6 4 0,3-2 0,0-8-1639,4-7 1,-6-7 818,-12-7 1,0-18 0,3-6 0</inkml:trace>
  <inkml:trace contextRef="#ctx0" brushRef="#br0" timeOffset="288959">19690 10583 7982,'-12'-35'3276,"11"8"0,23 9-1638,13 24 0,3 11-1020,0 11 0,-6 7-663,-11 10 0,-14 2-540,-19-2 1,-13-7-91,-10-17 1,-3-7-965,6-4 1,9-8 1175,19-10 1,35 18-1,13 7 1</inkml:trace>
  <inkml:trace contextRef="#ctx0" brushRef="#br0" timeOffset="289544">20084 10636 7533,'7'-24'1638,"-1"-1"0,-17-14 0,-22 46 0,-5 17 0,18 14 0,2 3 0,-12-12 0,11-1-2731,35-2 1,17 1 0,-2-8-2185,10-11 3010,5-9 0,-14 2 1,-37 7-1,-9 2 1</inkml:trace>
  <inkml:trace contextRef="#ctx0" brushRef="#br0" timeOffset="290198">20293 10160 7533,'-13'-25'3276,"50"5"-1638,-3 29 0,-2 19-1092,-17 4 0,-3 11 0,-3 8 0,-3 3 0,-2-1 0,-2-6-317,-3-5 0,-3-2 0,-2-2 0,-1 2 0,0 2-776,2 7 1,1 4 0,0 2 0,-2-2 0,-3-6 0,-5-10 267,-15 1 1,-5-8 0,12-19 0,17-19-1,11-2 1</inkml:trace>
  <inkml:trace contextRef="#ctx0" brushRef="#br0" timeOffset="291814">20539 10019 7533,'-34'-18'3276,"27"8"-1638,28 5 0,14 3-546,3 0 0,5 3 0,1 0-351,3 0 1,0 2 0,-2 0-787,10-3 0,-14 10-105,-35 19 0,-13 11 0,0 3 82,2 0 1,-1 3 0,-1 2-1,-2-3 68,0-6 0,-2-2 0,0 1 0,3 3 225,4 0 0,1 4 0,2 2 0,1-1 0,-1-2 0,-1-4-285,-2 6 0,0-5 0,0 1-240,-1 5 0,1 1 0,-1-4 345,-4 10 0,0-12 495,2-24 269,1-8-269,6-2 180,-5-8-990,4 0 1799,-5 0-1349,-5 0-360,-20-1 0,-11 2 599,0 3 1,-3 2 0,5-1-2059,9-3 1,4 0 1091,-18 6 1,68-8 0,14-2 0,-8-2 0,0 0 0</inkml:trace>
  <inkml:trace contextRef="#ctx0" brushRef="#br0" timeOffset="310384">3210 12753 7533,'-35'0'3276,"0"0"0,15 0 0,4 0-691,40 0-2091,16 7 1,12 2-459,-16-7 0,5 0 0,3 0 0,-2 0 0,-3 1-36,7 5 0,-3 2 0,1-2 22,1-5 1,5-3-1,-8 2 1,-20 3 696,-22 2-988,-18-7 89,7 8 270,-5 2-180,8 31 270,7-6 0,0 9-285,-1-7 0,0 7 0,-1 6 0,0 2 0,0-1 0,0-3-93,0 2 0,0-2 0,-1 1 0,1 0 0,-1 2 133,0-6 1,1 2 0,-1 2 0,0 0 0,0-2 0,-1-2 0,1-6 273,-2 17 1,0-6 0,-1-9 1679,-9 16-539,16-57-1081,0-2 721,-8-6-1845,-21 3 1,-14 2 1177,7 4 1,-6 3 0,-2 0 0,-1-1 0,6-1-264,-4-3 0,4-1 0,-3 1-880,-7 5 1,-8 2 0,9 0 0,28-6-2458,38-8 2730,11-2 1,-4-8 0,1-5 0,-3 0 0,-1-1 0</inkml:trace>
  <inkml:trace contextRef="#ctx0" brushRef="#br0" timeOffset="310930">3104 13511 7533,'-49'-7'819,"72"5"0,31 2 0,8 1 0,-12-2 736,-15-3 0,2 0-1555,4 3 0,10 2 0,2 1 0,-6-2 0,-15-2 0,-11-6 0,-19-2 0</inkml:trace>
  <inkml:trace contextRef="#ctx0" brushRef="#br0" timeOffset="314316">4198 13529 7533,'-18'0'3276,"-7"-16"-706,-2 5 706,-17-7-705,15 10-1582,50 26 1,25 14-1,-5-3-944,-19-14 0,-3 5-297,-2 14 0,1 13 0,-2 6 1,-5-3-1,-6-11 117,-9-8 0,-10-3-270,-17 5 0,-15 4 1,2-3-1,20-11 405,22-11 0,-22-41 0,65 23 0,-1 0 0</inkml:trace>
  <inkml:trace contextRef="#ctx0" brushRef="#br0" timeOffset="315025">4745 13529 9242,'-26'-27'3276,"15"9"-1638,-14 11 0,-5 6-372,-2 9 1,-1 8-1567,-2 3 0,-3 7 0,3 5 839,10 2 1,2 4 0,3 3 0,4 1 224,2 0 1,3 3-1,6-1 1,8-2-158,12-3 0,10 0 0,3-3 1,-2-3-968,3 12 0,6-14-733,13-28 1,8-13 0,-17-3 272,-21-4 1,6 8 0,-44 41 0</inkml:trace>
  <inkml:trace contextRef="#ctx0" brushRef="#br0" timeOffset="317558">5919 12788 11311,'-19'-21'1638,"0"-1"0,-2 1-752,-20 5 1,-15 2 0,9 4-887,4 6-45,13 21 0,-6 11 0,3 5 0,11-1 135,15 7 0,9 8 39,-1-14 1,0 7 0,1 5 0,0 4 0,0 2 0,1 1 0,-2-1 0,0-3 0,-1-3-100,-2 7 0,-2-2 0,-1-2 0,0 0 0,2 0 0,1 2-43,3-4 0,3 1 0,1 1 1,0 0-1,-1-1 0,-2-2 0,-4-1 49,-4 10 0,-6 1 0,0-4 0,0-6 0,5-13-216,3 0 585,-9 6 0,9-4 2871,48-24-1245,-27-10-2851,13-2 1,15-2 0,3 1 0,-11 2 350,-11 4 1,-2 0 0,17-5 0,4-2 0,-12 6 0,-17 14 0</inkml:trace>
  <inkml:trace contextRef="#ctx0" brushRef="#br0" timeOffset="318910">6005 13494 7533,'-45'-10'3276,"15"2"0,19 8-1638,30 7 0,17 2-897,4-2 1,6 0 0,2-2-353,0 0 1,1-2 0,-1 1-60,-1 2 0,1 0 0,-8-4 254,-4-6 1,-17 0-405,-21 4-630,-3 0 180,5 0 0,0 0-1169,-17 141 1439,13-98-820,0-6 1,-1 11 0,0-5 0,3-20-2458,2-21 0,0 4 2969,5-14 0,13 0 0,8-1 0</inkml:trace>
  <inkml:trace contextRef="#ctx0" brushRef="#br0" timeOffset="319915">6990 13212 7533,'-18'-44'3276,"10"39"-3162,4 23 1,5 24 0,2 16-1,1 5 1,0-4 0,-1-13-55,-2-9 0,1-5 0,0 6-9,1 4 0,1 8 1,1 5-1,0 2 1,-2-2-1,0-5 1,-4-10 814,-3 1 1,-3-7 0,2-5-1137,4-1 1,-2-5-3008,-25-1 2621,25-60 1,2-2-1,2-2 1,13-3 0</inkml:trace>
  <inkml:trace contextRef="#ctx0" brushRef="#br0" timeOffset="320591">6928 13264 7533,'-18'-39'1092,"-1"0"0,10 2 0,9 2 546,14-1 0,13 9-546,9 17 0,9 10 0,2 6-273,-1 4 0,3 6 0,-1 4 0,-6 4-1037,-7 3 0,-4 5 0,-4 2 1,-6 3-76,-7 5 1,-5 5 0,-7-1-1,-10-5 405,-11-8 1,-9-3-1,-6-3 1,2-3-623,-9 3 0,-1-4 1,2-6-1130,-10-6 1,18-11 1250,32-8 0,33 10 0,-5 2 0,0 0 0</inkml:trace>
  <inkml:trace contextRef="#ctx0" brushRef="#br0" timeOffset="321093">7840 13070 8162,'-18'-45'3276,"-29"57"-2184,23 6 0,1 7 0,0 5-460,4 0 1,0 6-1,0 3 1,2 1 0,2-1-292,1-1 1,2 1 0,0 0 0,3 0 0,3 2-324,1 4 0,3 2 0,2 0 0,3-2 0,2-4-1111,6 6 1,3-4 0,4-3 1053,3-4 1,2-1-1,-1-6 1,11 6-1,-11-10 1</inkml:trace>
  <inkml:trace contextRef="#ctx0" brushRef="#br0" timeOffset="321913">7888 13547 9512,'-14'-18'1638,"35"23"0,7 4 1638,-2-11-2184,9 15 0,7 10 0,-12 4-1239,-22 7 0,-10 4-978,2 10 1,-10-2 1004,-12-18 0,-9-4 1,1-3-1520,-3-1 1,3-9 1124,-9-21 0,77 0 0,-9 6 0,0 1 0</inkml:trace>
  <inkml:trace contextRef="#ctx0" brushRef="#br0" timeOffset="322339">8331 13617 7533,'-5'-49'1092,"-19"64"0,-11 20 0,5-8 2184,2-19-3901,21 27 0,10 19 0,7-12 625,6-23 0,7-7 0,10 0 0,6-3 0,-8-6 0,-8-13 0</inkml:trace>
  <inkml:trace contextRef="#ctx0" brushRef="#br0" timeOffset="323041">8442 13123 7263,'10'-49'1092,"16"63"0,12 26 0,-5 8-546,-19-10 0,-4 6 0,-3 4 0,0 3 0,-1-1 0,2-2 0,2-5 0,2-1 0,1 1 0,-2-1 0,-3 1 0,-5 0-670,-4 7 0,-4 4 0,-3 0 0,-3-2 0,-3-8 1,-1-10 123,-18 0 0,-3-13 0,9-5 0,8-10 0,22-24 0</inkml:trace>
  <inkml:trace contextRef="#ctx0" brushRef="#br0" timeOffset="324532">8750 12929 7533,'8'-33'3276,"3"11"-2621,14 13 0,17 3 1,6 1-1,0 2 0,-10 1 983,-2-1 0,-1 6-2458,0 10 1,6 8 0,-5 3 0,-14-2-1408,-22 21 2659,-3-11 1,-4 11-1,0 7 1,-2 5-1,1 1 1,2-1 0,2-5-134,4 0 1,2-1 0,2-1 0,0 0 0,0 0 0,-1 1-191,-2-4 1,-1 1 0,1 0 0,-1 0 0,1-1 0,-1-2 0,1-2-110,1 20 0,3 1 0,-3-12 0,-6-27 90,-4-27-1079,-4-12 4265,1 24-2319,-26 5 1,-10 0-958,15-5 0,-5-2-656,-3-4 1,-9 0-1,-3-2 1,5-1 0,10-2-984,11-4 1,3 0 1312,-14-1 1,-4 0 0,22-2 0,38-4 0,24-2 0,0-1 0,-4 1 0,0 0 0,-1-1 0</inkml:trace>
  <inkml:trace contextRef="#ctx0" brushRef="#br0" timeOffset="325981">10817 13476 7533,'-25'-18'1638,"42"-4"0,18-5-983,-1 8 0,10-3 1,4 0-1,-1 1 0,-6 2-381,-4-3 1,-4 3-1,3-1-589,10-1 0,7-3 1,-9 5-1,-25 12 279,-34 15 0,-23 11 0,-12 6 0,-2 0 0,10-4 575,4-3 1,3-2 0,-1 5 35,0 3 1,-5 5 0,2 2 0,9 1 0,17-3 516,29 7 0,22-1 0,1 0-989,-14-6 0,0 0 0,1 0 0,2-2-103,4-3 0,3-1 0,-1-1 0,-6-1-1080,5 11 1,-16-9-2198,-18-21 3151,-12 13 1,17-21 0,5 5 0</inkml:trace>
  <inkml:trace contextRef="#ctx0" brushRef="#br0" timeOffset="326627">11063 13564 7533,'-22'-27'546,"39"21"0,19 5 0,15 3 0,6 2 0,0 0 0,-6-1 0,-3-2 0,-1 1 0,1 0 0,1 0 0,2 1 0,3 0-249,-12 1 1,2 1 0,3 0 0,1 1 0,1 0 0,0 0 0,0-1 0,-1 1-1,-1-2 1,-3-1 0,-2-2 170,6-1 0,-2-1 0,-1-3 0,-1 1 0,-3-1 0,0 1 0,-2 1 11,15 2 0,-1 3 1,-5-2-1,-12-7-2118,-10-15 1,-10 7 1091,-6 31 1,-16 5 0,-6 3 0,3 11 0,-1-1 0</inkml:trace>
  <inkml:trace contextRef="#ctx0" brushRef="#br0" timeOffset="327732">12528 13370 7533,'-25'-10'3276,"6"-13"0,12 19 0,47 4-2184,-13 10 0,5 6 0,1 1-433,0 0 0,1 1 0,1 1 1,-2 0-1230,4 3 0,-2 0 1,-2 0 389,9 9 0,-10-3 450,-21-2-900,-11-17 630,0-1-899,0 0 2068,-22 2-1169,0 8 0,-5 5-450,-10-1 0,-5 2 1,0 1-121,3 2 0,1 2 1,0-1-524,1-5 1,1-2 0,4 0 955,4 2 1,5-7 0,7-16 0,3 0 0</inkml:trace>
  <inkml:trace contextRef="#ctx0" brushRef="#br0" timeOffset="329769">15124 13511 10681,'-30'-17'3276,"64"7"-2184,0 7 0,9 1 0,2-1-273,-1-1 0,3 0 0,1 0 0,-2 0-533,-7 3 1,0 1-1,-1-1 1,-2 0-497,5-5 0,-3 0 0,-14 2 390,-18 4-90,1 8 1439,0 25-1679,-3 9 0,0 11 0,-1-7 15,-2-14 0,-1-1-255,2 13 1,0 5-1,0-17-2887,-2-24 2972,10-29 0,-2 15 0,10-28 0</inkml:trace>
  <inkml:trace contextRef="#ctx0" brushRef="#br0" timeOffset="331191">16232 13035 7533,'-15'-41'1638,"0"0"0,-6 2 0,10-1 0,4 15-275,7 33-999,4 10 0,4 13 0,3 10 0,3 8 0,1 4 0,1 2 0,0-1 0,-2-3 0,-1-7 182,0 3 0,0-3 0,-1-1 0,0 0 0,1 2 0,1 3-847,-1-4 0,1 4 0,1 2 0,0 1 0,0 0 1,0-1-1,-1-2 0,-1-5 0,-1-5 436,1 14 0,0-2 0,-3-12 0,-1-23 1084,2-38-1566,-3-4 0,2-11 0,2-9 0,1-5 0,0-1 0,-2 3 0,0 7 414,0-5 1,-2 5 0,0-1-1,2-7-170,-1 9 1,0-5 0,2-4 0,0-2 0,0-1 0,0 1 0,0 4 0,-3 4 0,0 8-198,1-12 0,-3 8 1,2 3-1340,6-18 1,-2 24-1639,-4 52 2457,1 1 1,-20 19 0,-4-21 0</inkml:trace>
  <inkml:trace contextRef="#ctx0" brushRef="#br0" timeOffset="331616">16318 13388 7533,'-45'0'3276,"92"-16"-2184,-10 13 0,8 2 0,1 1-767,-9 1 0,1 2 0,0-1 1,0 0-1,10-1 0,0-1 0,-8 5 1,-15 7-1,1 0 0</inkml:trace>
  <inkml:trace contextRef="#ctx0" brushRef="#br0" timeOffset="332643">16995 13600 7533,'31'-32'1092,"2"45"0,9 17 0,-3-10 546,-6-24 0,-1 2-546,8 28 0,-1 16 0,-24-6-1661,-35-16 1,-19-4 0,-6-2 0,8-1 838,2 1 0,3-1-1363,-3 5 1,-1 1 0,15-13 545,23-21 1,36 11 0,12 8 0,-23-4 0,0 0 0</inkml:trace>
  <inkml:trace contextRef="#ctx0" brushRef="#br0" timeOffset="333028">17574 13600 7533,'-6'-29'1092,"1"1"0,-15 10 0,-7 10 0,-8 20 0,-7 15 0,4 1 0,8-9 0,3 1 0,6 6-273,7 9 0,4 8 0,6 0 0,7-8 274,14-2 1,11-7-1094,3-7 0,9-1 0,0-5 0,-10-6 0,2-13 0,1-27 0</inkml:trace>
  <inkml:trace contextRef="#ctx0" brushRef="#br0" timeOffset="334664">18435 13053 7533,'-6'-26'1638,"-9"1"0,-4-1 1638,-11-7-2402,-1 14 0,-7 0 0,4 8-963,-10 17 291,20 15 0,-3 13 1,2 4-1,6-2-172,7-2 0,6 1 0,1 8 99,0-6 1,1 8 0,0 6 0,1 3 0,-1 2 0,1 0 0,-1-2 0,1-4 0,-1-6 68,-2 2 0,-1-6 0,1-1 0,0 0 0,2 5-186,1-1 1,1 6 0,0 1 0,2 0 0,-1-1 0,-1-5 0,1-6 166,-4 7 1,-1-6 0,6-11 360,8-11-945,21-7 0,17-3 1,5-2-1,-12-3 405,10-6 0,4-1 0,9-2 0,-33 3 0,-36 4 0</inkml:trace>
  <inkml:trace contextRef="#ctx0" brushRef="#br0" timeOffset="335866">18914 13335 7533,'-37'8'1092,"21"24"0,5 18 0,2 5-546,3-16 0,1 4 0,1 2 0,0 1 0,0-1 0,1-4 273,-2 12 0,2 2 0,-1-10 0,-2-22-2462,0-21 1463,1-20 0,2-23 0,3-16 0,1-7 0,1 0 1,3 8 500,0 13 0,2-1 0,1 0 1,1 1-1,2 1 0,1 2 0,2 2 92,4-6 1,3-2 0,2 4 0,2 10 0,3 14-32,6 16 0,5 14 1,-2 9-1,-8 5-1028,-9 10 1,-8 10-1,-5 3 1,0-4 645,7 4 0,-2-2 0,-16-6-293,-21-10 1,-15-3 0,-4-5 0,7-9 157,3-9 0,6-6 135,-3 7 0,56-16 0,11 8 0,1-1 0,-1 1 0</inkml:trace>
  <inkml:trace contextRef="#ctx0" brushRef="#br0" timeOffset="336474">19788 13123 7982,'-46'-5'1638,"-1"1"0,3-18-546,13 33 0,-3 15 0,5 9-546,14 1 0,5 9 0,4 6 0,1 1 0,1-3 0,-1-7 375,-4-1 1,2-5 0,4 6-910,4-1 1,2 8 0,2 5 0,1 0 0,3-4 0,2-8 0,2-12-1652,11-8 1,4-7 1569,4 5 1,3 0-1,-11-5 1,-15-7 0,-12 2-1</inkml:trace>
  <inkml:trace contextRef="#ctx0" brushRef="#br0" timeOffset="337082">19837 13582 7533,'13'-25'819,"0"1"0,12 36 0,6 17 0,-1-9 819,-1-24 0,-5 4-1050,-11 27 0,-6 17 0,-6 3 1,-6-12-769,-22-2-90,-9-6 0,-11 2 0,7-14-2338,-1-31-669,15 12 2745,23-4 0,28 9 0,12 8 0,2 9 0</inkml:trace>
  <inkml:trace contextRef="#ctx0" brushRef="#br0" timeOffset="337556">20318 13617 7083,'-3'-34'1092,"0"0"0,6-4 0,-7 13 0,-18 34 0,-11 19 0,6-4 451,-4-1-724,5 10 0,-7 15 0,7-1 0,21-14-1912,37-23 1,19-12 0,-11 10-547,-28 33 1,0-2 1479,36-38 1,15-16 0,-32 3 0,-47 12 0,1 10 0</inkml:trace>
  <inkml:trace contextRef="#ctx0" brushRef="#br0" timeOffset="338115">20551 13159 6959,'0'-30'1638,"-1"1"0,19-5-546,5 50 0,7 20 0,-1-3 546,-5-16 0,-3 5-1743,-11 7 1,-1 12 0,-2 9 0,-2 5 0,-1 0 0,-2-2 0,0-7 0,-2-10 14,-1 5 0,-6 0-379,-2-6 1,-4 8 0,-4 5 0,0 2 0,-1-4 0,1-6 0,3-10 322,-3-5 0,0-5 0,-19 11 1,9-1-1,29-7 0</inkml:trace>
  <inkml:trace contextRef="#ctx0" brushRef="#br0" timeOffset="339810">20859 12912 7533,'-25'-34'3276,"28"5"-1638,24 26 0,10 10-546,2 2 0,3 5 0,-1 2-201,-1 2 1,0 2 0,-5 1-937,7 6 0,-13 5 314,-25 1 1,-8 6-90,0-3 0,-2 5 0,0 2 0,1 0 67,2 1 0,1 1 1,0 1-1,0 3-277,0-5 0,0 2 0,0 3 0,1-1 0,-1-2 0,1-5 52,0 1 1,2-4 0,-2-1-1,-2-1-202,-5 14 0,-3-2 1,2-5-46,1-7 0,2-3 180,2-1 0,1-1-495,-1 16 450,10-14 1350,-6-25-1170,0-8 1079,0 0-1709,-6 0 360,5 0-449,-21 0 449,-18 6 0,-13 4 0,5-3-1459,11-4 1,1 0 1554,-8 4 1,-3 1-1,18 1 1,23-1 0,42 2-1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4:58:57.773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1958 5486 7533,'-18'-25'1638,"1"1"0,-3 6 1638,4-21-2003,16 31-1003,0 6-1079,0-6 1078,16 47 19,-6-10 0,1 8 0,1 6 0,1 1 0,0 1-134,-2-4 0,1 3 0,0 1 0,0 1 1,1 1-1,-1-1 0,0-1-116,0-2 1,1 1-1,-1-1 1,1 0 0,-1-1-1,0 1 1,-2-1 170,2 6 1,-1 2 0,-1 0 0,0-3 0,-1-5 0,-2-7-345,3 5 0,-4-9-135,-6 2-89,0-25 359,0-8 719,0 0-809,16-55 64,-3 24 0,5-8 1,3-6-1,3-3 1,1-1-1,-2 1 0,-2 4 236,-3 4 0,-1 1 0,-1 1 0,1 0 0,1-2 0,1-2-230,1 3 0,1-3 0,2-2 0,0-1 0,1 0 0,-1 2 0,-1 1 0,-1 4 0,-4 4 154,4-7 1,-2 4 0,-2 4 0,-1 5-540,7-6 1,-5 9-2873,-10 9 0,-16 16 2486,6 0 1,-21 24 0,3 5 0</inkml:trace>
  <inkml:trace contextRef="#ctx0" brushRef="#br0" timeOffset="679">2064 5944 7533,'-37'-9'3276,"74"1"-2184,-5 6 0,6 3 0,2 0-1148,1 1 1,2 1 0,0 0-335,-1-4 0,1 1 1,-9 2 389,8 14 0,-42 2 0,-10 9 0</inkml:trace>
  <inkml:trace contextRef="#ctx0" brushRef="#br0" timeOffset="2120">2805 6191 7533,'-38'-19'3276,"5"-5"0,23 22-1193,42 2-1574,3 10 1,9 8 0,-4 3-480,-6 2 0,-2 4 0,-8 5-458,-7 5 1,-5 5 0,-7 1 0,-9-8 517,-19-5 0,-11-6 0,-1 1-240,-1 9 0,-1 1 0,0-12-1489,-22-23 1,24-8 1124,50 8 0,21 0 0,-9 0 0,1 0 0</inkml:trace>
  <inkml:trace contextRef="#ctx0" brushRef="#br0" timeOffset="2688">3351 6262 7533,'-1'-32'1092,"0"1"0,7 0 0,-2 1 2184,-8-15 0,-39 26-3210,14 5-269,-5 25 1,-10 15 0,-1 7 0,11-1 861,14-4 1,7 3-1,5 4-4,3 3 0,3 6 1,3 2-1,5-3 0,6-8-1748,10-7 1,7-7 0,4 0 682,2 5 0,5 2 1,0-5-1,-4-12 1,6-20-1,-10-5 0,-16 14 1</inkml:trace>
  <inkml:trace contextRef="#ctx0" brushRef="#br0" timeOffset="4403">4463 5874 7533,'-10'-36'3276,"2"9"-1965,8-6-142,0 21-539,0-4-450,0 16-270,-16 0 90,-14 15 0,-6 9 180,5-1 0,0 4 0,-1 4 157,2 1 0,-1 3 1,1 2-1,3 2 225,1 1 0,1 3 0,4 0 1,5 1-181,5 0 0,4 2 0,6-1 1,8-3-872,11-3 1,10-3 0,2-1 0,-4-2 518,-7 0 0,-2-2 0,6-5-615,11-7 0,8-3 1,-1-5-1,-9-8-2692,1-19 2621,-5 14 1,-3-2-1,-7-19 1,-20 23 0</inkml:trace>
  <inkml:trace contextRef="#ctx0" brushRef="#br0" timeOffset="5178">4198 6279 6363,'-27'-7'3276,"9"-3"0,18 0-1638,29 4 0,14 4-2731,-9 1 1,1 2 0,0-1 899,16-1 1,-4 2 0,-7 5 0,-15 4-1,-37 9 1</inkml:trace>
  <inkml:trace contextRef="#ctx0" brushRef="#br0" timeOffset="7443">5353 5503 7533,'-6'-17'3276,"5"-1"0,-5-7-1283,6 13-3702,-27-4 1709,15 16-225,-19 5 0,-5 6 450,9 4 0,1 5 164,-1 8 1,-1 7 0,2-4-345,0-3 0,6 1 360,4 20 0,15-2-46,17-27 1,5-3-225,5 13 0,0 1 180,4 0 0,-4 1-270,-7-1 0,-6 0-315,-10-3 0,-6-3 0,-8-2 0,-4-2-135,-6 1 1,-2-1 628,3-3 1,2 1-314,-12 16 1078,39-9-269,19-17-810,11 7-180,-8-14-720,-42 29 765,-11 2 1,-6 3 269,1 1 0,-1 4 292,11-7 0,0 5 0,1-1 1,1-6-203,-3-3 0,4-1 254,4 6 1,4 4 0,10-8 464,15-12 1,7-4-1080,3 5 0,4-1 225,14-9 0,-1-3 0,-18 4 0,-4 2 0,8 10 0</inkml:trace>
  <inkml:trace contextRef="#ctx0" brushRef="#br0" timeOffset="9227">5587 6685 7353,'-30'0'3276,"15"0"-795,4-16-2122,20-19 1,11-12-1180,-7 9 1,2-6 0,-1 0 0,0 2 374,-1-1 0,-1 3 1,1-5 617,0 6 0,1-5 0,1-3 1,0 0-1,-1 5 0,-3 6 7,2-7 0,0 2 22,1-1 1,2-7-1,1 0 1,0 7-24,8-3 1,0 6 225,-10-8 0,3 15-270,14 41 0,-2 10 45,-16-12 69,-5 12 1,3 14 0,0 10 0,2 7 0,0 4 0,-1 2 0,-1-3-1,-2-6 1,-2-8-93,-2 3 1,-3-7-1,0 0 1,2 6 251,2 1 1,3 7-1,0 4 1,2 2-1,-1 0 1,-2-5 0,-1-5-1,-3-10-306,-4 11 0,-2-11-3380,-5-2 2457,-1-35 1,-16-15 0,-3-1 0</inkml:trace>
  <inkml:trace contextRef="#ctx0" brushRef="#br0" timeOffset="9613">5710 6421 7533,'-12'-30'1092,"41"15"0,23 5 0,-2 4-2281,-2 7 1,2 4 778,-6-4 0,6-1 1,-2 2-1,-11 4 1,-9 6-1,-8 4 0,4 19 1</inkml:trace>
  <inkml:trace contextRef="#ctx0" brushRef="#br0" timeOffset="9928">6633 6438 7533,'-24'-8'3276,"15"22"-3160,-9 26 0,-1 10-116,8-10 0,-1-1 0,-6 9 0,-2-8 0,-9-21 0</inkml:trace>
  <inkml:trace contextRef="#ctx0" brushRef="#br0" timeOffset="11210">7286 5786 7533,'0'-36'3276,"0"17"-76,0-5-3020,0 22-810,-28 2 540,-6 20 0,-5 9 180,9-5 0,-2 3 0,1 5 18,8-3 0,0 4 0,1 2 0,2 2 0,3 1 35,2 2 1,3 1 0,2 1 0,2 1 0,3-1-9,1 7 0,3 1 0,4-1 0,6-3-68,5-2 1,6 1-1,3-7 1,4-10-248,6-15 0,3-11 0,1-4 330,0-2 0,0-5 0,-5-5 1244,4-22 0,-12-1-1843,-13 18-676,-7 39 1,0 13-515,2-2 1,2 0 982,7 7 1,3-7-1,8-15 1,-9-26 0</inkml:trace>
  <inkml:trace contextRef="#ctx0" brushRef="#br0" timeOffset="11883">7186 6438 6993,'-32'-17'1092,"54"7"0,23 2 0,-4 0-674,-14 2 1,1 0 0,17 0-1,7 0 1,-11 3 0,-14 3-1</inkml:trace>
  <inkml:trace contextRef="#ctx0" brushRef="#br0" timeOffset="13396">7519 5539 7533,'-25'-26'1709,"11"14"1439,9-11-1079,39 13-1125,-7 4 1,4 2-436,1 4 1,4 2 0,0 4-420,-1 5 0,0 4 0,-3 2-60,-2 2 0,-2 2 0,-9 4-420,-11 9 0,-8 6 0,-7-2 0,-6-4 0,-6 0 1,-3 0 509,-8 4 0,-4 0 0,3-1 59,9-7 1,1-1 0,5 0 809,2 12 1,12-3-360,17-9 0,8-3-900,2-7 0,-3-3-180,-7 0-719,-32 7 1124,6 11 0,5 9 697,10-6 0,6 5 0,2 2 0,-3-1-225,-2-1 0,-1-1 1,-2 0-1,-6 0-607,-4-1 0,-4 0 0,-3-3 1,-4-5-1460,-17 7 1,-8-14 1091,4-18 1,-5-7 0,11 1 0,10 7 0,43 2 0</inkml:trace>
  <inkml:trace contextRef="#ctx0" brushRef="#br0" timeOffset="22577">8984 5345 7982,'-7'-10'3276,"1"2"0,6 0-1462,6-17-2174,-27 11 90,-6 4 0,-6 4 1169,-14 13 1,-3 4-585,3-5 0,2 0-495,10 0 0,6 3-180,13 7 270,21 19 210,-4-1 0,-1 8 0,0 0-120,2-2 0,0 1 0,-1 3-18,-1-2 0,-2 5 0,-1 1 0,0 0 0,1-3 40,0-3 1,0-3-1,0 1 1,0 1-131,-2 2 0,-1 3 0,0 0 0,0-2 0,1-3 18,-1 2 0,0-3 1,1 0 59,-1 7 0,1 0 0,1-6 164,0-7 1,0-3-540,1 15 1,-1-2 404,-3-18 0,-1-1 225,1 15 0,-2-3 494,-10-8-809,12-5 270,0-9 270,6-3 1709,33 14-1979,-19-17 299,15-8 1,13-5 0,-2-1-885,8 0 0,-1-1-1124,2-3 0,-3 0-110,-5 0 1,-17 2 995,-31 5 1,0-5 0,2 7-1</inkml:trace>
  <inkml:trace contextRef="#ctx0" brushRef="#br0" timeOffset="24076">9832 5750 8522,'0'-43'3276,"0"14"0,-16-5-2812,-21 25-779,-5 9 0,-6 7 195,12 4 0,0 4 1,-2 3 343,4 0 1,0 2 0,-1 3 0,3 4 0,-1 5 0,3 5 0,1 2 0,3 2-23,4 3 0,2 2 1,2 0-1,2-2-82,-2-2 0,1-2 0,5 3 352,7 2 0,3 4 1,6-2-1,5-5 97,10-8 1,6-6 0,1 2-256,-5-1 1,1 3 0,2-2 0,2-4-1408,14 3 1,3-6 0,-2-8 776,3-11 0,-6-8 0,9-8 0,-36-13 0</inkml:trace>
  <inkml:trace contextRef="#ctx0" brushRef="#br0" timeOffset="24975">10374 5821 7533,'-6'-28'3276,"-6"3"-1605,-7 15-1401,-27 18 89,20 6 1,0 7-240,-3 11 0,-1 9 0,4 4 352,8-3 0,2 4 1,4 3-1,3 2-263,6-11 1,2 3 0,2 0 0,1 1 0,0-2 0,0-1-1030,-1 9 1,0-2 0,2-2 0,4-2 490,6-5 1,4 1-1,1-6 1,-3-8-1,10 0 1,-1-19-1</inkml:trace>
  <inkml:trace contextRef="#ctx0" brushRef="#br0" timeOffset="25688">10349 6332 8252,'30'-5'1092,"-1"1"0,12 25 0,-1 5 546,-12-21 0,-4 3-1154,-2 19 1,-4 10 0,-14-7-1610,-33-11 1,-11-4 1349,10 8 0,0-1-225,-6-6 0,15-9 0,35-15 0,22 4 0,-1-1 0</inkml:trace>
  <inkml:trace contextRef="#ctx0" brushRef="#br0" timeOffset="26115">10805 6368 7533,'0'-26'1638,"0"1"0,-11 1 0,-24 31 0,-4 18-57,10 13 0,7 10-1132,8-9 1,2 4 0,11-6-2089,18 0 1,11-9 1091,5-9 1,3-11 0,-4-14 0,-8-5 0,-19 3 0</inkml:trace>
  <inkml:trace contextRef="#ctx0" brushRef="#br0" timeOffset="26796">10990 5750 7533,'-7'-47'3276,"12"35"-2184,23 24 0,13 20 0,-9 11-546,-22-6 0,-10 9 0,-4 5 0,-1 1 0,3 0 0,6-6-65,10-3 0,7-4 0,2 0 0,-5 0 0,-9 5-950,-12 1 1,-8 5 0,-5 4 0,-2-1 0,-2-4 0,2-7 0,4-12-79,-13 11 1,4-12 0,-3 4 0,8-5 0,12 8 0</inkml:trace>
  <inkml:trace contextRef="#ctx0" brushRef="#br0" timeOffset="28982">11494 6562 8342,'-21'0'3276,"-1"0"-3607,44-28 1,10-7 240,-19 11 8,4-1 0,7-11 0,3-4 1,-2 3-1,-7 9 172,1-5 30,2-6 0,4-6 0,-11 19 150,-12 24 1154,9-14-1064,-4 6 989,16 8-1259,-8 4 125,-2 22 1,0 18 0,1 10 0,0-2 0,-1-12-1855,5-9 1,-2-1 1228,-4 7 0,-1 10 1,0 3-1,0-7 1,-3-14-1,3-11 0,-17 3 1</inkml:trace>
  <inkml:trace contextRef="#ctx0" brushRef="#br0" timeOffset="30346">12355 6191 6903,'-30'0'3276,"15"0"-2457,38-3 0,32-2 0,8 0 0,-12 3 819,-15 4 0,2-1-983,2-3 0,10-4 1,1-1-1,-5 2 0,-15 4-536,-7 7-1649,-19-14 1650,-3 30 0,-3 23 0,0-2-165,1-2 0,0 0-1594,0 11 1,0-4 950,6 1 1,1-73 0,5 24 0</inkml:trace>
  <inkml:trace contextRef="#ctx0" brushRef="#br0" timeOffset="31394">13365 5874 7533,'-4'-27'1638,"1"1"0,-3 20 1638,6 28-3034,1 6 0,-1 13 0,0 9 1,0 3-1,0-1 0,-1-8 185,0-2 0,0-3 1,-1-1-1,1 4-535,1 7 0,1 6 0,0 0 0,-2-7 0,-1-12-3169,-9 1 2477,4-66 0,5-15 1,4 9-1</inkml:trace>
  <inkml:trace contextRef="#ctx0" brushRef="#br0" timeOffset="32132">13278 5750 7533,'-23'-23'3276,"14"1"-1695,-2-5-489,24 1 0,13-3 0,2 5 148,5 10 1,5 5-1466,-1 1 0,6 0 0,1 4 0,-3 6 375,6 12 0,-3 9 0,-3 7-60,-11 0 0,-1 5 0,-5 3 0,-5 0-210,-4 5 0,-6 0 0,-11 0-375,-9-6 0,-8 0 1,-6-2-1,-1-6 705,-9-5 0,-5-6 0,-1-2-210,1 3 0,-2-1 0,5-8-1639,-2-12 1,9-4 818,19 5 1,39-7 0,21 8 0</inkml:trace>
  <inkml:trace contextRef="#ctx0" brushRef="#br0" timeOffset="32933">14276 5697 8612,'-18'-35'3276,"4"15"-1695,-26 5-1491,6 46-60,8-9 0,-3 4 0,2 5 150,9 1 0,3 5 0,1 1 0,-1-2-30,-5 0 0,0-2 0,4 5 281,7-1 1,3 6 0,2 1 0,2-2-1,1-5-341,5 12 0,5-2-23,-4-5 1,2 4-1,1 1 1,2-8-338,7 6 0,4-7-1369,6-6 1,1-7 818,1-11 1,9-23 0,-24-1 0</inkml:trace>
  <inkml:trace contextRef="#ctx0" brushRef="#br0" timeOffset="33635">14312 6191 7533,'36'-19'3276,"-29"3"-1638,35 15 0,4 18 0,-28 16 0,-15 8-3277,-19-1 1,-5 0 341,16 0 0,-4-5 1297,-29-5 0,10-15 0,64-38 0,-10 13 0,0 0 0</inkml:trace>
  <inkml:trace contextRef="#ctx0" brushRef="#br0" timeOffset="34178">14853 6121 7533,'-34'12'819,"0"1"0,0-1 0,3-8 0,3 6 0,2 19 0,0 15 0,5 3 0,12-11 819,13-10 0,10-5-1092,12 1 0,9-2 0,-5-7 0,6-7 0,14-4 0</inkml:trace>
  <inkml:trace contextRef="#ctx0" brushRef="#br0" timeOffset="35288">15051 5697 7533,'-18'-35'3276,"26"15"-1638,20 38 0,8 19-893,-12-8 1,1 6 0,-3 3-1,-4 3-727,-6 4 0,-6 4 0,-2 3 0,-1-1 0,3-5-63,4-1 0,2-3 0,-3-1 0,-11 0 9,-12-3 0,-9 1 0,-6-1 0,1-5 0,5-7-639,1-3 1,1-6-965,-12 3 1,7-3 1160,22-9 0,34-44 0,-11 9 0,0 0 0</inkml:trace>
  <inkml:trace contextRef="#ctx0" brushRef="#br0" timeOffset="36637">15247 5398 7982,'-12'-10'3276,"38"2"-2184,2 12 0,7 6 0,3-1-706,-1-4 0,3-3 0,1 1 0,-3 1-326,5 4 0,-2 1 0,-2 0 75,12-5 0,-14 7-90,-36 20 0,-10 11-1,6-2 1,2 7 0,-1 4 0,1 1 60,-1-12 0,0 1 0,1 1 0,-1 1 0,0 0 0,1 1-150,1 2 0,0 2 0,0 0 0,0-1 0,0-1 0,-1-3 22,-1 5 1,-1-2 0,0-3-1,-2-4-22,-3 16 0,-2-12-1214,-3-15 1979,0-11-361,8-9-89,5-8 630,0 8-391,-21 5 1,-16 2 0,2-2-2149,2 0 1,-1 0 1386,-1 2 1,-2 2-1,5 0 1,6-1 0,9 1-1,17 20 1</inkml:trace>
  <inkml:trace contextRef="#ctx0" brushRef="#br0" timeOffset="70178">1764 7849 6993,'-10'0'360,"-6"-8"2916,-1-1-2145,5-1 488,-12 2-809,23 8 989,16 0-1215,18-1 1,11 2-630,-6 2 0,6 1 0,0 0 0,-4 1 899,8 0 1,-2 1-825,3-1 0,1 0 0,-25 3-929,-41 8 539,14 1 30,0 16 0,-1 11 1,0 1 299,3 0 0,0 0 0,0 2 52,0-9 1,0 1-1,0 1 1,0 0 156,1 3 1,-1 2 0,0-2 0,-1-4-45,-2 10 0,-2-2-525,2-6 0,0 2 1,0-3 389,-2 1 0,0-2 90,0 1 0,2-5-270,3-4 270,0 2-360,0-25 1169,0-8 810,0 0-2248,-8-8 359,-25 6 449,-6-3 1,-9-2 0,2 4-180,9 6 0,3 3 0,-3-1 269,-13-7 1,-2-1 0,9 4-675,15 7 1,5-1-2963,-16-7 3039,33 0 0,14-8 1,31-1-1</inkml:trace>
  <inkml:trace contextRef="#ctx0" brushRef="#br0" timeOffset="70960">1658 8502 7533,'-20'-20'3276,"13"5"-1638,31 8 0,16 6-819,-5 1 0,5 2 0,2 1 0,-2-2-1007,3-3 0,-1-1 0,0 2-905,9 6 1,0 2 0,-11-3 427,-9-10 0,-47 12 0,-3-14 1</inkml:trace>
  <inkml:trace contextRef="#ctx0" brushRef="#br0" timeOffset="72432">2575 8590 7533,'-41'-17'3276,"25"-1"0,-23 0 0,69 8-2925,0 22 1,7 11 0,-2-3-487,-1-7 1,-4 6-24,-7 17 1,-3 16-1,-4 1 1,-10-10 292,-9-11 0,-12-3 359,-12 5 1,-11 5 0,-4-4 0,4-14-900,2-20 0,0-8-688,-6 9 1,-2 1 0,20-6 920,32-13 0,25 26 0,1-1 0,1 0 0</inkml:trace>
  <inkml:trace contextRef="#ctx0" brushRef="#br0" timeOffset="73080">3104 8590 7533,'-18'-18'1638,"-1"-1"0,-14-7 1638,0 19-2145,3 20 1,-1 13-1072,7 1 0,1 6 0,3 3 719,2 5 1,3 4-1,9 0-1190,13 4 0,10 1 0,2-6 501,1 1 0,9-9-1183,11-16 1,8-7 0,-7-7 919,5-14 1,-15 10 0,-4 2 0,-11-2 0</inkml:trace>
  <inkml:trace contextRef="#ctx0" brushRef="#br0" timeOffset="74552">4216 8184 7533,'15'-33'3276,"-3"-4"0,-2 0-4162,-43 11 706,-8 36 1,-7 12 179,7-7 0,-3 2 0,2 7-68,8 6 1,1 6-1,2 4 1,2-1 426,1 1 1,1 0 0,4 2 0,5 1 202,4-1 0,5 2 0,4 0 1,5-2 111,6 0 1,5-1 0,4-3-1,4-4-404,8-1 0,4-6 0,5-4-990,-1-6 0,3-3 1,1-3-1,-2-2 720,5-4 0,-1-4 0,-4 0 0,-1 3 0,-8-2 0,-8 0 0</inkml:trace>
  <inkml:trace contextRef="#ctx0" brushRef="#br0" timeOffset="75062">3863 8590 7533,'-29'-19'3276,"13"-5"-1638,53 17 0,22 4-1437,-21-4 0,2-3 1,-1 2-1,3 1 1,0 1-1,-2-1 1,8-6-1,0 1 1</inkml:trace>
  <inkml:trace contextRef="#ctx0" brushRef="#br0" timeOffset="76877">5217 7814 7533,'-5'-35'3276,"3"15"0,-3-3-1553,5 13-3162,-27 0 449,-13 26 870,9 2 0,-5 6 1,3 2 208,7-2 1,2 2 0,2 3 659,-2 9 1,1 4 0,10-3-300,15 0 0,10-3-450,13 3 0,7-2 179,3-5 1,0-3-225,-9-7 0,-7 3-315,-13 12 1,-12 0 359,-7-16 0,-3 0 270,0 12 0,5 0 719,12 4-539,16-1-1080,-21-5 0,-7 2 630,-13 3 0,-6 3-45,10-7 0,-1 3 0,0 2 1,2-2 253,-6 5 1,2 0 0,6 2-411,10 4 0,8 3 0,0-7 380,-5-11 1,7-3 450,18 3 0,8-8-3907,9-13 2457,3 8 1,-5 7 0,-25 3 0</inkml:trace>
  <inkml:trace contextRef="#ctx0" brushRef="#br0" timeOffset="78445">5476 8943 7533,'-27'0'819,"27"-25"0,15-18 0,6-10 0,-2 1-273,-5 10 0,1-4 0,1-2 0,0 0 0,1 0 0,0 2-349,0 4 0,1 1 0,0 0 1,0 1-1,0-1 0,0-1-242,1-8 0,-1-7 0,0-1 0,1 7 0,-1 14 0,2 20 1304,15 34 1,-1 28-1729,-19-12 1,0 8 0,-1 6 0,-1 4 0,-1 0 0,0-3 0,1-7 359,3 3 0,0-6 1,-1 1-1,0 7-56,-6-3 0,1 10 0,-1 5 0,0 1 1,-1-2-1,-2-7 0,-1-11 0,-1-14-105,-2-10 135,6 22 1,-5-11 134,-19-49 0,-5 17 0,-16-18 0</inkml:trace>
  <inkml:trace contextRef="#ctx0" brushRef="#br0" timeOffset="78814">5661 8678 7533,'-20'-17'1638,"0"-1"0,13-9 0,28 16 0,13 4-2422,2 3 1,7 1-1,2 2 1,-2 1 783,1 2 0,-2 1 0,3 0 0,0-2 0,5-1 0,-2 0 0,-5 1 0,7 3 0,-1 0 0</inkml:trace>
  <inkml:trace contextRef="#ctx0" brushRef="#br0" timeOffset="79035">6498 8696 15538,'-16'31'-298,"1"1"0,-1-1 0,-4 15 0,1 2 0,2-5 0,6-10 0,0-1 0,-1 4 1,1 1-1,-1 0 0</inkml:trace>
  <inkml:trace contextRef="#ctx0" brushRef="#br0" timeOffset="81132">6879 8184 6813,'-13'-27'3276,"2"9"0,22 3-2632,-9 13 1785,15-14-1620,-16 14-1259,-12-6 360,2 8-539,-15 8 291,4 15 1,-3 14 0,1 6 0,3-3 936,5 4 1,4 0 0,-1 5-346,1-8 1,-2 5 0,-1 3 0,2 0 0,3-2 0,4-4-278,4 4 1,3 0-1,5-6 1,9-8 201,23-5 1,12-12 0,-4-9 0,-9-7 0,-1-10-240,1-15 0,1-9 0,-12 21-929,-12 54-650,-15-13 1,-2 3-1,-1 13 1,5-2 1304,19-3 0,-13-37 0,14 6 0</inkml:trace>
  <inkml:trace contextRef="#ctx0" brushRef="#br0" timeOffset="81864">6928 8767 7533,'-31'-18'3276,"17"0"-1638,36 8 0,12 3-3205,9-3 0,2 2 1567,5 2 0,-2 2 0,-9 0 0,-8 0 0,-15 4 0</inkml:trace>
  <inkml:trace contextRef="#ctx0" brushRef="#br0" timeOffset="82611">7592 8767 7533,'-11'-38'539,"-1"68"1,0 17-540,-2-6 0,5 10 0,0-10 0,3-37 0</inkml:trace>
  <inkml:trace contextRef="#ctx0" brushRef="#br0" timeOffset="83088">7986 8308 7623,'-25'-20'3276,"7"12"-2779,9 35 0,5 24 0,1-1-347,1-14 0,2-1 0,-1 4-582,-1 1 0,-2 5 0,1 3 1,1-4-1,2-8-1207,5 3 1,1-5 982,-5 3 1,1-15-1,9-56 1,-11 7 0</inkml:trace>
  <inkml:trace contextRef="#ctx0" brushRef="#br0" timeOffset="84138">7925 8308 7533,'-16'-26'1092,"1"1"0,4 2 0,2-1 546,0-7 0,7 1-147,19 5 0,10 5-1086,15 2 0,9 9-428,-8 13 1,6 7-1,0 3 1,-5-4 82,-4-8 0,-2-1 0,-10 10-825,0 34 1,-24 4 449,-40-30 0,-15-5 45,11 4 0,-2 3 0,10 1 630,11-1 0,12 1 732,22 2 0,14 1 0,1 0-661,10 7 0,-3 5-461,-13 5 0,-5 6 0,-13-3-450,-13-11 0,-10-2 1,-5-2-181,-6 3 0,-6-2 1,-2-7 59,3-10 0,-2-6 1,3-4-1040,-3-3 1,7-6-1639,7-13 3273,24 10 1,22 24 0,3 4 0</inkml:trace>
  <inkml:trace contextRef="#ctx0" brushRef="#br0" timeOffset="85712">8454 8043 7533,'-15'-45'3276,"17"10"0,18 10 0,27 7-1669,-7 5 0,3 8-1787,-10 15 0,0 7 1,-1 1 179,0-3 0,-2 1 0,-7 6-90,-7 17 0,-10 9 0,-4-5-180,-5-7 0,-8-2-150,-9-6 0,-8 0 1,2-4 104,2 0 0,0-4 360,-2-5 0,1 1-45,5 10 0,6 5 944,12-1 1,3 1-585,0 12-405,10-18 0,-4-1 405,-15-1-360,7 4 0,3 5 0,7 3 0,3 5 0,-1 1 269,-1 6 1,-2 2 0,-3 2-90,-3-10 0,-2 1 0,-3-1 0,-8-7-1273,-15-3 1,-8-7 0,1-2 1046,-1 8 0,1-7 0,-8-21 0,16-4 0,50 7 1,-1 0-1</inkml:trace>
  <inkml:trace contextRef="#ctx0" brushRef="#br0" timeOffset="90035">10030 7743 7533,'-14'-7'3276,"-3"-3"-975,16 0-143,-5-13-1438,6 19-360,0-20 359,0 14 361,-16-15-2430,-4 5 1215,-11 6 1,-3 3-496,-9 1 585,9 12 0,3 12 674,14 25 1,8 14-518,3-12 1,1 6-1,2 2 1,-1 0-131,3-6 0,-1 1 0,2 0 0,-1 2 0,0 0-529,-1-1 1,1 1 0,-1 2 0,0-2 0,0-2 0,0-4 567,0 8 1,-1-6 0,0 3 90,-2-1 1,-1 2-1,-1-1 1,2-6 22,-2 6 0,0-1-435,2 4 0,1 5 0,1-5 300,0-8 0,1-2 0,0-1 0,0 1 0,0-3-45,-1-6 0,-1 1 45,-1 6 0,-2 4 0,1-3 180,2 3 0,0-3 1458,-5-4 0,7-8 1638,40-17-1638,2-16 0,6-1-1622,-7 8 0,1 3 0,-1 1 1,9-4-1,-4 6 0,-14 12 1,0 1-1</inkml:trace>
  <inkml:trace contextRef="#ctx0" brushRef="#br0" timeOffset="91980">10990 8167 8342,'0'-26'3276,"5"-1"0,-3-1-3082,-13 11-329,-22 19 1,-10 11 223,8 2 1,-2 4 0,-2 0-90,5-2 0,-1 0 0,-1 2 0,2 3 180,-4 7 0,0 4 0,2 3 0,4 1-826,6 0 1,3 3-1,2-1 1,1-2 704,-3-1 1,1-2 0,6 6 317,7-2 1,2 6 0,5 2 0,6-3 0,10-8 277,13-11 0,13-7 1,6-3-1,-2 1 0,-8 5-1429,-11 9 0,-6 6 0,1-2 0,6-7 774,19-5 0,11-7 0,-4-6 0,-15-4 0,-15-6 0,-15-6 0</inkml:trace>
  <inkml:trace contextRef="#ctx0" brushRef="#br0" timeOffset="93665">11530 8220 6273,'0'-39'1638,"0"7"0,0 1 1638,0-1-3899,-30 35 1,-5 4 712,13-11-90,-3 18 0,-5 13 0,2 5-568,8 5 0,4 7 0,1 0 0,2-6 613,-3-5 0,2 2 116,1-1 1,-1 6 0,0 4 0,2 1 0,4-2-48,6-2 0,4 2 0,2-1 0,0-2 0,-2-4-69,-5 14 0,3 0-60,6-7 0,3 9 0,2 1 0,1-9 1,-1-17 193,5-17-1818,7 4 1,-1-4-1639,-16-14 2752,0-12 1,10-8 0,5-5 0</inkml:trace>
  <inkml:trace contextRef="#ctx0" brushRef="#br0" timeOffset="94509">11580 8625 7533,'-8'-35'3276,"4"16"-1638,32 13 0,11 12-147,-12 7 0,-1 9-2061,3 3 1,1 5-1,-10 1-240,-12 12 1,-13 0 719,-11 5 0,-9-8-1549,3-21 1,1-10 1091,4-13 1,35-8 0,15-3 0,7 2 0,1 0 0</inkml:trace>
  <inkml:trace contextRef="#ctx0" brushRef="#br0" timeOffset="94887">12072 8678 7533,'-9'-32'1092,"0"0"0,-3 5 0,-6 11 508,-10 21 0,-3 13-26,1 7 0,5 7-900,1 8 1,9 2-1485,17-5 1,10-3-830,11-6 1,6-5-1639,12-4 2666,-3-3 1,-42-24 0,3-2 0</inkml:trace>
  <inkml:trace contextRef="#ctx0" brushRef="#br0" timeOffset="95428">12220 8096 8072,'11'-35'3276,"25"47"-2482,-10 16 0,-1 6-704,0-4 0,-3 5 338,-8 0 0,0 8 1,-2 4-1,-2 0 1,-4-3-609,-5-4 0,-4-1 0,-1 0 0,-1 3 102,2-2 0,0 4 1,0 1-1,-1 0 0,-2-2 1,-2-5-441,-5 1 1,-1-4 0,-3-2 0,1-1-576,-6 10 1,-2-2 0,3-10 596,-11-8 0,13-6 0,0 1 0,-8 1 0</inkml:trace>
  <inkml:trace contextRef="#ctx0" brushRef="#br0" timeOffset="96506">12688 9013 7982,'-15'-17'819,"24"-11"0,15-13 0,6-3 0,-5 6 819,1-3 0,2 0-1024,-6 4 1,5-9 0,1 0-1,-2 12 1,-4 22 59,-2 34 1,-4 25 0,-2 5-1,1-14-2113,16-3 1439,-12 5 0,1 15 0,1-4 0,-3-22 0,3-29 0,1-16 0,1 0 0</inkml:trace>
  <inkml:trace contextRef="#ctx0" brushRef="#br0" timeOffset="97705">13574 8555 7353,'-40'-20'3276,"11"5"0,40 15-2184,25-8 0,17-4 0,-6 0-115,-16 4 1,3 1-1083,2 2 0,10 0 0,5 0 0,0 1 0,-5 0 0,-9 1 330,0 0 0,-3 0 554,12 1 1,4 0 0,-15 6-1320,-20 10 540,-27-10 30,1 20 0,1 16 0,2 0-1123,2-7 1,2 1 0,3-1 873,3 10 1,7-6 0,21-4-1,1-64 1,-1 0 0</inkml:trace>
  <inkml:trace contextRef="#ctx0" brushRef="#br0" timeOffset="98453">14644 8255 7982,'-12'27'655,"7"8"0,1 15 1,0 7-1,2-1 0,-1-7-8,0 0 0,0-5 0,1 4-647,-1 0 0,-2 7 0,2-1 0,1-9 0,4-19 0,3-18 0,-1-34 0,-1 1 0</inkml:trace>
  <inkml:trace contextRef="#ctx0" brushRef="#br0" timeOffset="99066">14559 8202 7533,'-3'-28'1092,"0"-1"0,12 7 0,8 1 0,13-9 0,10-1 0,6 8-273,-2 13 0,5 8 0,2 3 0,-2 2-83,-3-3 0,2 0 0,-5 6 0,-10 10-1501,-11 14 1,-7 12-1,-9 2 1,-10-8 674,-18-4 0,-14-5 0,-3-1 413,7-4 1,-4 2 0,-1-1 0,0-3 0,2-5-1417,-8-6 1,1-6 0,11-4-2185,12-5 2795,38 16 0,12-1 1,3-2-1,-6-2 0,0 0 1</inkml:trace>
  <inkml:trace contextRef="#ctx0" brushRef="#br0" timeOffset="100023">15628 8061 7803,'-6'-43'3276,"6"6"0,-15 17-3539,-8 28 0,-2 9 173,-9 9 247,11-4 1,-5 7-1,0 4 1,2 3 219,5-2 1,2 4 0,1 1 0,2 2 0,0-1-163,0 0 1,1 0 0,1 1 0,1 0 0,4 2-504,0 7 0,3 3 0,2 0 1,3-3-1,6-7-805,5-1 1,6-6 0,4-4 1027,16 7 1,0-13 0,-11-18 0,-21-8 0</inkml:trace>
  <inkml:trace contextRef="#ctx0" brushRef="#br0" timeOffset="100660">15616 8484 7533,'38'-18'1092,"-1"-1"0,4 28 0,0 11 0,-8-1 0,0 3 0,-12 6-878,-18 11 1,-13 7 0,-8-6-335,-4-8 0,-6-4 0,-4-3-973,-5-2 1,-4-3 0,9-6 937,7-7 1,59-7 0,4 0 0,0 0 0</inkml:trace>
  <inkml:trace contextRef="#ctx0" brushRef="#br0" timeOffset="101137">16121 8537 7533,'3'-25'1638,"0"-1"0,-13 3-353,-13 13 0,-6 12-193,-4 23 0,-2 16 0,7 1 546,9 1 0,10 2-2731,4-6 1,6 1 0,8-7 636,23-8 0,7-11 0,-3-12 1,-9-4-1,-23 2 0</inkml:trace>
  <inkml:trace contextRef="#ctx0" brushRef="#br0" timeOffset="101793">16281 8026 9512,'26'-2'1092,"-5"18"0,1 13 0,-2 6-437,-5 0 0,-2 6 1,-2 3-1,0 2 0,-2-2-221,-1-2 1,-1-1-1,-1 1 1,-1 1 0,-1-1-471,-1 0 0,0 1 0,-2 0 0,-3-2 0,-6-3-527,-10 3 1,-7-1 0,-2-5 0,2-8-1077,-1-6 1,-1-2 1373,1 9 1,-2 6 0,3-6 0,2-13-1,5-1 1,0 19 0</inkml:trace>
  <inkml:trace contextRef="#ctx0" brushRef="#br0" timeOffset="103366">16466 7708 8882,'32'-16'655,"0"0"0,1-1 1,13 7-1,4 3 0,0-1 164,-10-5 0,0-3 0,0 2 0,-3 8-485,3 8 1,-3 7 0,-10 9-216,-16 17 1,-13 12 0,-2 6-43,2-16 0,-1 2 0,-1 4 0,-1 1 1,1 2-1,0-1 0,0 1-131,2-1 1,0 2 0,0 0 0,0 0 0,1 1 0,-1 1 0,1-1-1,-1-1 20,0 2 0,1 1 1,0 0-1,-1-1 0,1 1 1,-1-3-1,1-1 1,-2-2 3,0 7 0,-1-2 1,0-2-1,0-4 0,-1-2 90,-1 6 0,0-3 0,-1-14-60,-4-12 0,11-2 540,0 1 719,0-5-595,0 4 505,-17-16-1825,-13 2 1,-16 3-1,-8 1 1,2 0 0,11-2-984,5 0 1,1-2 1628,-11 0 1,-11 0-1,7-2 1,28-4-1,61-17 1,0-1 0,0 1-1</inkml:trace>
  <inkml:trace contextRef="#ctx0" brushRef="#br0" timeOffset="166773">1517 11024 7533,'-18'-9'1889,"9"1"359,1 8 901,8 0-2790,-8 0 1980,-2 0-1709,-8 0-361,9 0-89,1 0-90,0 0 1439,6 0-269,-6 0-1080,8 0 539,8 0 361,33 0-1140,-6 0 0,6 0 0,3 0-255,-6-2 0,2 0 0,0 0 0,0 0 382,0 1 1,1 0 0,-2 1-1,-2 0 143,1 0 0,-3-1 0,-6 2 240,2 1-540,-31-2-360,8-10-180,-6 0 1080,6 2 0,-8 1-360,0 5-720,0-6 570,0 22 0,0 24 0,0 14 0,0 5 0,0-5 0,0-14 105,0-7 0,0 0-120,-1 8 0,0 15 0,0 4 0,-1-4 0,1-15 1,-1-24-3203,0-29 3106,-6 18 1,16-19 0,2 15 0</inkml:trace>
  <inkml:trace contextRef="#ctx0" brushRef="#br0" timeOffset="169645">2469 10425 7533,'-29'0'2878,"6"0"-269,38 0-1395,14 0 0,9 0-922,-2-1 1,5 1-1,3 0 1,-1 1-46,3 0 0,0 1 1,0 0-1,-1 0 45,-3 1 0,1-1 1,-3 0-1,-3 1-292,15-1 0,-15 6-360,-30 23 300,-7 1 0,-4 8 1,1 4 77,2-7 0,0 4 0,1 1 0,0 2 0,0 0 11,-1-2 1,-1 3 0,1 0 0,-1 0 0,1 0 0,0-1-120,0 6 0,1 0 0,0-1 0,1-2 1,-1-2-69,0-1 1,0-2-1,0-2 1,0-3 562,0 14 0,0-8-405,0-4 269,0-7 1171,0-32-1800,-8-8 270,-25-2 479,-1 1 1,-8 0 0,0 2-240,0 4 0,0 2 0,-1 1-330,-6-3 0,0-1 0,4 5 270,-1 7 0,7 1-2249,6-7 1503,39 4 1,21-14-1,1 8 1,-1 0 0</inkml:trace>
  <inkml:trace contextRef="#ctx0" brushRef="#br0" timeOffset="170228">2611 11148 7533,'-36'-10'3276,"9"-6"0,41 7-2184,17 4 0,14 2 0,-4 1 200,-8-3 1,3 2-1901,8 3 1,10 2 0,-2 1 0,-12 0-2670,1-1 3051,2-5 0,-12 6 0,-38 18 0,-23 1 0</inkml:trace>
  <inkml:trace contextRef="#ctx0" brushRef="#br0" timeOffset="182652">18213 8819 6903,'-20'-29'3276,"3"6"0,28-1-1103,-8 18-1004,17 21 1,-2 17-1066,-21-2 1,-12 10 0,-6 4 0,-3 2 0,2-4 0,4-7-1679,0 9 0,-2-1 1232,0-2 0,-6 11 0,-1 0 1,1-12-1,6-24 342,-7-49 0,35 51 0,10 19 0</inkml:trace>
  <inkml:trace contextRef="#ctx0" brushRef="#br0" timeOffset="187528">18976 8237 6723,'-25'0'1709,"12"0"180,-9 0-360,14 0 1260,-15 0-2609,15 0 3058,-9 0-2699,16 0-179,-5 0 419,28 0 1,25 0 0,-7 0-690,-1 0-1,-4 2 1,15 0 0,8 1 0,0 1 0,-6-1 0,-13-1-45,-7 0 0,-2 0-158,18 2 1,12 1 0,-4-1 0,-22-1 921,-24-3-719,6 0-90,-16 0-1349,5-8 1259,-3 6-270,9 18 945,-9 10 0,-3 8-675,0 2 0,0 6 0,-1 0 0,0-7-1549,1-8 1,0-1 545,-3 16 1,-1 4 0,3-24 272,2-46 1,5 42 0,2 9 0</inkml:trace>
  <inkml:trace contextRef="#ctx0" brushRef="#br0" timeOffset="189328">20022 7832 7083,'-18'-41'1439,"4"17"1439,-3-17-2248,10 31 1709,2-6-2429,5 14-373,6 18 1,6 22-1,3 12 1,0 2-1,-3-12 508,-2 3 0,0 5 249,-2-15 0,2 8 1,2 7-1,0 5 1,2 3-1,0 1 1,0 0-1,-1-2 0,-2-4 1,0-5-1,-3-8-92,0 4 1,-2-8-1,0 0 1,1 6-403,2-1 0,1 7 0,2 5 0,0 3 0,1-1 0,-1-2 1,-1-5-1,-2-7 0,-2-10 1774,-1-1 0,1-5-1574,6 25 0,1-17-108,-5-49 0,-1-26 0,0-15 0,1-5 0,1 5 223,-1 15 1,2-2 0,0-1 0,1-1-1,-1 0 1,1 1 0,-2 0-116,0 2 0,-1 1 0,0-1 0,0 1 0,0 0 0,1 0 0,0 1-547,3-11 1,1-4 0,0 0 0,0 6 0,-1 13 0,-3 17-764,-2 18 2129,-13 12 0,-5-10 0,-13 16 0</inkml:trace>
  <inkml:trace contextRef="#ctx0" brushRef="#br0" timeOffset="189880">20182 8361 7533,'42'-3'819,"0"1"0,0-1 0,0 1 0,-8 2-656,4-1 1,16-1 0,2 0 0,-10 3 0,-24 5 0,-30 10 0,-8-7 0</inkml:trace>
  <inkml:trace contextRef="#ctx0" brushRef="#br0" timeOffset="191713">20859 8555 7533,'-30'-33'3276,"9"11"0,-2-11-24,16 23-2473,32 22 1,26 18 0,-7-2-915,-15-9 0,-4 6-23,-4 13 1,-1 13 0,-5 2-1,-11-9-67,-17-5 1,-13-6-596,-3-10 1,-8-2 0,-2-2 0,7-5-331,-1-1 0,8-11 1150,14-41 0,55 45 0,-2-5 0,0 0 0</inkml:trace>
  <inkml:trace contextRef="#ctx0" brushRef="#br0" timeOffset="192317">21425 8555 6903,'-16'-25'1092,"0"1"0,-23 13 0,-6 14 0,14 13 0,0 8 0,0-1-188,2-7 0,-1 0 1,1 5-298,-2 9 0,-3 8 0,5-1 0,7-7-157,4 5 642,22 9 0,11 9 0,10-15-2185,8-29 1,9-13 0,-1 5-1,-1 16 1,-1 4 0,-2-8 436,22-20 1,-24-1-1,-46 15 1,-3 3 0</inkml:trace>
  <inkml:trace contextRef="#ctx0" brushRef="#br0" timeOffset="194860">22237 7902 6993,'11'-29'3276,"-8"5"0,-3 24-2632,-36 16-824,12-4 45,-14 13 0,-2 7 630,12-8 0,1 1-361,0-2 1,1 1 0,-2 4 0,12-2 585,36 4 314,3 4 1,4 0-990,-2-12 0,0-2-360,-1 6 0,-5-3 315,-11-14-1169,-20-1-2108,6-16 2881,6 6 1,11-5 0,3 7 0</inkml:trace>
  <inkml:trace contextRef="#ctx0" brushRef="#br0" timeOffset="195932">21782 8555 7533,'0'-43'3276,"0"21"-1638,-22 10 0,-5 9-1354,-2 20-1100,-4 4 1,-11 8-1,-1 2 1,10-6 950,13-6 0,2 1-91,-7 4 1,-5 5 0,1 0 0,11-1 1364,14 3 0,5-3-959,-5 1 854,30 14 0,12-7-1483,-4-31-914,8 2 1,10 0 0,-10-5 337,-9-12 0,19 8 0,-63 4 0</inkml:trace>
  <inkml:trace contextRef="#ctx0" brushRef="#br0" timeOffset="196473">21548 8767 7533,'-25'-26'3276,"50"14"-4285,3 3 1,3 3 1008,1 6 0,0 0 0,5-6 0,-5-4 0,-15-10 0</inkml:trace>
  <inkml:trace contextRef="#ctx0" brushRef="#br0" timeOffset="197904">22003 8273 7533,'-23'-10'1638,"-1"0"0,24 2 0,30 15 0,15 12-854,-9-2 0,2 4 1,-3 1-606,-4 1 1,-3 2 0,-7 2-360,-10 18 1,-11-2-181,-17 4 60,-10-24 0,-9 0 0,5-6 660,2-1 629,4 25-629,60-24-540,7 1 450,-35 0-45,-22 8 0,-11 4-495,-6 6 0,-1 3 869,8-3 1,1 3 0,3 2 179,1-2 1,4 2 0,12-6 164,19-1 1,11-9-2584,8-10 1,5-8 1091,6-10 1,-3 0 0,-4 12 0,-55 15 0,0 0 0</inkml:trace>
  <inkml:trace contextRef="#ctx0" brushRef="#br0" timeOffset="199146">22570 8925 7533,'-36'20'1638,"40"-41"0,9-13-546,-1 1 0,1-4 0,2-5-1045,-1 8 0,2-4 1,1-2-1,0-1 0,-1-1 1,-3 2 113,-1-5 1,-3-1 0,0 1 0,-1 1 0,2 1-252,4-5 0,2 1 0,-1 2 1,-1 4 298,-3 3 1,-2 3 0,3 10 780,12 10-361,5 30 45,-15 6 1,-2 9-459,-3 6 0,0 9 0,-1 5 0,0 2 0,0-3 71,1-4 1,0 1 0,0-1 0,0 2 0,-1 1-153,-2 0 0,0 2 0,-1 2 0,1-1 0,-1-3 0,0-5-495,3 12 0,1-5 0,-3-8-1279,0-9 1,-7-11 1265,-15-22 1,-4-24-1,-17-5 1</inkml:trace>
  <inkml:trace contextRef="#ctx0" brushRef="#br0" timeOffset="199419">22668 8767 7533,'-23'-13'1638,"1"0"0,57 1-128,1 3 0,5 3-1510,0 5 0,3 5 0,-1 0 0,-7 1 0,-2 1 0,-1 1 0,2 7 0,1 0 0</inkml:trace>
  <inkml:trace contextRef="#ctx0" brushRef="#br0" timeOffset="199699">23382 8802 15088,'-10'37'-469,"0"0"1,0 1 0,-2-5 0,3-4 0,8 12 0,16-62 0</inkml:trace>
  <inkml:trace contextRef="#ctx0" brushRef="#br0" timeOffset="200753">23911 8308 6993,'12'-36'1092,"1"-1"0,-4 10 0,0 1 546,4 1 0,-2 1 1165,-8 3-3703,-33 21 1,-7 6 899,1-6-158,4 13 1,-8 11-1,-1 6 1,4 5 636,10-2 1,2 6 0,2 3 0,2 2 0,1 0-1,3-1-156,-1 1 1,1 0 0,4 0 0,2 1 0,6-1-486,4 3 0,5 3 0,3-1 1,4-5-1,3-6 102,7-2 0,4-7 0,6-14-75,11-23 0,10-18 0,-4-7 0,-18 4 3411,-20-12-2890,5 13 0,0 13-1556,-13 52 1,0 20-470,17-17 1,4 0 1169,-11-1 1,-1 2 0,5-13 0,10-18 0,0-12 0,-8-18 0</inkml:trace>
  <inkml:trace contextRef="#ctx0" brushRef="#br0" timeOffset="200962">24268 8890 7533,'5'-39'1214,"-13"62"0,-4 17-1214,3-6 0,1 2 0,0-1 0,-1 3 0,0-5 0,-7 14 0</inkml:trace>
  <inkml:trace contextRef="#ctx0" brushRef="#br0" timeOffset="202089">24625 8343 7263,'-20'-27'3276,"13"17"-3527,5 31 1,3 23 0,2-5 250,0-15 0,1 3-222,-3 14 0,-1 15 0,0 4 0,-1-6 0,1-18-3055,-2-11 2887,0 17 0,0 10 0,1-26 0,1-75 0,0 12 0</inkml:trace>
  <inkml:trace contextRef="#ctx0" brushRef="#br0" timeOffset="202675">24600 8396 7533,'46'-12'468,"1"0"0,-1 0 0,1 0 0,-1-1 0,0-3 0,-6 1 0,-20 11 624,-37 22 0,-24 13 0,0 0-428,10-5 0,0-1 1,6 1 414,-2 5 1,17 1-301,35-8 1,20-1-1,-10 8-824,-22 6 0,-8 7 0,-4 1 0,1-4-1079,6 8 0,-12-4 304,-16-14 1,-10 1 0,-4-5 0,5-10 272,-5-9 1,11-14 0,37-37 0,15 26 0,1-1 0</inkml:trace>
  <inkml:trace contextRef="#ctx0" brushRef="#br0" timeOffset="204366">25104 7832 7533,'2'-34'1092,"-1"1"0,19 11 0,3 1 546,-8-8 0,4 7-546,22 21 0,12 14 0,-9 6-834,-14 7 0,-5 7-371,-3 0 1,2 7-1,-3 2 1,-10-4-128,-11-3 0,-8-2 0,-4 1 375,-6 3 0,-6 3 0,-3-2 0,2-4-15,0-8 0,0-4 0,4 4 329,3 19 1,5 6 0,9-6-360,12-9 0,3-3 0,-11 6 0,-6-3-90,-10-9 405,3 17 0,8 10-226,13-14 1,7 3 0,-2 3 143,-6-3 1,-1 5 0,-1 1 0,-1 0 0,-2-4-414,1-3 0,-1-1 0,-4-2 0,-6-3-1003,-17 8 1,-11-4 0,1-10-547,0-9 1,0-11 818,-14-14 1,73-27 0,14 11 0</inkml:trace>
  <inkml:trace contextRef="#ctx0" brushRef="#br0" timeOffset="206206">26139 7938 7533,'-13'-28'1799,"-10"-5"539,2 5-1168,-9-7 89,0 0 0,4-1-539,-4 1-630,11 16-225,-1 28 0,0 13 674,6 16 1,4 12 0,0 7-540,3-17 0,0 4 0,0 3 0,0 2 0,0 1 0,0 1 0,0-1 169,0-6 1,-1 0 0,0 0 0,0 2 0,1-1 0,-1 1 0,1 0 0,1 1 0,0-1 194,1 2 0,0 2 0,-1 1 0,1 0 0,1 0 0,2-1 0,2-2 0,2-3 0,3-2-168,6 3 1,5-2-1,2-3 1,1-2-1,-1-1 1,-5-1-1,-7 6 1,-3-1-1,1-5 1,10-10-1,25-21 1,0 1-1,0-1 1</inkml:trace>
  <inkml:trace contextRef="#ctx0" brushRef="#br0" timeOffset="208535">26791 8361 7533,'11'-30'1638,"-1"1"0,-4 4 1638,15-15-2632,-59 25 45,-3 23 1,-11 10-1,4-1-509,5-11 0,-1 7-484,10 10 0,-5 9 0,-1 7 1,0 1-1,6-3 0,9-6 439,4 2 0,7 3 227,1-1 0,-1 10 1,-1 6-1,0 2 1,3-1-1,3-7 1,5-11-94,5 0 1,7-3 323,3 5 1,4 9 0,3 1 0,3-6 0,4-15-475,15-18 1,6-15 0,1-1-940,-9 8 1,1 0 0,-1-1 0,-3-1 163,17-6 1,-14-4-1,-20-7 1,-48 36 0</inkml:trace>
  <inkml:trace contextRef="#ctx0" brushRef="#br0" timeOffset="209577">27320 8431 7533,'5'-29'1638,"1"0"0,-4-5-443,5 9 0,-3 1-925,-15 7-360,-13 15 405,-15 20 0,-4 13 134,18-9 1,2 2 0,0 6 35,1 3 1,0 5 0,0 4 0,2 0 0,4-3-217,4-2 1,3-1 0,2 1 0,1 2 125,2 6 1,1 5 0,2 1 0,2-3 0,2-7-126,3-3 0,2-6 0,5 0-1363,11 8 1,7-2 0,-5-10-1838,4-10 1291,4-19 1,-8-6 818,-24 3 1,3-27 0,-5 11 0</inkml:trace>
  <inkml:trace contextRef="#ctx0" brushRef="#br0" timeOffset="210314">27356 8802 7533,'-6'-26'1638,"0"1"0,10 1 0,37 22 0,9 12 1638,-11 8-4304,-16 19 1,-2 13 0,-14-10 667,-29-10-690,-9-1 1,-7 5 0,21-11 1049,35-15 0,-8-6 0,36 2 0,0-1 0</inkml:trace>
  <inkml:trace contextRef="#ctx0" brushRef="#br0" timeOffset="210772">27898 8837 7533,'-45'-14'1092,"1"1"0,4 24 0,-1 9 0,6-5 0,-1 3 0,12 6 0,17 13 0,12 6 0,8-11-902,14-21 1,6-5 0,6 12 0,-1-4 0,5-24 0</inkml:trace>
  <inkml:trace contextRef="#ctx0" brushRef="#br0" timeOffset="211428">27960 8273 7533,'-6'-25'1638,"1"1"0,51 6 0,0 25 0,3 17-819,-19 7 0,-1 10 0,-2 6 0,-3 1-164,-5-5 0,-1 3 1,-3 2-1,-3 0 0,-6 0-902,-5 1 1,-5 2 0,-4 0 0,-3-3 0,-2-4-249,-5-2 0,-4-3 1,-2-3-1,0-4-598,-5 1 1,-1-5 0,3-8 272,-15-9 1,53-19 0,17-21 0</inkml:trace>
  <inkml:trace contextRef="#ctx0" brushRef="#br0" timeOffset="212361">28514 9066 14908,'19'10'990,"14"-33"-675,-6-12 0,1-9-76,-5 8 1,2-3 0,-1 3 389,-4 3 1,1 1 0,2 10 764,6 11 0,-1 14-1094,-12 23 0,-6 16 0,1-2-1393,3-5 1,0-1 0,2-1 682,-1 3 0,0-1 1,4-14-1,8-20 1,1-11-1,0-14 0,0 0 1</inkml:trace>
  <inkml:trace contextRef="#ctx0" brushRef="#br0" timeOffset="213482">29350 8714 7533,'-30'-10'3276,"15"2"0,4 8-294,51 0-2218,2-4 1,8 0-765,-12 3 0,5 1 0,1 0 0,-3-1 330,5-2 0,-3-1 0,0 3-420,-1 3 0,1 2 0,-12 6 1709,-10 25-1035,-19 10 1,-5 4-2224,0-8 1,0-1-1,5 1 1,2-4 818,3-6 1,0-23 0,-2 2 0</inkml:trace>
  <inkml:trace contextRef="#ctx0" brushRef="#br0" timeOffset="214416">30323 8326 7533,'-7'-28'1638,"1"1"0,-6 15-546,5 37 0,5 27 0,-2 2-273,-1-10 0,-1 2 0,0 1 0,0 0-1475,3-4 1,0 0-1,0 1 1,1-1 0,-2-4-438,-2 13 1,-1-4 0,3-13 960,4-11 0,7-44 0</inkml:trace>
  <inkml:trace contextRef="#ctx0" brushRef="#br0" timeOffset="215154">30162 8308 7533,'-12'-45'1638,"30"14"0,6 3 1638,-6 5-2282,16 3 0,14 2 0,-1 8-784,-11 16 0,-1 6 0,1-2-180,-2-11 0,0-3 0,-1 9-75,0 13 0,2 9 0,-5 3 0,-12-1-180,-16 2 0,-11 2 135,-1 2 0,-5 4 0,-4 0 0,-3-8-270,-7-8 1,-6-7-1,-2-1 150,-9 7 0,-4-1 0,7-9-1409,5-9 0,14-8-1658,24-2 2792,18 7 0,28 7 0,-15 3 0</inkml:trace>
  <inkml:trace contextRef="#ctx0" brushRef="#br0" timeOffset="215788">31110 8237 7533,'-9'-32'1638,"0"0"0,-32 4 0,3 44 0,-3 19-1078,17-8 1,0 5-1,0 5 1,0 1-1,1 1-261,2-3 1,1 3 0,0 0 0,1 1 0,1-1 0,0-1-255,-6 8 0,1-1 0,3 0 0,6 1-81,7-3 0,4 3 0,2-1 0,6-4 0,7-10-1603,26-3 1,6-7 1614,-10 12 1,-1-5-1,0-21 1,-10-10 0,-38-33-1</inkml:trace>
  <inkml:trace contextRef="#ctx0" brushRef="#br0" timeOffset="216602">31060 8643 7533,'0'-43'3276,"17"6"0,25 25-2184,-11 25 0,3 12 0,-7 4-1014,-4 14 0,-13 4-1038,-13-13 1,-6 1 0,-6-4-616,-18 3 1,-5-11 1574,0-18 0,14-3 0,33 6 0,24-3 0,1 0 0</inkml:trace>
  <inkml:trace contextRef="#ctx0" brushRef="#br0" timeOffset="217135">31639 8731 7353,'-40'-19'1092,"0"-1"0,-9 4 0,2 9 546,12 11 0,3 9-546,3 5 0,2 6 0,6 1-295,7 8 1,12 2-2192,18 12 0,14-5 1394,9-16 0,4-7 0,0-8 0,-1-7 0,-12-9 0,1 1 0</inkml:trace>
  <inkml:trace contextRef="#ctx0" brushRef="#br0" timeOffset="217866">31664 8184 7533,'-1'-19'1638,"26"26"0,6 9 1638,-5 2-2457,-2 4 0,7 10 0,0 4 0,-6 1-263,-10 2 0,-5 3 0,-3 2 1,0 2-467,0-2 0,-1 3 0,0 1 0,-2-1 0,0-2-135,1 3 0,-1-1 0,-2-2 0,-3-1 67,-6-2 1,-3 0-1,-1-3 1,-1-9-3262,-13 11 1600,-7-10 1,-5-3 1169,9-13 1,-2-2 0,-12 3 0,1 1 0,13-3 0,1-1 0</inkml:trace>
  <inkml:trace contextRef="#ctx0" brushRef="#br0" timeOffset="219765">31983 7849 7533,'20'-29'655,"-1"0"0,15 20 1,10 8-1,2 4 0,-9 4 983,-5 4 0,-2 5-546,13-2 0,4 2 0,-13 13-1295,-26 3 0,-10 12 0,-6 4 0,-4 2 1,-1-3-1,3-8 293,-1-1 0,0-6 0,-1 6-26,4-2 0,-1 5 0,0 3 1,1 3-1,0 1 0,0-1 0,2-2 184,0 5 0,0 0 1,2 1-1,0-2 0,0 0 1,-1-2-429,1 0 0,-1-3 0,1 0 0,0 0 0,-1 2 165,1-1 0,0 2 0,-1 0 0,1 0 0,0-3 0,1-3 15,0 16 0,1-6 0,2-18 180,1-25-450,4 23-90,-5-31 3636,0-8-1900,-38-2-1106,7 8-145,-3 5 1,-13 1 0,-5 2 0,4 1 0,10-1-1765,10 2 1,1 0 1333,-17 0 0,-13 2 0,7-2 0,29-3 102,32-5 1,11-8 0,5-2-1</inkml:trace>
  <inkml:trace contextRef="#ctx0" brushRef="#br0" timeOffset="298701">4128 10830 7533,'0'-19'3276,"15"-21"0,-11 35-384,12-35-2982,-58 31 0,-10 7-89,20-8 89,2 2 0,-7 2 0,0 14 393,13 12 1,-1 11-1,-1 8 1,1 7-1,1 2 1,4-1 0,3-2-1,4-7-27,6 4 1,8-4-1,1 1 1,-8 4-232,-7-5 0,-7 4 0,-4 2 0,-2 2 0,2-1 0,3-3 0,7-4 0,9-5 14,13 5 1,9-6 0,7-8 360,7-12 0,6-8 0,-1-3-2059,7-2 1,0-2 545,-6 7 1,1 2 0,-5-4 436,3-10 1,-17 0-1,-27 8 1,-2 0 0</inkml:trace>
  <inkml:trace contextRef="#ctx0" brushRef="#br0" timeOffset="299297">3739 11342 7533,'-35'-35'3276,"16"-1"0,58 17-2184,-3 9 0,8 2 0,-1 2-2731,6 3 1,0 4 1400,-2 1 1,1 2 0,-21 6-1,-33 11 1,-16 23 0</inkml:trace>
  <inkml:trace contextRef="#ctx0" brushRef="#br0" timeOffset="301717">5021 10566 7533,'0'-26'3276,"11"-1"0,3 7-1103,5-11-1993,-7 27-1080,-35-2 1,-14 4 854,7 15 0,-1 7 164,-7 3 1,-4 3 0,6 4 300,13-3 0,6 2 0,2 1-61,-2 14 1,10 0 449,18-1 1,12-3-405,10-12 0,1 0-270,-7 13 0,-8 5-945,-9 3 1,-7-2 719,-2-20 0,-5-1-90,-10 3 0,-8 2 0,2-5 990,-9 5-900,7 0 0,-1 8 0,-1-1 719,2-7 1,1 0 0,8 3 462,11 12 0,9 4 0,5-7-2281,5-7 1,5-3 1188,5-2 0,4 0 0,-9-7 0,-10-8 0,-32 4 0,-1 1 0</inkml:trace>
  <inkml:trace contextRef="#ctx0" brushRef="#br0" timeOffset="302688">4923 11236 8882,'-25'-37'1638,"0"29"0,-5 6-3277,-10 7 1,4 2 1422,4-3 0,14-8 1,50-14-1,-1 0 1</inkml:trace>
  <inkml:trace contextRef="#ctx0" brushRef="#br0" timeOffset="303813">5329 11677 8072,'-25'0'1638,"19"-31"0,9-16-819,2 13 0,2-3 0,2-3 0,0-2-727,0-2 0,1-5 1,1-2-1,0 0 1,1 0-1,-1 5 88,2 1 0,0 3 0,0 0 0,1 2 0,-1-1-270,-1-4 0,-1-4 0,1 3 0,1 10 0,3 16 1169,13 22 1,1 18-563,-9 5 0,-2 11 0,-1 6 1,-1 2-668,-2-3 0,-1 4 0,-1 3 0,-1 0 0,0 1 0,0-2 389,0-4 1,-1-1 0,0 0 0,0 0 0,-2-1 0,-1 0-896,-1 4 1,-1 1-1,-1-1 1,-2-4 0,-1-7-1,1 7 1,-7-17-1,-19-32 1,-4-11 0</inkml:trace>
  <inkml:trace contextRef="#ctx0" brushRef="#br0" timeOffset="304183">5440 11448 7533,'9'-43'1638,"23"29"0,12 6-1311,3 0 1,5 2 0,-2 4-1,-7 7 1,-1 5 0,-2 1-1,-8 1 1,0 1 0,-1-1-1</inkml:trace>
  <inkml:trace contextRef="#ctx0" brushRef="#br0" timeOffset="304396">6190 11536 16258,'-15'44'0,"-1"0"0,1 0 0,-1 0 0,0 3 0,0 0 0,-1 0 0</inkml:trace>
  <inkml:trace contextRef="#ctx0" brushRef="#br0" timeOffset="305521">6792 10971 7533,'6'-34'1638,"0"0"0,2-15 1638,-1 6-3359,-33 39 0,-10 16 53,6 10 0,1 13 0,1 7 492,10-8 1,-1 5 0,0 4-1,2 3 1,1-1 0,4-1-1,3-4-215,4 6 1,5-2-1,4-1 1,2 2-33,-1 0 1,2 6 0,2-2 0,3-9 0,7-15 233,12-21 1,6-14 0,-3-2-1080,3-4 1,-6 8-1010,-9 26 1,-4 10 1091,2 3 1,-1 2 0,1 5 0,0-7 0,14-17 0</inkml:trace>
  <inkml:trace contextRef="#ctx0" brushRef="#br0" timeOffset="306367">7261 11536 10951,'-20'16'409,"0"-1"1,-6 14-1,7 5 1,14 3-1,6 2 1,-6 8 0,1 0-1</inkml:trace>
  <inkml:trace contextRef="#ctx0" brushRef="#br0" timeOffset="307127">7630 11042 7533,'-13'-35'1638,"6"61"0,2 22-1018,2-12 0,1 5 0,1 2 0,0 2-1276,0-3 1,1 3-1,0 0 1,1 0 0,-1-3 378,0 5 1,0-1 0,0-3 0,1-8 0,2 0 0,0-17 0,-3-65 0</inkml:trace>
  <inkml:trace contextRef="#ctx0" brushRef="#br0" timeOffset="307822">7569 11060 7533,'9'-33'655,"1"0"0,-1 1 1,15 10-1,7 6 0,3 5 437,12 2 0,5 6 0,-5 9-338,-11 7 0,-3 7 1,-5 2-1115,8 6 0,-19 0-570,-37-3 1,-20-2 0,1-4 1333,4-8 1,2 0 494,-6 14 1,17 4-31,43-5 1,21 2 0,-2 3-601,-16-1 1,-2 3 0,-2 2 0,-1 2-540,3 8 0,2 5 0,-8-2 1,-14-6-551,-19-11 1,-12-4 0,-6-2 0,4 0 350,-2 7 1,0 0 0,0-12 0,-20-18 0,21-10 0,73-7 0</inkml:trace>
  <inkml:trace contextRef="#ctx0" brushRef="#br0" timeOffset="309170">8221 10672 8792,'-7'-20'1638,"28"5"0,13 6 0,6 16 0,5 8-1124,-3-5 1,3 2-1,-4 3-484,-7 3 0,-2 3 0,-9 5-360,-13 6 0,-9 4 1,-6-2-256,-12 1 1,-9-2 733,-3-2 1,-4 0 0,3 0 300,-3 3 0,7 2 179,16 12 1,12 0-450,13-8 0,6-3 45,4-1 0,-8-4-945,-22-6 765,-17-5 0,0 5 225,15 12 0,5 4-270,-3 0 0,5 4 359,11-10 1,9 5 0,1 1 0,-4-1 0,-11-5 119,-15 0 1,-10-5 0,0 2-1440,1 15 1,-1 1-1,-6-11 960,-22-12 0,0-18 0,1-26 0,75-19 0</inkml:trace>
  <inkml:trace contextRef="#ctx0" brushRef="#br0" timeOffset="311758">10005 10372 8252,'-13'-10'3276,"6"-6"0,-9 14-2902,-8-13-2013,-24 8 1,-3 4 574,3 1 1500,12 6 1,-6 5-1,10 11 103,18 9 1,8 9 0,5 6 0,1 4 0,-3-1-438,-2-5 1,-1 2 0,0 1 0,0 2 0,0 0-1,0 1 1,0 0 32,1-1 0,0 1 0,0 1 0,-1 0 0,1 1 0,0-1 0,0 0 0,1-2-394,-1-2 0,1-1 1,1 1-1,-1-2 1,0 1-1,0-1 0,-1 0 1,-1-1 566,-2 5 0,-1 1 1,-2-1-1,0 0 1,2-3-1,2-3 1,3-5 783,3 6 0,4-6 0,5 2-517,4 2 0,4 5 0,3-6 0,2-15-755,7-20 1,4-8-160,13 8 1,6 0-1,-14-4 339,-21-6 0,12 7 0,-1-4 0,-13-14 0</inkml:trace>
  <inkml:trace contextRef="#ctx0" brushRef="#br0" timeOffset="313194">10755 11042 8072,'6'-31'1092,"-1"-1"0,-1 5 0,0 1 2184,9-9-2279,-37 22 0,-12 8-908,-3 9 1,-4 8 45,6 1 0,-4 3 0,-1 3 0,3 2 157,5 1 0,1 2 1,1 3-1,2 2 68,-1 4 0,0 4 0,3 2 0,4 1-226,5-1 1,3 2 0,4 2 0,3 0 427,2 5 0,3 1 1,4 1-1,4-3-68,6-5 1,4-2 0,2-1 0,-1-1-435,-4 5 0,-1-1 0,10-6 592,13-9 0,10-4 0,2-5 0,-6-5-427,-4-7 0,0-4-1318,9 1 1,5 0 0,-7-4 436,-14-3 1,-7-5-1,2-23 1,-17 23 0</inkml:trace>
  <inkml:trace contextRef="#ctx0" brushRef="#br0" timeOffset="314096">11605 11042 7533,'-29'-33'3276,"18"19"-2351,-23 11 1,-9 14-147,12 12 1,2 10-1,-1-3-599,-10-3 0,1 5 287,13-1 1,-1 9 0,1 3 0,4 1 0,7-4-49,6 4 1,7-2 0,3 3 29,-2-6 1,1 3 0,1 2 0,3-3 0,4-3 59,12 9 1,7-5 0,4-6-1603,1-7 1,4-6 0,-1-8-547,7-12 1,-3-6 818,7-1 1,-34-4 0,-7 18 0</inkml:trace>
  <inkml:trace contextRef="#ctx0" brushRef="#br0" timeOffset="314670">11765 11465 7533,'-19'-35'3276,"23"0"-1638,20 41 0,5 15 0,1 12 0,-8 9-2096,-16-4 0,-6 4 1,-1-1 187,6 9 0,-12-8-90,-26-16 0,-13-8 1,7-7-1710,2-11-1208,24-8 2727,31 6 0,17-5 0,4-1 0,5-2 0</inkml:trace>
  <inkml:trace contextRef="#ctx0" brushRef="#br0" timeOffset="315086">12122 11553 7533,'-6'-25'819,"1"0"0,-30 38 0,-10 22 0,23-5-299,63-15 1,3 3-521,-56 17 0,-17 8 0,18-9 0,44-16 0,20-10 0,-14-11 0,-22-16 0</inkml:trace>
  <inkml:trace contextRef="#ctx0" brushRef="#br0" timeOffset="315520">12294 11042 7533,'27'0'409,"-1"0"1,-15 24-1,-7 17 1,-4 12-1,-3 6 1,-2 1 0,0-4-1,2-10-1229,-1-3 1,-1-6 0,0 0 0,0 7 409,2-3 0,2 9 1,1 4-1,-1 1 1,-1-2-1,-2-5 0,-4-8 1,-4-13 76,-30-3 0,13-16 1,42-8-1,6 0 1</inkml:trace>
  <inkml:trace contextRef="#ctx0" brushRef="#br0" timeOffset="316419">12922 11889 7713,'-25'15'3276,"22"-26"0,28-33-2553,-8 12 0,3-10 0,1 0 0,0 4-304,1 5 1,-1 3 0,0-1-390,3-17 0,0-1 0,-2 26 1364,-4 36 1,-2 15-1395,-2 6 0,-3 6 0,1 0-1093,-1-5 1,0-1 0,1-1 545,10 17 1,3-14 0,1-32 0,-11-27 0,0 1 0</inkml:trace>
  <inkml:trace contextRef="#ctx0" brushRef="#br0" timeOffset="317961">12232 11077 7533,'-28'-33'3276,"17"11"0,-5-3 0,22 25-1231,17 18-1390,-7 9 0,3 14 1,0 7-1,-2 1 0,-2-7-218,0 0 0,-4-3 0,-1 8-246,-4-10 0,-1 6 0,0 4 0,-1 3 1,-1 0-1,-2-3 0,-1-4 0,-2-8-401,-4 8 0,-3-8 1,-6 1 74,-8 7 0,-6 5 0,-2-6 0,6-14-854,-4-16 449,-15-7-2737,51-22 0,16-9 2457,-13 15 1,17-5 0,-13 16 0</inkml:trace>
  <inkml:trace contextRef="#ctx0" brushRef="#br0" timeOffset="319746">13857 11165 7533,'-7'-31'1638,"0"0"0,-4-14 0,13 63 0,2 17-819,-3 2 0,-1 9 0,0 4 0,0 1-164,0-5 0,0 2 1,0 1-1,0 0 0,0-2-236,0-5 1,0 1-1,0-2 1,0-1-1,-1-4-389,-2 11 0,-1-4 0,0-24-1739,-3-44-1169,0-20 2638,3 13 0,0-6 0,1-2 330,1 4 0,0-1 0,1-2 0,-1-2 179,-2-1 1,-1-2 0,1-1 0,2-1 0,5 2-373,6 1 0,6-1 1,2 2-1,-1 0 0,-4 3 163,-8-13 0,-4 2 0,16 15-298,17 23 0,14 9 1,7 8-1,-5 4 0,-12 0 238,-12 2 0,-3 7-72,5 8 0,8 10 0,-1 4 0,-8-1 1,-16-5-499,-23-2 0,-16-2 0,-3 0 168,6-2 1,-2 1-1,-1-1 1,0-4 401,-5 1 0,0-4 0,0-10 303,-18-15 0,20-9 1,43-1-1,9-10 1</inkml:trace>
  <inkml:trace contextRef="#ctx0" brushRef="#br0" timeOffset="320598">14853 10901 7533,'-17'-20'1092,"-1"1"0,-14 22 0,-2 17-437,12 4 0,-1 9 1,1 6-1,2 2 0,2 1-109,5-4 0,1 3 0,3 2 0,1 0 0,1 1 0,0-1 0,1 2 0,-1 0 0,2 1 0,2-1 0,2-1 0,4-2-607,7 10 1,4-1 0,4-5-1,1-7-1578,10 1 1,1-13-1639,14-12 2457,-37-23 1,11-9 0,1-11 0</inkml:trace>
  <inkml:trace contextRef="#ctx0" brushRef="#br0" timeOffset="321242">14915 11412 6550,'10'-28'1092,"0"0"0,18 8 0,6 14 0,0 24 0,0 17 0,-10 2 0,-19-4 0,-8 2 0,-3-1-1305,0 2 0,-3-1 0,-6-4-880,-15-3 1,-6-5 0,10-13 436,15-18 1,56 16-1,1-3 1,-1 0 0</inkml:trace>
  <inkml:trace contextRef="#ctx0" brushRef="#br0" timeOffset="321590">15420 11483 7533,'-9'-29'819,"1"-1"0,-22 44 0,-11 21 0,4-7 2457,-5-19-4141,37 28 0,12 16 0,7-11-1113,22-13 1978,8-17 0,10-5 0,-19-10 0,-33-15 0,2-9 0</inkml:trace>
  <inkml:trace contextRef="#ctx0" brushRef="#br0" timeOffset="322016">15567 11077 7533,'29'12'1638,"0"0"0,-17-20-819,8 21 0,8 17 0,-1 8 0,-8 0 0,-11 7 0,-9 4 0,-5 2 0,0-2 0,1-2 0,-3 0 0,-2-1 0,-4-1-1639,-7 0 1,-5-1 0,-2-2 0,2-3 507,0 3 0,1-4 1,-2-14-1,-5-25 1,8 0-1,39 44 0</inkml:trace>
  <inkml:trace contextRef="#ctx0" brushRef="#br0" timeOffset="323110">16072 10707 7533,'1'-35'655,"1"-1"0,-1 1 1,25 11-1,11 6 0,3 9 164,1 10 0,5 9 0,-1 6 0,-5 6 0,-8 8 0,-5 8 0,-2 4 0,-1-3 0,2-5 0,1-2 0,-4 2 0,-10 5-530,-14 0 1,-10 4-1,-6 3 1,-2 1 0,1 1-1,6 0-84,5-5 1,3 1 0,0 1-1,2 0 1,0 0 0,-1 0-1,-1-1-180,-1-1 1,-1 0 0,-1-1 0,0 1 0,1-1-1,0 1 1,2 1-78,0 5 1,1 2 0,1 2-1,1-2 1,-1-2 0,0-4 0,0-8 200,-1 2 1,1-7 0,-6-3 120,-9 7 0,-12-9 549,-9-19 0,-11-8 0,-2-4 0,9 2-2458,8 2 1,2 0 1228,-17 1 0,-5 0 1,28-5-1,44-7 1,14-2-1,3 4 0,-1-1 1</inkml:trace>
  <inkml:trace contextRef="#ctx0" brushRef="#br0" timeOffset="359269">4410 4516 7533,'-8'-20'449,"-13"-18"1,-7 5-360,-7 35 0,46-21 22,19 15 1,16 9-1,10 3 1,1-2-46,-18-2 1,3 0-1,2-1 1,2 2-1,2-1 1,0-1-1,1 1 1,0-1-186,-4-1 1,2 0-1,0 0 1,1 0 0,0-1-1,1 0 1,1 1 0,1-1-1,-1 0 1,2 1 117,-7-1 0,2 0 0,2-1 0,0 1 0,0 0 0,1 0 0,0 0 0,-1-1 0,0 1 0,-2 1 0,-1-1 0,-3 0 0,-1 1 0,10 1 0,-3 1 0,-3 0 0,-2 0 0,2 0 0,2 0 0,4-1 82,-8-2 0,2 1 1,2-1-1,1-1 1,2 1-1,1-1 1,-1 1-1,1-1 1,-2 0-1,0 1 1,-2-1-1,-2 1-92,4-1 0,-2 1 0,-2 0 0,-1 0 0,1 0 0,-1 0 0,2 0 0,1 0 0,2-1 51,-6 1 1,1 0-1,1-1 1,0 1-1,2-1 1,0 1 0,0 0-1,1-1 1,0 1-1,0 0 1,0 0-1,0 0 1,0 0-30,-3 1 1,0-1 0,1 1 0,0 0 0,0 0 0,0 0 0,0 0 0,0 0 0,0 1-1,0-1 1,0-1 0,0 1 0,-1-1 0,0 1 0,2-1 1,0-1 0,0 1 0,0-1 0,0 0 0,-1 0 0,1 0-1,-1 0 1,1 0 0,-1 0 0,0 1 0,0-1 0,0 1-37,4-1 1,-1 2-1,0-1 1,0 0-1,0 1 1,-1-1-1,1 1 1,0-1-1,0 0 1,0 0-1,-1 0 1,1-1 35,-3 0 1,-1 0 0,0-1 0,1 1 0,-1-1 0,1 0 0,-1 0 0,1 0-1,-1 0 1,0 0 0,0 1 0,0-1 0,0 1-29,2 1 0,0 0 0,-1 0 0,-1 0 0,1 1 0,-1 0 0,1-1 0,1 1 0,0-1 0,1 1 0,0-1 0,2 0 37,-4 0 1,1-1-1,2 1 1,0-1-1,2 0 1,0 0-1,1 0 1,0 0-1,-1 0 1,0 0-1,-1 0 1,-2 0-1,0 0 1,-3 1-1,-1-1 1,-3 1-23,13 1 0,-5 0 0,-3 0 0,-2 1 0,0-1 0,2 0 0,4 0 0,4-1-11,-15-1 0,2 0 1,2 0-1,2-1 1,1 1-1,1-1 1,1 0-1,1 0 0,0-1 1,1 1-1,-1 0 1,1-1-1,-1 1 1,-1 0-1,0-1 0,-2 1 1,-1 0-8,4 0 0,-1 0 0,-2-1 0,0 1 0,-1 0 0,1-1 0,-1 1 0,0-1 0,1 1 0,1-1 1,1 1-1,0-1 0,3 1 0,1-1 26,-9 1 0,1 0 0,1 0 0,1 0 0,1-1 1,1 1-1,0 0 0,1-1 0,0 1 0,1 0 1,0-1-1,0 1 0,1 0 0,-1-1 0,0 1 1,0 0-1,0 0 0,0 0 0,-1-1 0,-1 1 1,0 0-1,-1 0-17,1 0 0,0 0 0,-1 0 0,0 0 0,0 0 0,0 0 0,0 0 0,-1 1 0,1-1 0,-1 0 0,0 0 0,0 0 0,0 1 0,1-1 0,-1 0 0,0 0 0,1 0 0,-1 0 0,1 0 0,0 0-85,2 0 1,0 0-1,1 0 1,0 0-1,1 0 1,0 0-1,0 0 1,0 0-1,0-1 1,-1 1-1,1 0 1,-1 0-1,-1 0 1,-1-1-1,0 1 1,-1 0-1,-1 0 1,-1-1-1,-2 1 1,-1 0 142,13-1 0,-4 1 0,-2-1 0,-2 0 0,0 1 0,-2-1 0,1 0 0,1 0 0,0 0 0,3 0 1,3 0-88,-9 1 1,1-1 0,2 0 0,1 0 0,0 0 0,2 0 0,0 0 0,0 0 0,0 0 0,1 0 0,-1-1 0,0 1 0,0 0 0,-2 0 0,0-1 0,-1 1 0,-2 0 43,5-1 1,-2 1 0,-1-1 0,-2 1 0,1-1 0,-2 0 0,1 1 0,0-1 0,1 0 0,1 0 0,1 0 0,1 1 0,3-1 20,-8 0 0,1 1 0,2-1 0,1 1 0,1-1 0,1 1 0,1-1 0,0 0 0,1 1 0,0-1 0,-1 0 0,1 1 0,-1-1 0,0 0 0,-1 1 0,-2-1 0,0 1 0,-1-1 0,-2 1 0,-2 0-41,7-1 0,-2 1 0,-1-1 0,-3 1 0,0 0 1,0 0-1,-2-1 0,1 1 0,1 0 0,0-1 0,1 1 1,2-1-1,2 0 9,-6 1 0,3-1 0,0 0 0,2-1 0,0 1 0,1-1 0,1 1 0,0-1 0,0 1 0,0-1 0,0 0 0,-1 1 0,-1 0 0,0 0 0,-2 0 0,0 0 0,-3 1 0,-1 0 29,9-1 1,-2 2-1,-2-1 1,-2 1-1,-1 0 1,0 0-1,0 0 1,0 0-1,1 0 1,2 0 0,2 0-243,-5-1 1,3 1-1,0-1 1,2 0 0,1 1-1,1-1 1,-1 0 0,1 0-1,-1 0 1,-2 0 0,0 1-1,-2-1 1,-3 1 0,-1 0-1,-4 0 205,11 1 0,-4-1 0,-5 1 1,0 1-1,0-1 0,2 0 0,5 0 21,-5 0 0,3 0 0,3 0 1,1 0-1,1 0 0,0 0 0,1 0 1,-2 0-1,0 0 0,-2 0 0,-3 0 148,5 0 0,-3 0 0,-2 0 0,0 0 0,-1 0 1,1 0-1,2 0 0,1 0-111,-2 0 0,0 1 0,1-1 0,1 0 0,0 0 0,1 0 0,0 0 0,1 0 0,0 0 0,1-1-38,-3 1 1,1-1-1,1 0 1,1-1-1,0 1 1,1-1-1,-1 1 1,-1-1-1,0 1 1,-2-1-1,-2 1 1,-1 0-31,4-1 1,-2 1-1,-1 0 1,-2 0-1,-1 0 1,1-1-1,0 0 1,1 0-170,5-1 1,2-2 0,1 1 0,0-2 0,-1 2 0,-4-1 0,-3 1 0,-5 2 191,12-2 0,-7 3 0,-3 2 0,-2 1 0,-1 3 0,-18 5 0,-32 14 0,0-1 0</inkml:trace>
  <inkml:trace contextRef="#ctx0" brushRef="#br0" timeOffset="380056">2840 9719 7533,'-8'-33'1169,"-12"14"0,-1 0-1169,3-10 0,-7 15 0,-5 12 112,6 20 1,-2 14-1,1 5 1,2-4-53,2-7 0,1-1 0,-1 8 65,5-4 1,-3 7 0,-1 4 0,0 5 0,-2 1 0,1 1 0,1 0 0,2-2 0,1-4 0,3-5-36,-2 11 0,3-6 0,2 1 0,-1 8-8,3-14 1,-1 5-1,0 4 1,0 3-1,-1 2 1,0 1-1,1 0 1,0-1-1,1-2 1,0-3-1,2-4 1,1-6-83,-2 12 0,3-8 0,0-1 0,1 9 179,2-8 1,-1 6 0,1 4 0,0 4 0,0 1 0,1 0 0,0-3 0,-1-2 0,1-6-1,0-6-89,-3 11 0,1-10 0,4 9 20,2-10 0,3 6 0,2 4 0,1 4 0,1 0 0,1-1 0,-1-2 0,1-5 0,-1-5 407,4 4 0,-1-7 0,2-2 1,0 4-518,0 2 0,2 4 0,0 0 0,-1-3 0,-1-7-270,10 9 0,-10-22 270,-15-22 809,0-13-1618,0 13 809,7-30 0,-5 1 0,-2-6 0,3 3 0,0 0 0,-1 0 0</inkml:trace>
  <inkml:trace contextRef="#ctx0" brushRef="#br0" timeOffset="381759">16663 10283 8792,'38'-25'2249,"-17"13"-1920,7 15 1,8 10 0,-5 10-112,-15 5 1,-4 10-1,-2 7 1,-3 4-1,0 2 1,0-2-1,3-5-38,2-2 0,1-2 0,0-1 0,0 1 0,-2 4 0,-2 4-166,-5-10 1,0 4 0,-1 2 0,-2 3 0,1 1 0,-2 2 0,0 0 0,-1 1 0,0-1 0,0-1 0,0-2 0,-1-2 0,1-2 86,-2 8 0,1-3 0,-1-1 0,-1-2 1,0 0-1,-1 1 0,0 0 0,-1 2-173,0-3 0,-1 1 0,0 2 0,-1 0 0,0 1 0,-1-1 0,0-2 0,-1 0 1,1-2-1,-1-3 152,-3 8 1,0-1 0,0-3 0,-1-2 0,-2-1 0,-1-1-81,-5 4 0,-2-1 0,-1-2 0,-1-4 0,1-5-60,-4-3 0,-1-6 0,0-2 300,-1 3 0,0-2 0,5-6-240,1-7 360,14-2-450,11-8-3187,0 0 2457,0 8 1,-10 25 0,-3 14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08:41.155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3052 4039 7803,'-18'-9'2698,"8"1"-1888,2 8 269,8 0 720,0-8-1619,0-2-720,-23 24 1260,9 23-675,9-7 0,8-3 674,34-13-1438,-11-38 539,-28-17 180,-32 49 494,38 20 1,12 3 2024,23-12-2474,-10-27 0,-9-9-1080,-27-14 1,-15 7 674,-10 26 0,9 11 900,38 9 0,13 0 1888,7-9-2518,-3-18 0,-11-7 360,-52-26-1709,2 47 0,9 8-1838,49 8 3013,-1-8 1,-9-8 0,-24-19-1,-36 16 1,1 0 0</inkml:trace>
  <inkml:trace contextRef="#ctx0" brushRef="#br0" timeOffset="3082">4445 3422 7533,'0'-20'3276,"16"-11"-2505,-12 27 669,19-19 808,-13 5-2158,-16 6-180,10-4-810,-33 13 1,-13 6 989,14 0 0,-4 2 215,-3 5 1,-6 3 0,-4 3 0,2 1 0,7 0-486,2-1 0,6 2 1,2 5 448,-3 9 1,-1 8 0,8 3 0,14-2 161,19-6 1,14 0 0,7 0 0,1 0 0,-4 2-325,-3 2 1,0 0 0,-1 2 0,-3 1 0,-4 1 72,-2 3 0,-2 4 0,-4 1 0,-5-4 0,-9-6-300,-10 2 0,-10-7 0,-8-7-353,-5-13 1,-9-6 0,-1-6 0,6-5 472,-12-8 0,14-11 0,26-6 0,13 3 0,28 24 0,0 0 0</inkml:trace>
  <inkml:trace contextRef="#ctx0" brushRef="#br0" timeOffset="3998">4959 3545 7533,'-11'-4'3276,"14"1"-2769,-3 24 1,-4 28 0,0 11 0,2-8-478,5-7 0,1-2 0,0 4-12,-2-4 0,-1 4 0,0 2 0,0-3 0,1-6-1111,0 0 1,0-5 0,1-6 607,2 12 0,-21-41 0,-4-9 0</inkml:trace>
  <inkml:trace contextRef="#ctx0" brushRef="#br0" timeOffset="4380">4727 3969 7533,'-33'-26'3276,"51"-17"-2457,9 19 0,13-3 0,4 0 0,-2 3-185,1 0 0,1 3 1,2 0-1291,-9 3 1,4-1-1,0 0 1,-3 3 0,-6 5 285,5 2 0,-12 10 0,-19 17 0,-6 10 0</inkml:trace>
  <inkml:trace contextRef="#ctx0" brushRef="#br0" timeOffset="4985">5378 3898 7533,'-18'-33'3276,"4"19"-1335,-9 6-2061,12 30 0,3 16 0,3 0 240,1-4 0,3 1 0,7-2-240,12 8 0,8-2 0,5-17 330,1-26 0,4-17 0,0-3 719,3-2 0,-1-4 1,-6-4-391,-8-16 1,-6-4 0,-4 27-1799,-6 33-380,16 30 1,3 14 1228,-12-18 0,0 2 1,3-2-1,6-1 1,4-1-1,-2-9 0,14-5 1</inkml:trace>
  <inkml:trace contextRef="#ctx0" brushRef="#br0" timeOffset="6613">6363 3404 7533,'-6'-41'3276,"5"18"-3224,1 29 262,4 29 1,4 18-9,-2-17 0,1 5 0,1 2 0,0 0 0,-2-4-247,2 6 1,-1-2 0,-4-2-360,-3-1 0,-4-1 1,-8-14 299,-17-27 0,-8-6-150,-2 14 0,-4 5 0,2 1 105,-4 0 0,8 10 734,11 19 1,8 12 0,16-8-195,21-13 0,16-9-549,-1-11 0,10-3 0,5-3 0,-1-4 0,-5-4-104,-4-4 1,-2-6-1,-1-2 1,1-3 229,2 0 0,4-2 0,-1-3 0,-8-2 0,-12-2 527,-13-12 1,-14-5 0,-7 9-1680,-11 4 1,-5 17 1034,-2 35 0,10 16 809,27 7 1,20-1-645,0-20 0,8-5 0,0-6-120,10-8 0,0-8 225,-5-2 0,-6 5-945,-8 29 90,-1-3 1,4-11 1108,-4-28 1,3-15 0,-2 0 824,7-4 1,1 8-2944,8 15 1,-2 16 1609,-15 19 0,-4 12 0,-2 0 0,0 3 0,2-6 0,8-11 0,0-1 1</inkml:trace>
  <inkml:trace contextRef="#ctx0" brushRef="#br0" timeOffset="7781">7790 3351 7533,'-18'12'1092,"14"20"0,7 17 0,1 3-902,-2-10 0,0 3 1,1 2-1,0-1 0,0-2 35,3 3 0,2-1 0,-3-3 0,-7-7 314,-15 5 1,-4-21 224,4-40 1,8-15-1365,18 2 1,11-3-1,8 5 780,2 13 0,7 4 0,2 2 0,0 1 639,2 2 0,2 1 0,-3-1 0,-6-4-299,7-18 1,-21-1-2859,-58 3 1483,22 60 1,14 18 1326,17-19 0,11 2 0,3 0 1,-4 2 336,-6 2 1,-2 1-1,-3 1 1,-3 0-870,0 10 0,-5-1 0,-13-11-1579,-24-16 1,-10-9 818,-59 21 1,100-32 0,34 0 0</inkml:trace>
  <inkml:trace contextRef="#ctx0" brushRef="#br0" timeOffset="9951">9673 3845 7533,'8'-10'3276,"-8"3"-2576,36 2 1,11 2-611,-16-7 90,6-6 0,5-6 0,-14-5 134,-27-10 1,-13-2-585,4 0 1,-8 9-61,-15 20 0,-9 10 0,3 10 929,2 16 1,4 12 0,5 6-353,7-3 1,2 5-1,7 1 1,8-1 179,12 0 0,9 1 0,5-3 1,4-6-316,-2-9 0,3-2 1,4-5-1,1-8-135,5-7 1,4-7 0,-1-7-1,-4-7 270,-5-8 1,-4-9-1,-3-2 1,-3 2-698,8-11 0,-9 1 495,-8-5 0,-5 6 1035,-3 22-1440,1-1-450,4-7-449,-4 40 1229,0 16 0,3 11 0,2-4 300,2-5 0,4-13 314,15-30 1,0-17-360,-12-7 0,-5-7-270,-5 2 0,0-8 0,0 6 0,1 21-135,6 31-630,-5 25 1,0 18-1,2-4-283,2-17 1,1-3 0,-1 2 545,-4 13 1,-1 3 0,4-16 0,28-23 0,-31-18 0</inkml:trace>
  <inkml:trace contextRef="#ctx0" brushRef="#br0" timeOffset="10364">10780 3898 9781,'-14'45'3276,"14"-15"-1638,3-64 0,2-21 0,-1 14 0,5-2-2731,7-3 1,6-2 0,6 15 727,15 21 1,5 18 0,-14 9 0,0 8 0,-1 0 0,2-2 0,-1 1 0,1-1 0</inkml:trace>
  <inkml:trace contextRef="#ctx0" brushRef="#br0" timeOffset="10714">11261 3757 7533,'-23'-24'1092,"0"-1"0,-7 26 0,3 14 0,12 15 0,9 10 0,9-2 309,25 5 0,10-16 1568,-4-37-6028,-26-31 3059,-16-4 0,-11 10 0,-12 35 0,8 14 0,39 7 0,0 1 0</inkml:trace>
  <inkml:trace contextRef="#ctx0" brushRef="#br0" timeOffset="11647">11666 3246 7533,'-13'-34'1638,"8"66"0,4 26-819,2-17 0,0 4 0,1 2 0,1 1-655,0-5 1,1 3 0,0 0 0,0-1-1,-1-4-1257,-2 12 1,0-5 0,4-8-547,6-10 1,1-15 1441,-4-34 0,8-11 0,2-5 0,-1 2 1,-1-1-1</inkml:trace>
  <inkml:trace contextRef="#ctx0" brushRef="#br0" timeOffset="11965">12036 3140 7533,'-14'19'819,"11"12"0,5 12 0,2 7 0,-2 1-273,-1-10 0,-2 2 0,0 2 0,1 0 0,-1 1 0,2-2-169,1 0 0,1 0 0,0 0 0,0-1 0,0-1 1,-2-2-671,-3 13 1,-3 2 0,2-10-1,8-18-527,11-21 1,-1-19 0,15-11 0</inkml:trace>
  <inkml:trace contextRef="#ctx0" brushRef="#br0" timeOffset="13547">13242 3634 8162,'0'-26'3276,"0"-1"-2504,0 7-1312,-28 4 675,-5 21 0,-6 6-45,-6-1 0,2 8 90,10 11 0,2 11 0,7-2-180,6 3 0,12 3 30,16 3 0,12 4 0,6-14 689,17-20 1,3-17-1,1-8 1,-8-15-1020,-23-12 0,-10-10 1,-3 0 388,-3 6 1,-3 1 0,-2 1 135,-10-12 0,8 12 225,30 21-270,-4 24 0,3 12-150,4 10 0,1 9 0,-3-1-30,1 4 0,-3 1 90,-5-2 0,0 1 0,1-22 224,8-48 1,0-20 90,-6 11 0,0-2-585,-4-8 0,1-3 0,5 23 405,13 41 0,0 21-1005,-19-7 1,-3 6-1,1 0 780,9 9 0,2 2 0,-1-7 0,-4-8 0,1-11 0,17-31 0</inkml:trace>
  <inkml:trace contextRef="#ctx0" brushRef="#br0" timeOffset="14373">14890 3634 7533,'-11'-28'819,"8"49"0,2 29 0,0 11 0,-2-7-424,-2-12 0,-2-1 1,1 0-1,1 4-440,2-3 1,1 3 0,2 3 0,-1-1 0,0-3 0,-1-4-16,-2 16 0,0-6 0,1-14-3217,3-19 2383,0-29 894,3-24 0,0-10 0,-4 14 0,-1-2 0,1-2 0,0-2 0,1 1 0,0-1 0,-1 0 0</inkml:trace>
  <inkml:trace contextRef="#ctx0" brushRef="#br0" timeOffset="14719">14828 3881 7533,'11'-47'468,"0"-1"0,0 1 0,0 0 0,1 0 0,17 30 0,5 9 0,-2-6 351,-9-19 0,-2-12 0,-2 6 0,-1 23-421,4 36 1,2 27-1,-2 12 1,-8-2 0,-13-19-1029,-23-17 1,-5-2-464,13 26 1,5 9 0,-4-22 436,-19-46 1,60-2-1,13 21 1,0 0 0</inkml:trace>
  <inkml:trace contextRef="#ctx0" brushRef="#br0" timeOffset="15114">15370 3828 14009,'4'2'1092,"0"-31"0,-3-26 0,2 3 103,6 10 1,7 2-2016,5 9 1,8-1 0,2 3 0,0 9-274,2 11 1,1 8 0,1 5 623,11 12 1,2 7 0,-6-1 0,-4-4 0,-10-1 0,-13 9 0</inkml:trace>
  <inkml:trace contextRef="#ctx0" brushRef="#br0" timeOffset="15598">15998 3563 7713,'-2'-34'1638,"-1"-1"0,2 2 1638,-16-6-3661,0 55 0,-4 22 0,7 2 534,12 3 1,9 4 0,3-4-60,0-5 0,3-2 0,6-12 1548,31-15 0,-3-24-1411,-29-12 0,-8-11 1,-6-2-1321,-7-6 1,-8-1 0,-7 8 436,-18 7 1,-2 15-1,6 27 1,59 18 0</inkml:trace>
  <inkml:trace contextRef="#ctx0" brushRef="#br0" timeOffset="16731">16490 3598 8882,'-18'-45'2788,"5"18"-2878,-10 10 0,-5 10-720,-3 30 1,3 15 1124,5 8 0,14 2 359,20-1 1,15-10-720,1-22 0,3-14-345,-4-27 0,-2-14 1,-3 18 659,4 43-1,-17 9 1,-2 13 0,-2 11 0,-3 4 0,-1-1 0,-2-5 276,-1-6 0,-2-1 0,-2 0 0,0-1 0,-1 2 0,2 1-293,2 3 1,2 8 0,1 2 0,-1-2 0,-3-8-1,-5-13 1,-6-17-241,-14-22 0,-9-18 0,-3-13 0,2-3 0,7 4-343,2-7 0,7-3 0,6-5-326,5 2 1,2-8-1,4-2 1,6 6 0,8 10 327,20 2 0,13 11 0,-4 10 1,6 1-1,1 3 0,-3 1 1,-3 1-1,-1 0 0,0 0 1</inkml:trace>
  <inkml:trace contextRef="#ctx0" brushRef="#br0" timeOffset="17335">16786 3810 8522,'-14'16'3276,"3"3"0,38-46-2192,-18-1 0,-3-7 1,3 0-1565,5-6 0,3-1 0,5 5-613,3 10 1,3 4 0,1 7 682,8 4 0,1 12 1,-2 17-1,1 10 1,-2-3-1,8-2 0,0 0 1</inkml:trace>
  <inkml:trace contextRef="#ctx0" brushRef="#br0" timeOffset="18347">17253 3651 6633,'11'-45'1638,"4"18"0,0 3 1638,-8 3-4701,-42 36 1560,7 9 0,2 9 165,2 8 0,2 8 0,18-9 734,32-10 0,13-10-854,-3-7 0,3-14 90,-3-17 0,1-12 0,-9 0-1395,-11-7 1,-9 15-2153,-7 42 3205,6 20 1,4 6-1,-3-13 1,4-5-1,13-11 1,0 1-1</inkml:trace>
  <inkml:trace contextRef="#ctx0" brushRef="#br0" timeOffset="19465">17697 3598 9152,'-7'-29'3276,"1"21"-2325,12 51-591,-3-15 0,1 1-270,1 3 0,2-1 1889,5 4-3239,-5-27 1260,-2-10 1709,0-6-2249,8-33 1,3-12 494,-2 17 0,1 1-630,7-13 1,4 14 1753,5 40-749,-17 25 0,-5 15 0,-2-1-555,3-1 0,0-4 719,-3-3 1,4-15-810,5-38 1,2-15 104,-3-9 0,0-8 0,0 4-420,3-3 1,5 10 988,3 17 1,-2 15 674,-11 32 1,-5 16-1485,0-7 1,1 2-1,-2-2-1189,0 1 1,-1-4 1153,5 7 0,-4-31 0,5 9 0</inkml:trace>
  <inkml:trace contextRef="#ctx0" brushRef="#br0" timeOffset="20168">18681 3598 7533,'-6'-43'3276,"-1"14"-1638,-9 7 0,-2 3 625,0 7-3478,-22 9 1,-3 14 809,22 15 1,6 8 1303,1 7 0,8 3-419,18-4 0,9 2 0,0-3 419,2 5 1,-9-3-945,-21 0 0,-13-6 45,-6-18 0,-6-7 0,-11 3 0,9-2 0,25-1 0</inkml:trace>
  <inkml:trace contextRef="#ctx0" brushRef="#br0" timeOffset="22382">3052 5821 7892,'-18'-20'3276,"8"-3"-255,2 29-4820,8 27 1889,0-8 989,16-30-1708,-28 1 179,24 27 1799,11-13 810,-5-4-3958,15-30 1349,-19 1 3059,12 33-2250,-11-10-3147,9-18 90,-26-23 2698,-6 33 0,-8 31 0,-3 7 0</inkml:trace>
  <inkml:trace contextRef="#ctx0" brushRef="#br0" timeOffset="24502">4322 5309 7533,'0'-17'2608,"-16"-17"-899,12 13 0,-12 3-1169,16 28-1,7 17 1,2 13-180,-6-2 0,-3 6 0,0 4 0,1 0-432,1-7 0,2 1 0,0 1 0,-1-1 0,0 0 319,-2 8 0,-1 0 1,0-2-1,-1-2-457,-2 3 0,0-2 1,1-14-511,0-15-180,-6-10 541,8-8-811,0-8 900,0 6 270,8-22 0,2 5 0,7-17 0</inkml:trace>
  <inkml:trace contextRef="#ctx0" brushRef="#br0" timeOffset="25202">4251 5345 7533,'-18'-36'1092,"20"3"0,9-6 0,6 5 546,19 9 0,8 5-584,-6-4 0,4 0 0,0 16-1234,-9 19 0,3 13 0,-1 8 0,-4 2 1,-10-2 119,-6 6 0,-11 2 0,-7 1 487,-6 3 0,-6 2 0,-6-1 1,-4-9-698,-12-6 0,-6-8 0,-1-6 120,-3-4 0,-1-5 1,18 0-3128,22 1 2730,45-8 1,-7 10 0,3 3 0,2 2 0,0 0 0</inkml:trace>
  <inkml:trace contextRef="#ctx0" brushRef="#br0" timeOffset="25832">4763 5874 9422,'-20'15'3276,"4"21"-5467,24 11 2101,-6-10 1244,-2-63 1,0-19-1095,-1 13 0,-1-2 0,3-1 46,4-11 1,2-2 0,5 4-1277,7-6 1,8 16 1169,17 34 0,3 16 0,-12-2 0,-2 5 0,1 15 0,1 1 0</inkml:trace>
  <inkml:trace contextRef="#ctx0" brushRef="#br0" timeOffset="26403">5242 5662 7533,'-24'-35'3276,"-12"15"-2756,6 29 1,0 14 138,10 10 1,4 11 0,8 0-420,11 6 0,9 0 0,9-21 1379,24-33 0,1-25-2009,-27 3 0,-7-6 1,0-4-431,1-2 1,0-5 0,-4 1 0,-10 4 272,-18-4 1,-10 4 0,9 22 0,14 57 0,40-13 0</inkml:trace>
  <inkml:trace contextRef="#ctx0" brushRef="#br0" timeOffset="27664">5746 5715 7263,'-22'-24'3276,"7"11"-2621,-5-9 1,-5 3-1061,-8 15 1,-2 12 224,-5 11 0,7 12 509,17 11 1,8 10 0,1-4-330,-9 0 0,13-6-30,33-14 0,15-5 0,-9-19 120,-18-42 0,-6-16-90,8 9 0,3-2 0,1 17-449,23 26 988,-31 30 1,-3 20 0,-3 8-1,0-2-105,-2-12 1,1 2 0,-1 1 0,-1 0 0,-2 1 0,-2-1-91,-2 3 1,0 3 0,-2 1 0,-4-4 0,-5-8 0,-8-10-503,-19-9 1,-12-14-1,-4-8 1,4-4 224,7-4 1,0-6-1,3-5 1,3-3-888,-1-7 1,0-6 0,8-1 0,17 5 553,28-9 1,18 12-1,-3 24 1,4 9-1,2 3 1,4 1-1,1 1 1,-1-1-1</inkml:trace>
  <inkml:trace contextRef="#ctx0" brushRef="#br0" timeOffset="28207">6042 5909 7533,'-19'16'3276,"6"11"0,8-5-1695,2-55 0,1-21-1221,-2 22 0,1-2-608,1-2 1,1-7 0,3 2-1,9 10-1146,25 6 0,8 11-245,-4 3 1,1 8 1485,-2 12 0,2 7 1,-6 2-1,-7 0 1,-7 3-1,-10 5 1,0-1-1</inkml:trace>
  <inkml:trace contextRef="#ctx0" brushRef="#br0" timeOffset="29048">6609 5697 8072,'-7'-19'3276,"1"-13"-525,6 13-2571,-11-1-720,-13 5 720,0 22 0,-2 9-225,-6 8 0,2 5 494,2 2 1,4 5 60,8-4 0,3 4 0,6-2-510,10 5 0,10-4 0,9-2 0,7-11 60,2-21 0,4-10 0,-3-7-330,-4-7 0,-3-7 0,-2-1 659,-1-1 1,-1-1 0,-6 2-615,-7-7 1,-7 15 673,-4 45 1,0 15-2089,11 7 1,6 2 1564,-3-13 0,1 0 0,4-7 0,7-4 1,1-12-1,-1-25 0,0 0 0</inkml:trace>
  <inkml:trace contextRef="#ctx0" brushRef="#br0" timeOffset="29813">6977 5715 7533,'-12'-45'3276,"5"17"0,2 52-3044,2 9 0,0 7 37,-3 11 1,5-8-719,16-26 359,-3-39 0,-2-17 90,1 6 0,-1-4 0,3 8-180,15-1 360,-14 56 0,1 11 314,5-12 1,4-9-585,4-18 0,1-14 210,-6-18 0,-4-14 0,1 9 824,0 12 1,-2 15-1260,-3 27 0,-1 15 315,-1 10 0,-2 8 0,-1-3 0,-3 2 0,4-10 0,23-11 0</inkml:trace>
  <inkml:trace contextRef="#ctx0" brushRef="#br0" timeOffset="30798">7938 5644 7533,'0'-35'3276,"-17"0"-1766,1 16 0,-5 3-1465,-13-6 0,-6 8-765,-10 21 1,6 14 989,20 5 0,14 7 629,18 5 1,15 7-1,2-3-270,-1-7 1,3-2 0,-4 1-540,-3 4 0,-4 1 0,-14-8-495,-23-11 0,-13-7-688,-1-4 1,-6-4 0,4-3 506,-3-1 0,11-8 0,18-25 1,39 23-1</inkml:trace>
  <inkml:trace contextRef="#ctx0" brushRef="#br0" timeOffset="31897">9119 5592 7533,'-7'0'1638,"-1"35"0,5 16 0,5-21 0,0 1-552,0 18 1,-2-18-1537,-8-64 0,0-24 630,8 19 0,1-1 0,4-2 224,1 2 1,1-2 0,3 2 0,6 7-465,11 6 0,5 7 0,1 7-1579,15 12 1,-1 12 1373,-2 6 1,-10 7 0,-22 4 0,-8 3-1,-3 4 1,1 1 0</inkml:trace>
  <inkml:trace contextRef="#ctx0" brushRef="#br0" timeOffset="32614">9611 5697 7443,'6'-27'1638,"14"12"0,5 4 1112,2 2-2330,5-1 0,7-3 0,-3-4-151,-4-8 1,-6-4-315,2-8 0,-15-1-810,-26 6 1,-13 9 1004,-5 23 0,-7 12 0,3 8 669,5 5 0,2 9 0,3 3 0,5 0-652,2 6 0,6 1 1,10 0-1261,12 5 1,10 0 0,7-12 682,14-13 0,7-14 1,-11-9-1,3-5 1,-4-3-1,4-7 0,-1 0 1</inkml:trace>
  <inkml:trace contextRef="#ctx0" brushRef="#br0" timeOffset="33514">10177 5627 7533,'-9'-33'1638,"-1"1"0,-8-11 1472,0 27-1671,-12 48-1529,12-14 0,-2 3 540,1 6 0,-1 6 0,5 1-361,5 2 1,3 1 0,6-2-180,2 11 1,12-14 223,24-37 1,6-19 105,-19 2 0,-3-4 0,-2-5-480,6-20 0,-3-5 0,-11 30-1199,-18 59 1596,-1-4 1,-3 8-1,-1 5 1,0 1 276,4-3 1,0 4 0,1 2 0,-1 1 0,1-2-1,-1-2 105,-1 1 1,-1-1 0,0-1 0,1-3 0,3-3-211,-1 5 1,2-3 0,11-17-740,22-33 0,14-22 1,-4 9-1,5 19 1,-6-3-1,-1 0 0,1 0 1</inkml:trace>
  <inkml:trace contextRef="#ctx0" brushRef="#br0" timeOffset="34582">10608 5556 7533,'-12'-25'3276,"-17"13"-2685,2 12 39,2 20 0,2 11-151,7 1 1,4 4 0,7 2-570,11 4 0,8 1 0,7-7 225,13-2 0,9-15-105,-1-20 0,5-11 0,-4-8 479,-8-14 1,-4-7 0,-2 18-2149,-2 31 1,-2 5 1629,13-9 1,-24 43-1,1-3 1,12-51-1,0 0 1</inkml:trace>
  <inkml:trace contextRef="#ctx0" brushRef="#br0" timeOffset="35747">11248 5627 7533,'-5'-35'3276,"3"-1"0,-3 9-2722,5 25-195,-3 20 1,0 15-1395,2 11 1,1 4-59,-1-14 1,1 1 0,1-2 740,-1 7 0,7-10 0,16-22 0,2-37 0</inkml:trace>
  <inkml:trace contextRef="#ctx0" brushRef="#br0" timeOffset="36831">11630 5556 7533,'-13'-10'3276,"1"42"-1721,7 6 0,3 4-881,0 3 1,4-17-1035,10-64 600,-7 6 0,-1-7 0,1-1-30,3-6 0,2-1 0,6 8 419,13 3 1,8 15-630,-5 23 0,3 11 0,-1 0 0,5 0 0,-2-3 0,-1-14 0,1 0 0</inkml:trace>
  <inkml:trace contextRef="#ctx0" brushRef="#br0" timeOffset="37668">11999 5715 11311,'-7'-20'1638,"30"0"0,14 1-758,-3 5 1,3-1-762,-1-4 1,3-5 0,-7-2-390,-2-14 1,-15 0-901,-22 10 1,-12 9 1349,-14 17 0,-7 16 912,3 14 0,-1 13 0,9 4 0,14 1 0,8 5 0,7-1-1837,8-2 0,8-1 0,7-11 745,6-19 0,6-8 0,-2-1 0,2 5 0,-10-9 0,-22-31 0</inkml:trace>
  <inkml:trace contextRef="#ctx0" brushRef="#br0" timeOffset="38002">11211 5256 7533,'-10'-27'647,"-1"0"1,24-17 0,28 32-1,-1-1 1</inkml:trace>
  <inkml:trace contextRef="#ctx0" brushRef="#br0" timeOffset="39431">13659 5380 7533,'-24'-20'3276,"5"36"-886,7 0-2300,4 24 0,4 16 0,10-17 2969,22-29-2970,-21 39 1,-2-10 30,11-61 0,5-28 0,-2 2 15,-4 4 0,-1 2-540,1-1 1,2 17 359,1 50 0,2 17 584,-3 2 1,4-4-360,9-8 0,3-18-180,-6-36 0,1-20 0,-4-3 329,-5 2 1,-3-1 0,2 5-330,10 0 0,-4 9 180,-10 11 0,-5 41 0,1 25 0,0 8 0,-1-10-1819,2-5 1,1-2 1507,0-2 1,2 4 0,0 0 0,0-7 0,2 2 0,1-9 0,19 1 0</inkml:trace>
  <inkml:trace contextRef="#ctx0" brushRef="#br0" timeOffset="40064">14570 5468 7533,'0'-30'1638,"0"-1"0,0-8 1638,-22 6-3179,-9 44 0,-3 17 802,6 9 1,8 8-930,8 1 0,6 4 0,16-10 539,24-20 1,16-12 0,0-3 239,-8 2 1,-1-3 0,-4-13-885,-5-18 0,-2-14 0,-8-5 0,-10 5-435,-15 6 0,-10 2 1,-4 1-524,-6-2 1,-5 1 0,0 8 436,-5 7 1,11 12-1,29 22 1,33 4 0</inkml:trace>
  <inkml:trace contextRef="#ctx0" brushRef="#br0" timeOffset="42014">15334 4780 7533,'-13'-29'3276,"7"44"-2450,2 16 1,2 12 0,2 3-683,2-8 0,3 5 0,0 1 0,0-1 0,0-3-234,-1 11 0,-1-4 0,1 0 450,1-1 0,1 0 0,-11-21-990,-32-38 300,5 8 0,-6 3 0,1 7 929,1 10 1,2 7 0,1 1-300,-2-2 0,1 2 0,10 4 29,14 11 1,10 5 0,10-6-60,21-2 0,15-12-293,-10-16 1,7-6-1,2-5 1,-5-4 262,2-7 0,-3-6 0,-1-3-91,4-5 1,0-3 0,-10-1-600,-13-8 1,-10 5 629,-3 11 360,-6 17-720,0 8-90,0 0 180,-6-8-810,5 6 1170,-5-14-1439,6 14 899,-10 34 450,9-2 0,4 7 0,3 0-315,5 12 0,8-4 405,12-2 0,8-16-181,-8-29 1,2-13 0,-3-7 180,-8-5 0,-4-9 0,-2-1 0,-1 4-540,12-16 0,-13 21 180,-15 30-1549,14 32 1,9 17 1463,-14-16 0,-2 1 0,8-7 0,22-6 0,6-15 0,-11-23 0,0 1 0</inkml:trace>
  <inkml:trace contextRef="#ctx0" brushRef="#br0" timeOffset="42785">16305 4886 6813,'-24'-18'3276,"5"24"-2184,10 18 0,4 15 0,1 4-437,1-3 0,0 4 1,0 3-1,2 0 0,-1-2-228,1-2 0,1-1 0,-1-1 0,2 1 0,-1 0-751,-1 4 0,1 2 1,0-1-1,1-4 0,0-9-1315,1 0 1,3-15 1467,11-29 1,-2-14 0,10-17 0</inkml:trace>
  <inkml:trace contextRef="#ctx0" brushRef="#br0" timeOffset="43398">16380 5539 7533,'-21'-20'1638,"36"5"0,14-1-546,2 2 0,5 1 0,-1-3 0,1-6 0,-1-3 0,-2-1-501,1 1 1,-1 0 0,-18 1-817,-30-8 0,-16 11-45,-12 23 1,-2 19 958,9 7 1,1 10-1,9 2-569,11-2 0,8 3 0,9-2-630,12 0 1,9-2-1,6-8-1129,13-8 1,4-10 982,1-8 1,-5-2-1,-12 1 1,-19 25 0</inkml:trace>
  <inkml:trace contextRef="#ctx0" brushRef="#br0" timeOffset="44098">17130 5345 7533,'13'-44'3276,"-1"7"0,-49 10-2954,8 30 0,-2 9 667,-13 12 0,8 7-359,23 5 0,15 3-301,14-10 1,9-1 0,2 1-150,3 2 0,2 0 0,-10 1 224,-9 7 1,-16-1-615,-16-12 0,-13-2 1,-1-4-884,2-5 1,-3-4 0,2-4 452,-10-2 0,17-2 0,35 5 0,20 2 0</inkml:trace>
  <inkml:trace contextRef="#ctx0" brushRef="#br0" timeOffset="61314">3316 7549 7533,'-18'-17'3276,"1"-9"0,7 15-2453,2-5-823,-15 24 270,1 33-360,-5-23-315,15 22 1,16-2-316,37-36 1440,-8-4-316,-18-21 1,-10-3 45,-27 2-1439,-9 54 809,33-2 0,12-3 2878,29-21-2113,-27-25 0,-9-3-945,-22 4-1079,-27 47 2698,58-11-1619,-26 4 360,20-5 0,-27-13 0,7 43 0,0 0 0</inkml:trace>
  <inkml:trace contextRef="#ctx0" brushRef="#br0" timeOffset="63187">4621 7091 8342,'0'-26'3276,"0"-17"-75,0 4-3651,0 65 0,0 32 0,0 3 229,0-22 1,0 3-1,0 1 1,0 0-1,0 0 203,1 2 0,-1 1 0,1 0 0,-1-1 0,-2-2-802,0 9 1,-2 4 0,0-12 0,-1-23 121,1-23 1,-4-14 0,18 6 0</inkml:trace>
  <inkml:trace contextRef="#ctx0" brushRef="#br0" timeOffset="64014">4568 7073 7533,'-21'-13'1638,"-1"1"0,1-8 1638,21-29-1638,21 31 0,11 5-1436,4 2 0,7 3 0,1 7-292,-7 7 0,3 4 0,-2 5 0,-8 5 779,-5 15 1,-8 7 0,-1-1-600,5-7 0,-1-1 0,-13 0-68,-23-2 1,-16 1-1,-3-3 1,5-8-383,6-7 0,1-6-1279,-11 1 1,5-2-1639,13-2 2457,24-3 1,9 8 0,11-2 0</inkml:trace>
  <inkml:trace contextRef="#ctx0" brushRef="#br0" timeOffset="64815">5071 7479 8432,'-34'-10'3276,"11"18"-1638,16 35 0,9 12-597,-3-23 1,2-1-98,-1 2 1,0-13-720,-6-41 0,1-17 254,7-4 1,5-6 0,-3 3-435,-9-1 0,3 3 584,21-3 1,6 14-360,-7 30-3547,23 2 0,-16 2 2621,-1 21 1,1 21-1,-13-12 1,0 0 0</inkml:trace>
  <inkml:trace contextRef="#ctx0" brushRef="#br0" timeOffset="65447">5415 7532 8702,'-7'-35'3276,"-4"-1"-1991,-11 44 1,-1 12-792,9 2 1,6 7-165,0 4 0,3 5 0,11-9 434,34-6 1,6-21-46,-24-25 1,-7-11-1440,4-7 1,-11-2 719,-22 0 0,-6 10 0,9 21 0,35 25 0,0-1 0</inkml:trace>
  <inkml:trace contextRef="#ctx0" brushRef="#br0" timeOffset="66447">5796 7620 7982,'0'33'3239,"11"5"37,-3-1 0,-6-67-3092,-8-1 1,-3-10 0,-1-2-203,3 6 0,0-3 0,0-2 0,0 1 0,1 1 332,-1-4 1,1 1 0,1 1 0,2 0 44,1 1 1,0-2 0,5 4 0,7 6 269,24-4 1,8 11-1440,-6 5 1,3 5-284,-1 6 1,2 5 0,-4 4-547,-7 7 1,-3 6 1169,1 7 1,-9 5 0,-22 2 0,-9 3 0,0 6 0,-1 0 0</inkml:trace>
  <inkml:trace contextRef="#ctx0" brushRef="#br0" timeOffset="66870">5710 7514 7533,'-45'0'3276,"26"-8"-1638,44-1 0,18 1-2216,0 1 1,4 2 577,-4 1 0,3 1 0,-5 2 0,0 4 0,-6 4 0,10 11 0</inkml:trace>
  <inkml:trace contextRef="#ctx0" brushRef="#br0" timeOffset="67502">6424 7408 7892,'0'-35'3276,"5"8"0,-15 1-2549,-13 29 0,-6 8-727,0 2 0,1 3 360,-4 6 0,12 3 719,37 7 0,13 3-494,-4 3 0,0 2-271,2 3 1,-12-1-945,-31-7 1,-13-6-1010,-10-12 1,-3-10 982,5-8 1,16-2-1,21 3 1,38 19 0</inkml:trace>
  <inkml:trace contextRef="#ctx0" brushRef="#br0" timeOffset="68615">8184 6879 7533,'-6'-35'1638,"3"68"0,-1 24 0,0-11 0,1 6-1681,3-12 0,-1 7 1,1 4-1,1 0 1,-1-2-1,0-7 13,1 5 0,-1-6 0,1 3-128,1 5 1,0 7 0,0-5 0,-3-17-2092,-4-17 2249,3-1 0,-3-45 0,5 2 0,0 1 0</inkml:trace>
  <inkml:trace contextRef="#ctx0" brushRef="#br0" timeOffset="68963">7950 7267 8072,'9'-41'1638,"9"17"0,8 1-546,1 6 0,6 1 0,4 2-1516,6 0 1,7 0-1,-1 2 1,-6 3 423,0 3 0,-3 0 0,3-2 0,1-3 0,-12-1 0,-16-8 0</inkml:trace>
  <inkml:trace contextRef="#ctx0" brushRef="#br0" timeOffset="69880">8492 7497 9332,'-14'-8'3276,"30"6"-2450,17-8 1,12-4 0,-1-1-797,-10 3 0,0 0 0,-3-4 60,7-9 0,-3-5 0,-20 7-719,-41 5 838,-9 27 1,-9 13 0,9 8 419,15 6 1,8 5 0,13 0-630,21-1 0,16-1 0,0-7 0,-9-8 0,1-5 0,3-7 0,8-17 0,-1 0 0,0 1 0,1-1 0</inkml:trace>
  <inkml:trace contextRef="#ctx0" brushRef="#br0" timeOffset="70532">9340 7373 7533,'-18'-16'3276,"-1"-3"-1638,-2 8 0,-4 2-1406,-5-2 0,-3 7-202,4 15 0,-2 9 0,4 3 89,1 3 1,4 2 0,10 3 509,14 8 1,12 3 0,6-12-900,9-15 1,6-12 598,5-10 1,3-10 0,-10-6 434,-8-29 1,-17 16-4042,-18 57 1638,-1 7 1,4 7 1467,7 7 1,6 4 0,7-12 0,9-19 0,6-11 0,11-16 0,0 1 0</inkml:trace>
  <inkml:trace contextRef="#ctx0" brushRef="#br0" timeOffset="71448">9673 7426 7533,'6'-42'1092,"0"0"0,-27 22 0,-6 12 546,1 26 0,0 11-546,2-6 0,0 3 0,6 2-1070,9 6 0,6 2 0,10-4-1661,21 0 1,13-15 545,0-20 1,3-13 0,-4-10 1341,-17-5 1,-3-8-1,-4-6 1,-1 0-1,0 3 570,1-2 0,-2 0 0,-2 2 0,-2-1-469,-4-2 0,-1-5 1,-2 11-1,-1 22 55,-5 49 0,3 26-441,8-19 0,3 7 0,3 1 0,4-3 0,1-10 36,8-6 0,4-8 0,2-3 929,1 0 1,1-3-1,-2-12-659,-5-23 0,-3-12 0,1 13-1909,13 24 1,-4 15 1269,-12 14 1,-3 5 0,9 3 0,2-16-1,11-48 1</inkml:trace>
  <inkml:trace contextRef="#ctx0" brushRef="#br0" timeOffset="72665">11284 7338 7713,'-7'-49'3276,"2"64"-1638,4 29 0,7 5-732,9-16 1,5-15-2546,8-44 1,1-17 1330,-6 15 1,-2-3 863,-2-22 1,-3-7-1,-7 32-646,-13 54 0,2 19 90,14-12 0,8 2 0,2-7 270,4-4 0,5-13 59,8-22 1,5-16 0,-5-4 749,-17 0 1,-4-3 0,5 11-1273,23 17 0,1 20 193,-22 15 0,-6 12 0,1 3 0,-2-6 0,-1 3 0,1-1 0,3-7 0,6-10 0,0 0 0,0 0 0</inkml:trace>
  <inkml:trace contextRef="#ctx0" brushRef="#br0" timeOffset="73735">12442 7303 7533,'-7'-46'3276,"7"11"0,-15 10-3494,-9 27 0,-5 9 173,-2 3 0,4 10 697,7 7 0,1 10 0,6 2 1,14-7-354,25-5 1,17-7 0,0-3 60,-7 0 0,0-4 0,-2-14-338,-4-20 1,1-14-1,-5-6 1,-10 1-353,-13-5 0,-12-1 0,-3 3-1309,-10-9 1,-6 14 1091,-11 26 1,64 29 0,20 5 0,-3-16 0,0 0 0</inkml:trace>
  <inkml:trace contextRef="#ctx0" brushRef="#br0" timeOffset="74982">13094 6685 7533,'-12'-27'1092,"13"52"0,7 28 0,-3 0 0,-4-13 0,-2 0 0,1 3-874,4 0 1,2 6 0,1 1 0,-1-4-1,-2-6-83,2 9 0,-10-14-1394,-40-17 1439,13-32 0,-5-4 119,4 13 1,-3 5 0,1 5 119,0 10 1,1 6 0,8 6 239,10 9 1,9 5 0,10-2-570,14-3 0,12-2 0,5-8-480,6-11 0,6-8 1,1-8 456,-5-4 1,2-7-1,-2-4 1,-6-4 1024,-3-10 0,-7-6 0,-6 0-2506,-1-8 1,-16 10-386,-24 24 2474,5 34 0,7 13-855,9 7 0,13-2-90,17-9 0,9-15 360,1-28 0,1-17 1002,-9-3 0,0-7 0,-6 6-212,-8 7 1,-2 11-2520,4 28 1,-1 15 1335,0 11 0,1 2 0,7-4 1,4-13-1,1-37 0,-1 0 0</inkml:trace>
  <inkml:trace contextRef="#ctx0" brushRef="#br0" timeOffset="75715">13967 6862 7533,'0'-28'1638,"0"1"0,0 46-819,-2 9 0,-1 10 0,-1 6 0,2 1-382,2-5 0,1 3 0,1 1 0,-1 1 0,2 0 0,-1-3-1093,-1 1 1,1 0-1,-1-2 1,3-1 0,1-1 599,5 6 0,1 3 1,3-9-1,1-21 1,5-28-1,1-15 1,2-7-1,0 0 1</inkml:trace>
  <inkml:trace contextRef="#ctx0" brushRef="#br0" timeOffset="76333">14115 7444 8432,'3'-36'1092,"23"23"0,13 4 0,-2-4 0,-8-4 0,-2-3 0,-1-2 0,10-3 0,1-3 0,-18 1-1104,-23-3 1,-15 7-79,-10 18 0,-8 12 0,2 7 1079,4 10 1,4 10-1,4 4-540,7-4 1,1 4 0,6 0 0,8-3-450,14-1 0,9-2 0,3-6-1394,5-2 0,6-9 1394,5-13 0,5-8 0,-6-2 0,6-9 0,-15 13 0,0 0 0</inkml:trace>
  <inkml:trace contextRef="#ctx0" brushRef="#br0" timeOffset="76852">14915 7320 7533,'9'-25'1638,"0"-1"0,-6-21 0,-24 29 0,-9 7 0,-7 10 0,-1 12-931,-6 15 1,14 10-528,31 0 0,14 3-60,12-6 0,9 1 0,-10 1 689,-15 6 1,-10 0-1080,-5-3 0,-11-4-823,-15-12 1,-12-6 0,3-3 436,-2-1 1,19-6-1,29-6 1,31-10 0</inkml:trace>
  <inkml:trace contextRef="#ctx0" brushRef="#br0" timeOffset="79264">3210 9137 7533,'-19'-10'2518,"-5"-6"1,22 7-540,-13-9-2159,13 16 899,-6 28-719,31 5 90,7-19 270,-17-42-540,-40 28 360,5 23 0,9 5 1439,26 2-629,3-11-2160,2-62 810,-38 43 1080,16 32 629,24-40-989,9 0-90,-35-25-2339,8 53-1208,14-13 1427,15-7 770,-15-24 1,-10 2 1529,-16 22-450,2 5 0,0 19 0,1 5 0,-3-3 0,0 0 0</inkml:trace>
  <inkml:trace contextRef="#ctx0" brushRef="#br0" timeOffset="80330">3298 9155 7533,'-17'-18'3276,"-9"-8"-1155,15 15-2571,11 19 540,4-3-90,27 11 0,-27-26 809,-12-15 45,-17 29 1,-3 11-1574,1 25 1169,36-29 269,5-26-674,13-7 0,-9-1-315,-45 1 0,-3 12 270,50 55 0,-10-35 0,39-5 0,0 0 0</inkml:trace>
  <inkml:trace contextRef="#ctx0" brushRef="#br0" timeOffset="93966">4898 8678 7533,'0'-17'989,"0"-9"2287,16-9-2054,-1 6-413,9 7 1,-7 2-1350,-22 9 120,-20 12 0,-14 9 1,0 2 598,6-3 1,0 1 0,1 4-113,-2 6 1,-3 4 0,5 4-1,12 0 233,14 6 0,11 2 0,6 2-264,3-4 0,7 2 0,2 2 0,-1-1 0,-5 0 413,-3 6 1,-5-1 0,-1 1 0,-2-2-780,5 11 0,-3-1 0,-15-11 330,-22-14 0,-14-9 0,2-9-1639,3-10 1,6-10 1142,-8-17 0,78 21 0,-7 18 0,0 0 0</inkml:trace>
  <inkml:trace contextRef="#ctx0" brushRef="#br0" timeOffset="94515">5267 8678 7533,'-17'-43'3276,"13"22"-2457,0 43 0,-1 31 0,1 11 0,1-7-215,1-8 0,3-2 1,0 6-1152,0-11 1,0 6 0,1 3 0,0-2 0,1-3 0,-1-8-1093,1 16 1,2-14 1252,7-11 1,-12-52 0,-6 3 0</inkml:trace>
  <inkml:trace contextRef="#ctx0" brushRef="#br0" timeOffset="94833">5144 9119 7533,'-23'-39'1092,"0"0"0,19 10 0,12 1 0,24 0 0,17 2 0,0 6-2185,-14 9 1,1 4 0,0 1 868,13-4 0,1 2 0,-13 10 1,-16 34-1,-31-9 0,0 1 1</inkml:trace>
  <inkml:trace contextRef="#ctx0" brushRef="#br0" timeOffset="95365">5538 9084 7533,'-26'-35'3276,"-8"47"-1638,13 22 0,10 10-1586,19 2 0,12 0-52,1 3 0,8-18 1019,7-43 1,7-23-1,-3 0-60,-13 12 1,-3 1 0,-1-2-1590,4-19 0,-5 18-1009,-11 45 1,-1 13 1489,7 7 0,4-2 1,-1-12-1,2-11 1,4-25-1,0-1 1</inkml:trace>
  <inkml:trace contextRef="#ctx0" brushRef="#br0" timeOffset="97198">6263 8661 7533,'-9'-29'1638,"0"1"0,2-13 752,19 88-2188,-8-14 1,0 9-1,-1 2 1,1-1-46,1-2 1,-1 0-1,1-1 1,-1 1-203,-1 3 0,0 1 0,-2-3 0,-3-6-180,-4-1 0,-4-15 225,-22-48 90,1 26 0,-4 6 359,6-4 1,3 6 449,0 20 1,10 9-675,13-4 0,12 0-315,13-6 0,9-3 0,4-6 30,8-10 0,6-9 0,-1-2 30,-2 4 0,-1-3 0,-3-8 345,-8-11 0,-2-8 0,-4-3 0,-9 4-136,-11-3 1,-10 1-1259,-8-11 0,-8 12 989,-22 39 539,23 21 1,11 10-450,12 0 0,11 1 150,0-7 0,5 1 0,1-5 299,4-4 1,1-5-585,2-6 1,-1-5 44,5-9-270,-7-31 809,-9 1 1,0-3-90,-4 2 0,-2 1-1080,11-13 271,1 71-406,-11-1 1,0 3 854,5-1 0,1-4 0,1 1 0,-4-28 0</inkml:trace>
  <inkml:trace contextRef="#ctx0" brushRef="#br0" timeOffset="98132">7113 8731 7533,'-18'-33'3276,"15"19"0,10 46-3228,-1 3 1,2 14-1,1 3 1,0-2-869,0-8 1,1-1 0,0 1 0,-1 1 163,-1 1 1,1 4-1,-2-1 1,-3-7 0,-6-13-1246,-15-7 3539,2-42 0,0-17-546,0 4 0,0-4 0,13 3 546,25-4 0,15 8-597,-2 13 1,6 4-1,-1 2-112,-1 2 1,0 1 0,-9-3-31,-3-18-899,-44-4-1639,-30 52 1,9 21 991,45-12 1,17 4-1,-2 2 1246,-7 4 1,-1 3 0,-2-3 1038,2 8 0,-8-3-3277,-15-10 1,-9-5 1548,-17-10 0,0-1 0,14 10 1,12 1-1,42 9 0</inkml:trace>
  <inkml:trace contextRef="#ctx0" brushRef="#br0" timeOffset="99532">8467 9049 7533,'-18'-45'3276,"15"49"-2184,-1 26 0,1 23 0,1 5-856,1-13 1,3 5 0,-1 2 0,1-2-1,-1-6 214,-1 8 0,0-4 0,0-27-1080,-1-51 0,2-28 935,1 20 1,0-7 0,2-3 0,1 0 0,4 2-180,3-5 0,2-4 0,3 2 0,3 10 0,4 17 443,11 19 1,5 15 0,-6 9-1,-4 17 1,-7 12 0,-11 1-510,-14 0 0,-11 1 0,-8-9-465,-14-8 0,-7-11-1234,-12-13 1,20-10 1169,70-15 1,0 16 0,7 4 0,-2 1 0,0 0 0,0 1 0</inkml:trace>
  <inkml:trace contextRef="#ctx0" brushRef="#br0" timeOffset="100220">9094 9102 7533,'-7'-47'1638,"4"14"0,1 1 1638,7-7-1013,-20 2-5540,-22 37 2932,6 13 721,0 14 1,-5 12-1,9-1 119,10-2 0,9 3-436,3 5 1,4 4 0,11-11-240,20-17 1,10-15 508,-1-14 1,4-12 0,-6-3 1308,-2-10 0,-10-1 547,-11-8-3824,-23 67 1,0 18-1,13 6 1,8 0 1169,-2-7 1,8-11 0,15-20 0,3-14 0,-14-15 0,0 1 0</inkml:trace>
  <inkml:trace contextRef="#ctx0" brushRef="#br0" timeOffset="100765">9561 9049 7533,'3'-30'1638,"0"1"0,9-12 1638,-9-2 0,1 27-2614,-29 20 1,-11 8-348,6-5 0,2 5-540,-1 22 0,11 7-45,21-8 1,9 2 538,2 4 1,2 3 0,-6-3-1799,-11-3 0,-7-4-110,1-2 1,-6-9 1304,-29-15 0,74-31 0,7 11 0,-1 0 0</inkml:trace>
  <inkml:trace contextRef="#ctx0" brushRef="#br0" timeOffset="101332">9955 9031 7533,'6'-39'1638,"-1"0"0,-13-10 1638,-22 31-1638,3 41 0,1 15-1021,7-5 1,8 4-198,9 2 0,6 3 0,4-5-330,4-11 0,1-1 179,11 17 1,-14-4-810,-53-20 1,-9-4-720,18 21 166,-5-27 1,-10-7 0,15-2 539,22-1 1,1-14-1,32 6 1</inkml:trace>
  <inkml:trace contextRef="#ctx0" brushRef="#br0" timeOffset="102464">10768 9066 8252,'-19'-21'1638,"10"39"0,5 13 0,7 16 0,11-6-552,9-27 1,3-12-727,5-27 0,-2-15-240,-12 7 0,-3-4 0,0 9-480,12 5 330,-13 43 0,1 20 0,3-8-240,14-12 0,5-15 1079,-2-19 1,2-15 0,-5-2-1,-7-3 1,-4-3-1,1 6-1574,2 4 1,-2 16-329,-10 37 1,-6 23 0,2 0-1,4-7 1,3 1 0,-1-3 545,-3-1 1,0-1 0,4-17 0,31-36 0,-19-24 0</inkml:trace>
  <inkml:trace contextRef="#ctx0" brushRef="#br0" timeOffset="102933">11654 9049 7533,'-2'-30'1638,"-1"1"0,-4-12 0,-17 36 0,-3 14-546,7 19 0,5 14 0,6 1-1010,5 0 0,5 0 0,12-13-37,29-14 0,7-22 794,-23-11 1,-5-11-1,-3-4-637,-3-5 1,-1-8-1,-7 1 1,-10 8-1842,-27-6 1,-11 15 1091,-1 19 1,10 14 0,37 37 0,19-25 0,0 0 0</inkml:trace>
  <inkml:trace contextRef="#ctx0" brushRef="#br0" timeOffset="104281">12466 8237 7533,'-40'20'1092,"32"7"0,5 10 0,1 3-273,-6-2 0,0 3 0,0 3 0,4 1-847,5-4 0,3 4 1,2 1-1,0 0 1,1-2-1,-2-5 178,1 12 0,0-4 0,0-4-240,7 17 0,-8-24-180,-22-53 0,-8-13 405,-11 4 0,-4 1-90,9-5 0,-1 11 434,-6 28 1,-4 15 0,11 6 15,16 11 0,11 6 44,2-2 1,3 4 0,11-8-151,9-12 1,7-6 0,5-8-660,14-9 0,6-10 0,-5-10 30,-11-8 0,-4-9 1,-4 0 419,6-14 0,-12 14-990,-20 29 855,3 25 0,7 14 15,9-10 0,8-1 0,3-10 150,5-12 0,4-10 0,-2-8 217,-6-5 0,-1-8 0,-2-3 1,-3 2 1011,6-14 0,-8 8-2968,-7 22-110,-5 44 1,0 17 1406,0-17 1,4 0 0,3-6 0,15-8-1,5-11 1,-2-18 0,0 1 0</inkml:trace>
  <inkml:trace contextRef="#ctx0" brushRef="#br0" timeOffset="105066">13389 8467 7533,'-19'-40'3276,"7"56"-2457,9 18 0,4 18 0,3 7 0,-1-4-164,-2-15 0,0 1 1,1-1-1,0 1 0,0 1-894,1 7 0,1 3 1,1 1-1,0-4 1,1-5-855,3 1 1,0-4 0,4-10 272,14 1 1,3-56 0,-12-5 0</inkml:trace>
  <inkml:trace contextRef="#ctx0" brushRef="#br0" timeOffset="105566">13549 9137 7533,'18'-45'1638,"18"25"0,3-3-546,-18-16 0,-5-6 0,-10 23 2184,-33 63-3198,7-67 0,-2 1 416,-3 46 1,-5 25 0,5 7 0,17-12-765,27-9 0,15-5-823,5-4 1,7-2 0,-3-5 623,-1-2 1,0-10 0,1-14 0,2-8 0,-9-1 0,2-10 0</inkml:trace>
  <inkml:trace contextRef="#ctx0" brushRef="#br0" timeOffset="105999">14165 8996 7533,'-32'-32'1092,"1"1"0,4 19 0,3 12 0,11 25 0,7 16 0,7-1 546,21 5 0,-2 0-546,-24-5 0,-8 1 0,0-6-4369,-3 4 2621,-29-20 1,-2-5-1,20 2 1,65-6 0</inkml:trace>
  <inkml:trace contextRef="#ctx0" brushRef="#br0" timeOffset="114886">3334 10742 7533,'-28'-8'3276,"3"-2"-1245,7 16-952,1 14-899,15 25-360,11-8 180,11-19 0,-10-36 1619,-44 5-1529,25 28-1169,50-13 2428,-6-19 1927,-33-21-2684,-29 19-592,15 44 0,53-1 0,-1-24 0,0 1 0,0 0 0</inkml:trace>
  <inkml:trace contextRef="#ctx0" brushRef="#br0" timeOffset="115919">4727 10319 7533,'-8'-18'1889,"-1"0"989,-1-7-2068,2 13 1528,16 36-2248,-5 5 0,-1 12 0,0 7 0,-1 2 0,1-5-306,0-5 0,0 0 0,0-1 0,0 1 1,-1 1 110,1 1 0,0 4 0,-1 0 0,0-2 0,1-2 0,-2-7-1334,0 25 0,0-28-1838,8-69 2889,2-8 0,-5 4 0,0 2 0,3 1 0</inkml:trace>
  <inkml:trace contextRef="#ctx0" brushRef="#br0" timeOffset="116454">4692 10248 7533,'-4'-34'819,"0"-1"0,0 0 0,-2 3 0,6 4 819,19-6 0,11 11 0,11 26 0,5 17-2235,-11 1 1,2 6-1,0 2 1,-2-4 625,-3-5 1,-1-1 0,-4 5 95,-2 8 0,0 7 0,-8 0 0,-13-6-695,-22-4 1,-15-6-1,-2-1 0,-2 1 1,-4-3-1,1-2-523,2 1 1,1-2 0,2-6-58,-12-12 0,18 0 1150,63 25 0,3-9 0,-4 6 0,-1 0 0</inkml:trace>
  <inkml:trace contextRef="#ctx0" brushRef="#br0" timeOffset="117183">5119 10707 6543,'-12'-18'3276,"-1"40"-615,6-14-1842,3 20 0,2 19 0,2 2 0,1-15 1482,4-10-1132,8-36-1319,-6-16 0,0-14 0,4 0-670,5 5 1,5-2 0,3 2 0,1 9 477,16 2 1,1 15 0,2 20-1,-4 11 1,-15 2 0,-1 0 0</inkml:trace>
  <inkml:trace contextRef="#ctx0" brushRef="#br0" timeOffset="117717">5611 10707 8162,'-33'19'1092,"-1"1"0,1 9 0,9 7 0,21 7 0,11 5 0,9-16 546,16-27 0,4-16-121,-11-9 1,-6-11-2611,-8-3 1,-4-5 0,-9 1 623,-10-1 1,-7 2 0,2 17 0,5 22 0,35 6 0,0 1 0</inkml:trace>
  <inkml:trace contextRef="#ctx0" brushRef="#br0" timeOffset="118632">6005 10830 8252,'-13'28'3276,"13"-18"-1638,2-29 0,-2-19-1060,-4 0 1,-4-10 0,-1-5-1,-1 1 1,3 7-369,1 3 0,0 4 0,0-5-16,-2 2 1,-4-7 0,0-3 0,2 2 0,5 5 0,7 9 30,19-4 0,9 9-76,-7 5 1,2 1 0,6 6-970,4 10 1,5 6 0,1 5 0,-5 4-274,-5 9 1,-3 5 0,-1 1 682,4-1 0,0 1 1,-15 2-1,-29 17 1,-19-2-1,-1-15 0,-1-1 1</inkml:trace>
  <inkml:trace contextRef="#ctx0" brushRef="#br0" timeOffset="118866">6005 10513 7533,'-13'10'1638,"39"-9"0,20-2-1311,-7 0 1,3 0 0,1 1-1,3 1 1,1 1 0,-3 2-1,-11 3 1,0 0 0,0-1-1</inkml:trace>
  <inkml:trace contextRef="#ctx0" brushRef="#br0" timeOffset="119431">7186 10142 7533,'-32'-4'1092,"20"26"0,5 14 0,3 4-437,2-3 0,1 4 1,3 2-1,1 2 0,0-3-1311,2 0 1,2 0-1,1 0 1,0-2 0,0 0 515,-2 8 0,0 3 1,1-9-1,4-20 1,19-34-1,-28-35 1,0 0-1</inkml:trace>
  <inkml:trace contextRef="#ctx0" brushRef="#br0" timeOffset="119665">7100 10548 7533,'-33'-35'1638,"42"13"0,15 1-2321,5 5 1,9 3-1,3 0 1,-3 2 292,-4-1 0,-1 2 0,4 0 390,2 1 0,7 0 0,0 0 0,-4 2 0,-11 2 0,4 3 0,4-2 0,0 0 0</inkml:trace>
  <inkml:trace contextRef="#ctx0" brushRef="#br0" timeOffset="120169">7569 10672 8972,'14'-20'1638,"21"8"0,7 0-578,-2-6 1,-1-5-522,6-7 1,-20 3-360,-56 13 0,-19 11 225,6 16 0,-1 13 14,5 3 1,0 7 0,17 3-720,22 0 0,13 3 0,9-8 300,9-10 0,8-7 0,0-3 0,-4-1 0,1-2 0,-1-5 0,9-10 0,0 0 0</inkml:trace>
  <inkml:trace contextRef="#ctx0" brushRef="#br0" timeOffset="120734">8159 10636 7533,'-15'-25'1638,"0"-1"0,-11-5 0,2 13 0,-4 10-552,-10 34 1,2 13-548,7-9 1,6 5-600,9 5 0,6 5 0,12-11-300,24-14 1,9-14 808,7-23 1,-2-11 1188,-16 4 0,-6 5-4915,-3 11 220,-42 25 1964,28 17 1,13 11 0,4-14 545,19-21 1,7-6 0,3-8 0,-12-21 0,1 1 0</inkml:trace>
  <inkml:trace contextRef="#ctx0" brushRef="#br0" timeOffset="121383">8417 10707 7533,'-2'-36'1092,"0"0"0,-1 0 0,-35 36-625,33 25 0,10 13 0,3-1-422,7 14 0,7-20 427,0-42 0,4-21 1,1-8-1,-4 0-23,-1-2 1,-4-3 0,-1-3 0,-2 1-199,-2 0 1,2-7 0,-3 3 0,-5 12 0,-8 22-1421,-25 44 921,24 9 1,8 14 0,5 4-1,-1-4 922,-3-8 1,0 0 0,2-4 0,7-7 449,25 6 1,3-23-1080,-15-30 0,-5-13-90,-6-19 0,-2 16-1594,2 66 1,2 20 1605,0-22 0,1-1 0,6 13 0,3-10 0,-3-33 0,-1 0 0</inkml:trace>
  <inkml:trace contextRef="#ctx0" brushRef="#br0" timeOffset="122286">9955 10425 7533,'0'-36'3276,"-27"9"-2081,-9 15 0,0 14-430,16 31 0,13 14-196,9-6 1,7 4 0,0 1-76,-2-6 1,2 2 0,-2-1-1,-4-6-2133,-5 7 1,-4-9-1639,-5-11 3042,-1-42 0,8-11 0,26 8 0,17 1 0,3 2 0,-5 3 0,0 1 0,0-1 0,0 0 0</inkml:trace>
  <inkml:trace contextRef="#ctx0" brushRef="#br0" timeOffset="122715">10288 10142 7533,'-21'-15'3276,"5"-17"-2621,13 48 0,4 21 1,2 12-1,2 3 0,0-6-1475,3 3 1,3 0 0,0-2 0,-6-2-274,-4 7 1,-5-4 0,-6-10 4368,-26-7-2184,20-57 0,4-24 0,9-2-273,9 14 0,6-3 0,5 2 0,7 7-784,7 5 1,8 6 0,3 4-1,0 3 1,0 4 0,1 3-1,0 3 1,-1 2 0,5 5-1,1 0 1,0 0 0</inkml:trace>
  <inkml:trace contextRef="#ctx0" brushRef="#br0" timeOffset="123531">10669 10636 7533,'-15'-29'1638,"1"-1"0,-13 5 1638,-19 41-2999,28 23 0,18 6-637,25-19 0,15-5 0,-1-11 585,1-18 0,2-12 594,-9 5 0,4-5 0,-2 1 0,-7 3 402,7-8-2860,-21 50 1,2 15 1382,9-6 1,5 0-1,3-7 1,7-9-1,2-15 1,-6-26-1,0-1 1,0 0 0</inkml:trace>
  <inkml:trace contextRef="#ctx0" brushRef="#br0" timeOffset="124753">11407 10072 7533,'-18'-24'1092,"12"46"0,4 23 0,3 2-273,2-11 0,1 2 0,1 1 0,1 1-703,0 9 0,1 4 0,0-2 0,0-6-71,9 13 0,-12-22-945,-49-56 1529,2 7 1,-5 7-90,8 13 0,-1 8 0,5 4-136,0 8 1,14 7-195,21 4 0,13 7 0,9-11-510,13-15 0,11-10 0,2-7 12,-7-5 0,3-4 0,1-3 1,-1-4-1,-5-1 400,-2-5 1,-3-3-1,-2-3 1,-2-1 471,3-5 1,1-5 0,-7 4-1,-16 7-2652,-37 1 1393,10 40 0,4 15 555,6 4 0,6 6 1,3-3 74,4 10 0,11-13 90,22-27 0,3-14 584,-2-19-179,-13 8 0,-3 9-1710,-7 44 1260,17-15 450,13-22 1188,-23-24 0,-2-7-1162,-3 6 0,-3 13-3753,-6 33 1638,4 6 1,1 3-1,-8 9 1,3-13 1532,23-41 1,2-21 0,-24 10-1,-4-6 1,1-2 0,5-8 0,0 0-1,0 0 1,0 0 0</inkml:trace>
  <inkml:trace contextRef="#ctx0" brushRef="#br0" timeOffset="125216">12319 10213 7533,'0'-31'1638,"0"50"0,0 18-819,2 1 0,0 7 0,1 4 0,1-2-1639,-1-2 1,0 0 0,1 0 0,-1-2-274,2 10 1,0-3 0,-2-14 3792,-3-18-1608,-8-35 0,-6-21 0,1-1 0,4 5 0,2 0 0,4 0 0,2-1 0,4 1 0,6 3-2363,22-7 0,9 7 866,-9 13 0,2 3 405,4 6 0,3 2 0,-6-2 0,6-19 0,-2 10 0,0 1 0</inkml:trace>
  <inkml:trace contextRef="#ctx0" brushRef="#br0" timeOffset="125914">13045 10425 9871,'-31'-23'1638,"1"1"0,-5-6 0,-12 19 0,-6 10-1394,21 8 1,0 6 0,3 2 205,-13 12 0,11 7 314,22 11 1,16 4-406,11-14 1,8-1 0,1-3-585,6 1 0,-11-1-1304,-34 5 0,-15-4-110,3-17 1,-4-5 982,-17 7 1,16-2-1,53-7 1,23-12 0</inkml:trace>
  <inkml:trace contextRef="#ctx0" brushRef="#br0" timeOffset="129581">3263 12118 7533,'-43'0'1638,"19"29"0,3 5 1638,-1-11-3089,24 20 0,14-5-1177,33-42 765,-9-14 1,-9-8 1933,-33-19-630,0 2-585,-30 64 1,5 17-945,40-13 1,9-1 719,-8 3 0,2-11 494,25-42 1,-12-18-46,-40 22 1,-7 1-675,6-16 0,0 13-45,-12 52 0,13 10 0,39-32 0,15-6 0,0 9 0,0-1 0,0 1 0</inkml:trace>
  <inkml:trace contextRef="#ctx0" brushRef="#br0" timeOffset="131182">5046 11730 8792,'0'-20'3276,"5"-11"-346,2 11-2750,-28-7-900,-6 22 1,-11 8 0,1 5 898,-8 4 1,0 7 0,11 11 233,21 1 1,7 9 0,5 4 0,2 1 0,0-2-378,0-2 0,3 0 0,0 0 0,0 0 0,-2 1 521,-2 7 1,0 3 0,-2-1 0,-2-4-1,-4-9-1007,-8 6 1,-11-13 449,-14-16 0,-9-10 0,17-12 0,31-38 0,36 38 0,0-1 0,0 0 0</inkml:trace>
  <inkml:trace contextRef="#ctx0" brushRef="#br0" timeOffset="132398">5452 11712 7533,'-25'-33'1638,"22"55"0,3 21-1315,0-7 1,1 11-1,1 5 1,-1 2-1,1-3 1,1-5-257,2-1 1,1-2-1,-1-3 1,-6-2 1024,-17 11 0,-7-4 0,19-17-617,42-27 1,10-22 303,-29-21 1,-7-16 0,9 19 269,14 30 1,8 14-1,-6 7-2688,-1 14 1,-11 9-1,-19 3 1,2-6 2653,24-26 1,11-11-1,-1-2-610,-2 2 0,1-3 104,3-5 1,5-2 0,-7 9-2149,-11 15 1,-4 8 1442,-1 8 0,1 6 1,1-3-1,14 5 1,4-13-1,-9-29 1,0 1-1,0 0 1</inkml:trace>
  <inkml:trace contextRef="#ctx0" brushRef="#br0" timeOffset="134048">6534 11695 7533,'-6'-25'1638,"0"1"0,0-2 303,11 8-1312,1 43 1,2 19-450,-2-1 0,0 7 0,0 0-203,1-8 1,0 1-1,-1 0 1,-2-4 112,-2 13 0,-7-8-900,-19-3 585,-10-50 0,-6-4 450,-1 28 0,3 12 449,0 0 1,13 8-195,24 4 0,13 5 0,9-7-480,8-12 0,9-6 0,4-4-90,-6-5 0,4-1 0,2-3 0,0-3 0,-3-6 202,6-8 1,0-8-1,-3-4 1,-5 0 366,3-4 1,-5-3 0,-10-4-570,-10-6 0,-8-4 0,-12 7-945,-17 7 1,-7 13 44,3 16 1,3 12 1828,11 22 1,10 15 0,6-2-526,10 1 1,9-4-75,-1-9 0,5-1 0,2-15-150,16-31 0,-1-14-270,-14 8 0,-4 1-899,2 4 854,-12 35 0,0 7 809,3-7 1,4-10-375,5-26 0,5-15 0,-4 0 554,-6 6 1,-1-1-1125,7-15 0,-3 16-1259,-11 44 0,-2 16 1619,0-4 0,0 4 0,1-4 0,8 4 0,1-5 0,-2-7 0,-1-1 0</inkml:trace>
  <inkml:trace contextRef="#ctx0" brushRef="#br0" timeOffset="135248">7851 11606 7533,'0'50'546,"1"0"0,-1-1 0,3-9 0,1 0 0,1 1 0,0 3-133,2-3 0,2 4 1,0 2-1,-1-1 1,-2-4-1,-5-6-548,-9 24 1,-9-26 2832,-13-58-2428,7-2 0,-2-7 0,17 4-315,35 5 0,18 5 607,-6 4 0,5 1 0,3 0 0,-4 2 487,1 2 1,-3 1 0,-3-5-1260,-2-12 0,-4-5 0,-21 11-1429,-41 17 1,-10 14 803,18 10 0,11 7 1554,23 3 1,14 6-1,6 2 1,-4-3-31,-4 4 1,0-2 0,-1 0-181,7 3 1,0 0 0,-19-7-2149,-31-10 1,-13-3 1501,-10 1 1,5-1 0,19-2 0,35-3 0</inkml:trace>
  <inkml:trace contextRef="#ctx0" brushRef="#br0" timeOffset="136398">9377 12118 8342,'-25'-33'1092,"0"-1"0,-15 27 0,-2 3-616,6-22 0,1 8-409,4 31 1,-5 13-1,6 7 1,15-3 22,22 3 0,17 2 0,-1-3-1,-2 13 1,5-15-30,1-37 0,5-15 0,-3 4 525,-3 5 0,-4 12-388,-6 22 1,-2 17 0,-2 10 0,-4 4 0,-3-3 296,-4-7 1,-3 2 0,-3 0 0,-1 2 0,-2-1-1,1 0-165,1 7 1,1 5 0,-1 0 0,-3-5 0,-5-10 0,-6-16-263,-14-15 1,-7-14-1,-2-10 1,5-5-878,3-9 1,2-9-1,6-5 1,8-2-11,7-5 1,6-5 0,9 2 0,10 11 454,17 11 1,12 10 0,2 4 0,-3 3 0,2 4 0,-3 3 0,0 6 0,0 0 0</inkml:trace>
  <inkml:trace contextRef="#ctx0" brushRef="#br0" timeOffset="136766">9550 12435 7713,'22'-17'3276,"5"15"0,6-4 0,-4 14-2184,-20-40 0,-8-23 0,1 1-783,1 14 0,0 2 1,8 2-1130,14 3 1,8 0 0,4 3 0,-3 4 454,7-8 1,3 16 0,-7 23 0,5 14 0,0 3 0,-5-2 0,2 3 0,0-1 0</inkml:trace>
  <inkml:trace contextRef="#ctx0" brushRef="#br0" timeOffset="137598">10423 12153 7263,'-21'-36'1092,"0"0"0,11 11 0,-2 5 546,-13 3 0,-4 10-1361,0 21 0,0 11 112,-4 3 1,-1 4 0,7 4-300,7 4 0,8 2 0,15-8-300,23-14 0,15-8 0,-1-7 570,5-11 0,1-11 449,-11-5 1,4-7-1,-4 3 1,-12 16-2609,-13 24 1799,15 6 0,8 7 0,-4 1 0,-14 9 0,2-4 0,24-22 0,0 0 0,1 1 0</inkml:trace>
  <inkml:trace contextRef="#ctx0" brushRef="#br0" timeOffset="138582">10977 11589 7533,'-13'-36'1638,"0"1"0,12 12-1889,2 50 1,2 30 0,2-4 250,5-19 0,0 4-15,-5 3 0,-1 12 0,0 5 0,0-1 0,-2-7 0,0-15 1154,1 5-2039,-10 4 1,-14-4 1991,-9-32 0,-9-8 0,6 6-502,9 14 1,8 7-681,3 15 0,16-2-120,25-19 0,17-8 1,-1-8 1301,-2-12 0,1-10 0,-5-2-1214,1-9 0,-5 9 122,7 39 45,-9 0 0,5-5 344,-6-20 1,2-9 0,-1 1-330,2 7 0,1 0 0,-7-9 1032,-2-29 0,-9-11 0,-9 29-140,-16 61-952,18-5 0,8 4 0,0-2 0,-1-3 0,3-1 0,13 2 0,1 1 0,0 0 0</inkml:trace>
  <inkml:trace contextRef="#ctx0" brushRef="#br0" timeOffset="140153">12023 12206 7533,'3'-38'1638,"0"0"0,-2-5-83,-5 9 0,-8 11-1735,-15 29 0,-8 16 0,4 3 810,3 4 0,7 4-570,6 1 0,4 4 0,14-10-690,34-10 0,13-14 720,-8-10 0,-5-6 1349,0-11-1978,-30 52-91,15-5 0,10-11 450,0-29 0,4-19 0,2-6 1,-1 8 239,3 14 0,1 4 0,-5-12 119,-17-2 1,0-11 0,-3-5 0,-1-5 0,-1 1 0,-3 2 0,-1 6 0,-3 9 809,-1-5 1,-4 5-1260,0-18 0,-4 18 701,-3 46 1,-3 21 0,-1 14 0,1 4 0,3-6-289,1 0 1,3 2 0,1 1 0,2 0 0,3-1-216,1 3 0,0 3 0,4-2 0,3-7 1,7-9-259,13-6 0,7-11 0,0-12 300,5-16 0,1-12 0,-10-9 270,-11-9 0,-10-7 0,-9 5-510,-11 4 0,-9 15 1079,-23 42 1,4 22 89,29 4 1,18 2-1993,7-14 1,10-3 0,1-5 623,11 2 1,-1-16 0,-10-25 0,-14-4 0,-46 8 0,0 1 0</inkml:trace>
  <inkml:trace contextRef="#ctx0" brushRef="#br0" timeOffset="140366">12442 11906 7533,'17'-23'1092,"0"-1"0,15 1 0,11 5-840,-2 13 0,9 5 0,5 3 0,-1-1 0,-7-4 0,4-6 0,-4-3 0,0 1 0,-6 4 0,0 1 0,0 0 0,0-1 0</inkml:trace>
  <inkml:trace contextRef="#ctx0" brushRef="#br0" timeOffset="141931">14128 12065 7533,'12'-27'3276,"6"-15"0,-10 21-2280,-27 1 1,-12 7-1267,-9 18 0,-6 11 427,9-5 1,-5 2-1,-1 4 1,5 5-107,4 10 1,2 7-1,3 2 1,0-4 8,-6-5 0,2-3 0,11 6 209,16 4 1,7 7 0,9-3 0,7-12-840,13-17 0,10-12 1,2 3-251,-3 8 1,2 3 0,1 0 0,-3-6 350,4-6 1,-1-5 0,-2-2 0,13-2 0,-12-6 0,-22-8 0</inkml:trace>
  <inkml:trace contextRef="#ctx0" brushRef="#br0" timeOffset="143003">14534 12241 7533,'6'-37'1092,"0"0"0,-7 1 0,-7 5 2184,-24 4-2999,-5 20 0,-6 12-367,9 12 0,0 10 0,7 3 659,6 3 1,7 3 0,9 1-1050,15 12 0,13 1 1,6-14 254,7-19 0,3-16 554,-5-11 1,0-9 0,-9-7-150,-16-6 0,-8-7 0,-4-3 0,3 2 419,4-5 1,1 1 0,5 6 254,5 5 1,7 11-181,20 20 1,2 18-615,-24 6 0,-5 9 0,-2 4-353,-3 1 1,-2 4 0,-1 1 0,1-3-68,-3 1 0,1-1 0,9-11-585,29-10 1,6-21 2036,-22-18 0,-3-13 0,0-2-273,-1 5 0,1-5 0,-1 4 0,-3 10-714,11 5-1198,-11 46 1,0 23 0,-2 0 682,-5-14 0,-1-1 1,4-2-1,10 8 1,4-3-1,-2-18 0,14-40 1</inkml:trace>
  <inkml:trace contextRef="#ctx0" brushRef="#br0" timeOffset="143915">15482 12188 9781,'-14'32'1638,"13"15"0,7 0 1023,3-18-2841,9-74 180,-12 13 0,-1-6 494,-3-5 1,-2-8 0,4 3 0,8 13-450,15 17 0,10 9-865,0 2 1,7 2 0,1 2 0,-4 2 409,-4 4 0,-4 2 1,2 3-1,14 3 1,2 4-1,-20 0 0,-29 3 1</inkml:trace>
  <inkml:trace contextRef="#ctx0" brushRef="#br0" timeOffset="144582">16022 12065 7533,'-17'-39'546,"0"0"0,-1-1 0,14 62 0,5 25 0,1 10 0,-3-10 1092,-8-3 0,-1 2-983,5-1 0,2 12 1,-1 1-1,-3-11 0,-5-21 2621,-37-36-4369,55-13 1,16-9 0,6 3 704,2 11 0,6 3 0,4 1 0,-1-3 934,-4-3 0,1-1 0,2-3 0,-1 0 0,-2 1 0,-2 1 29,5-2 0,1 0 0,-8 1 1,-15 2-1026,-27-12 1349,-6 64 1,7 24-1720,20-18 1,11 5 0,4 0 0,-2-2 454,-3 6 1,0-2 0,8-7 0,9-12 0,7-4 0,0-5 0,-10-7 0,2-9 0</inkml:trace>
  <inkml:trace contextRef="#ctx0" brushRef="#br0" timeOffset="144719">16835 12594 7533,'-37'-19'1092,"28"34"0,6 24 0</inkml:trace>
  <inkml:trace contextRef="#ctx0" brushRef="#br0" timeOffset="170482">26839 2840 11311,'6'-10'1799,"-5"2"-1170,10 0 2070,7-9-2519,-8 5 539,6-4-2428,-59 8 1349,21 7 60,-9-1 0,-9 2 1,-1 2 568,-3 4 1,-1 4 0,3-1-270,-7-4 0,0 4 315,11 4 0,-4 4 0,3 3 0,15 0 404,14 23 60,20-5 1,10 7 0,6-2-938,-3-14 1,4-2 0,3 0-1,1 2 122,1 2 0,2 4 0,2 0 0,-2-2 0,-2-3 66,6 1 0,-2-4 0,-9 5 659,-9 15 1,-9 6 0,-13-10-645,-16-12 0,-11-7-45,-7 0 0,-7-1 0,0-7 30,7-9 0,1-6 0,-1-3-1123,-1-5 1,1-4 0,5-1-547,6-1 1,7-1 1207,9-2 1,34 16 0,10 0 0</inkml:trace>
  <inkml:trace contextRef="#ctx0" brushRef="#br0" timeOffset="173865">25658 3863 7083,'0'-20'1529,"0"5"0,6 7 180,0-2-1079,1 0-1620,-50 18 1035,5 11 0,-8 5 63,14-10 0,-3 0 0,-3 2 0,-2 1 0,-2 3-63,4-1 0,-3 3 0,-2 2 0,-1 2 0,-1 0 0,0 0 0,1 0 0,2-1-46,3-3 0,0 0 0,1-1 0,0 0 0,0 1 0,-1 2 0,0 1 0,-3 2 61,6-2 0,-3 2 0,-1 2 0,-1 1 0,0 1 0,-1 1 0,1 0 0,0 0 0,1-1 0,2 1 0,1-2 0,3-1-123,-4 5 0,3-2 0,1-1 0,2 0 1,0 1-1,0 0 0,0 2 0,-1 1 126,2-1 0,-1 0 0,0 2 0,0 1 0,0 0 0,1 1 0,-1 0 0,1-1 0,1 1 0,1 0 76,-1 1 1,1 1 0,0 0 0,1 1 0,1-1 0,0 0 0,0-1 0,2 0 0,-1-1-25,-1 4 1,1-2 0,1-1 0,0 1-1,1-1 1,0 0 0,-1 1-91,0 0 1,-2 3 0,0 0 0,1-1-1,2-2 1,1-2 0,5-4-56,-5 9 0,6-5 0,2-4-420,2-1 0,4-7-2827,9-10 0,0-16 3039,5 0 0,13-31 0,8-9 0</inkml:trace>
  <inkml:trace contextRef="#ctx0" brushRef="#br0" timeOffset="174649">22976 5874 7533,'-19'-28'3276,"6"11"-256,8 32-2601,3 21 1,3 14 0,0-4-375,-1-12 0,0 2 27,-1 3 0,0 9 0,0 4 0,1-2 0,3-8 437,3-2 1,2-5 0,0 2-128,-4 1 0,0 3 1,1-1-1,3-8 562,12 4 1,3-17-136,3-30 1,1-15-510,-2-5 0,1-7 0,2-3-876,-2 8 0,3-3 1,1-1-1,-1 2 1,-3 2-518,2-6 1,-1 4 0,1-1 272,2 4 1,5-2 0,-4 3 0,-11 6 141,-9-4 0,0 11 0,-24 20 1</inkml:trace>
  <inkml:trace contextRef="#ctx0" brushRef="#br0" timeOffset="175682">22545 7126 7533,'-19'-18'3276,"1"1"-2569,17 37 0,7 19 0,-2 2-528,-3-6 1,-2 0 0,0 8 191,1-6 0,-1 7 0,0 4 0,1 3 0,-1 0 0,0-1 0,0-3 1,1-6-170,-1 7 0,0-5 1,-1-2-1,0 3-562,-1 8 0,-2 10 1,0-4-1,0-14 0,1-26-2917,-2-52 2835,0-3 0,3 0 0,-1 0 0,-1 1 0</inkml:trace>
  <inkml:trace contextRef="#ctx0" brushRef="#br0" timeOffset="176250">22483 7126 7533,'-31'-37'1638,"15"0"0,13 1 0,24 19 0,13 7-614,7 5 0,7 7 0,-1 7-867,-8 4 1,0 6-1,-2 5 1,-7 4-226,-3 9 1,-4 6-1,-7 3 1,-9-3-226,-10-6 1,-8 1 0,-6-3 0,-6-4 359,-13-3 1,-10-4-1,-2-5 1,3-2-1161,4-1 1,1-3 0,5-7 1046,-5-13 0,18-1 0,41 7 0,15 2 0,13-1 0,0 0 1</inkml:trace>
  <inkml:trace contextRef="#ctx0" brushRef="#br0" timeOffset="177634">22693 4233 7533,'-37'-8'3276,"16"7"0,54-7-2273,7 0-913,-3 0 0,8-2 0,-5-5-225,-4-16 0,-7-9 165,-9 4 0,-3-5 0,-10 2-360,-14 6 0,-8 1 1,-3 1 239,-1 0 0,-4 3 0,-4 11 90,-10 21 0,-5 14 0,5-1-45,12-8 0,4 6 476,0 10 1,-2 11 0,1 6 0,4 0 0,7-5 467,10 0 1,7-3-1,2 3-562,-3 4 1,1 5-1,4-2 1,8-9-1058,19-6 0,8-10 1,1-4-374,-10-5 1,1-3 0,-2-4 436,15-9 1,-8-6-1,-19-4 1,-11 6 0</inkml:trace>
  <inkml:trace contextRef="#ctx0" brushRef="#br0" timeOffset="178316">23185 4057 7533,'-20'-29'3276,"8"44"-2036,6 18 0,7 7-116,11 7 1,9-16-1125,3-43 0,4-17 90,-7 3 0,-1-5 0,-1-2-300,0-8 0,-2-1 0,0 9 2099,17 6-2024,-21 56 0,-5 18-958,-1-12 1,-1 3 0,0-5-547,-1-3 1,1-3 1162,5 20 1,8-53 0,13 4 0</inkml:trace>
  <inkml:trace contextRef="#ctx0" brushRef="#br0" timeOffset="178770">23653 4004 7533,'-12'-12'3276,"5"61"-256,1-17-3080,5 11 0,1 8 0,1-26 1454,5-55 1,-1-20-1126,-4 19 1,1-3-360,1 0 0,2-5 0,1-1 1,2 4-901,5-13 1,9 14-650,18 26 1,5 14 1179,-12 7 1,-1 3 0,6-2 0,-6 0-1,-16 5 1</inkml:trace>
  <inkml:trace contextRef="#ctx0" brushRef="#br0" timeOffset="179234">24095 3898 7533,'-24'-35'3276,"-6"15"-2801,6 50 1,6 19-26,10-2 0,14 0 509,15-14 1,9-2-1,1-15-689,4-20 0,-6-15-360,-15-9 0,-8-9 0,-5 2-1549,-6-12 1,-12 11 1509,-17 25 1,9 11-1,66 15 1,6-4 0,0 0-1</inkml:trace>
  <inkml:trace contextRef="#ctx0" brushRef="#br0" timeOffset="179816">24502 3422 7533,'0'-33'3276,"0"11"0,0 20-2792,0 22 1,0 26-1,0 4-772,-1-11 0,1 5 0,0 2 1,0-1-1,1-2 130,1 2 1,1-1 0,0-1-1,0 0-662,-4 3 1,0 4 0,0-7 0,6-14 581,12-13 1,-5-40-1,8-5 1</inkml:trace>
  <inkml:trace contextRef="#ctx0" brushRef="#br0" timeOffset="180184">24846 3334 7533,'-12'-37'3276,"11"66"-2420,1 10 1,0 13 0,1 4-713,0-14 0,0 3 0,1 1 0,-1 0 0,1-2-774,-1 4 0,1-2 1,-1-1-1,0-1 630,-3 10 0,0-1 0,6-25 0,1-28 0,2-10 0</inkml:trace>
  <inkml:trace contextRef="#ctx0" brushRef="#br0" timeOffset="185279">22864 8643 8432,'-24'-18'2519,"5"9"-1710,1 9 180,16 38 1,14 20-608,1-21 0,4 3 1,4 2-1,3 3-254,-5-9 0,3 2 0,2 2 0,2 1 0,0 2 0,2-1 1,-1 0-1,1 0 41,-1-3 1,0 0 0,1 1 0,0 0 0,1 0 0,0 0 0,1-1 0,1 0 0,-1-1-130,2 1 0,0 0 0,1 0 0,0-1 0,0 0 0,1-1 0,0-1 0,0-1 0,0-2-7,0-2 1,2 0 0,0-2 0,0 0-1,-1-2 1,-1-1 0,0-2 0,-3-2-12,11 8 1,-2-2-1,-2-4 1,1-6 6,4-6 1,0-5 0,-6-2 407,8 2-3714,-10 3 2457,-12 0 1,-10-26 0,-28-13 0</inkml:trace>
  <inkml:trace contextRef="#ctx0" brushRef="#br0" timeOffset="186255">24170 9913 7533,'-26'-15'1638,"-1"1"0,3-2-546,44 22 0,25 13 0,2 5-437,-12 2 0,1 6 1,2 4-1,0-1 0,-2-3-414,5-3 1,-1-3-1,0 1 1,-5 4-130,2 7 0,0 5 1,-9-1-1,-21-8-412,-29-7 0,-18-6 1,1-4 254,7-5 0,-3-1 45,1 2 0,-7 1 0,-3 2 0,3 0 0,7-2-1639,-2 2 1,4 1 1569,-1 0 1,0 1-1,9-2 1,11 2-1,50-10 1</inkml:trace>
  <inkml:trace contextRef="#ctx0" brushRef="#br0" timeOffset="187474">24810 11060 8792,'13'4'1638,"5"-35"0,4-21-998,-5 14 0,4-7 0,1-3 0,0-1 0,-1 2-676,0 1 0,-1 1 0,0-1 0,-1 1 0,0-1-18,-2 2 0,-2-4 0,1 3 0,0 4 1,1 10 412,11-3 1,0 21 29,-9 39 1,-3 24 0,8-7-240,13-14 0,7-8 0,2-12-195,-10-12 0,1-7 0,0-6 0,-2-4 207,-4-3 0,-1-5 0,-1-3 0,-1 0 0,-3 3 197,5-12 1,-4 1 0,-4 24 202,-8 32 0,-4 20 1,-2 10-1,-2-1-517,-2-7 0,-2 3 0,-1 2 0,-1 1 0,0 0 0,1-1-150,1 0 0,-1 1 0,0 0 0,1-1 0,1-3 0,1-4-988,2 15 1,2-4 0,5-20 272,14-26 1,6-4 0,-4-16 0</inkml:trace>
  <inkml:trace contextRef="#ctx0" brushRef="#br0" timeOffset="189149">23394 8908 7533,'-12'-18'3276,"11"16"-1335,2 12-1132,9 20 1,3 6-91,2 10 225,-3-10 1,-1-14-1035,-9-69-180,-3 15 1,0-6 246,-2 2 1,-1-4-1,1-1 1,1 3 112,1-13 0,6 4 359,8-3 1,4 8-450,8 16 584,7 22 1,3 8-2294,11 14 540,-21-8 0,2 0 1169,7-3 0,-5 3 0,-11 14 0,10-5 0</inkml:trace>
  <inkml:trace contextRef="#ctx0" brushRef="#br0" timeOffset="189815">23824 8908 8702,'23'-34'1092,"3"20"0,9 0 0,-4-3 373,4-16 0,-4-4-1495,-1 11 0,-1 0 1,-17 5-691,-39 0 0,-17 11 810,3 17 0,0 13 719,3 5 1,-1 6 0,14 5-1,18 7 1,13 4-1,4-3-2248,6 2 0,8-6 1439,2-16 0,4-4 0,-1-7 0,-3-11 0,-2-6 0,18-14 0</inkml:trace>
  <inkml:trace contextRef="#ctx0" brushRef="#br0" timeOffset="190636">24354 8819 7533,'-4'-26'1638,"1"0"0,-3-12 1638,-15 5-2865,-2 35 1,-4 10-7,-6 6 0,1 9-16,10-1 1,3 5 0,8 2-570,8 6 0,8 3 1,9-15 224,17-26 0,5-6 45,0 20 0,-3-9 427,-11-33 0,-2-23 0,-5-2 0,-5 15-697,-8 13-495,-8 49 1,-6 23 890,4-11 0,-3 8 0,0 4 0,1 1 0,0-2 431,1 1 1,1 1-1,0-1 1,1-1 0,2-3-349,-4 16 1,2-3 0,12-28-165,17-39 0,7-15-1228,-1-5 1,3-5 0,-3 5 623,4 1 1,-8 14 0,-13 36 0,-26 9 0,-1-1 0,0 1 0</inkml:trace>
  <inkml:trace contextRef="#ctx0" brushRef="#br0" timeOffset="196249">29854 7056 5824,'-6'0'0,"1"0"539,5 0 451,-6 0-540,5-8 809,-4-2 0,5-8-90,-6 1-539,5-1-180,-10 0 90,-2 1 449,-1 7-420,5 33 1,3 26 0,-2 4-570,1-13 0,-1 5 0,1 2 0,-2 2 0,1 0 0,1-2 209,-1-3 1,1 1 0,0-1 0,0 0 0,0 0 0,0-1-372,-1 12 0,1 4 0,-1-2 0,1-11 1,-1-18-2718,-2-16 1240,14-35 1,6-15 1502,0 1 0,3 4 0,12 7 0,6 28 0</inkml:trace>
  <inkml:trace contextRef="#ctx0" brushRef="#br0" timeOffset="197099">29818 7038 7533,'-13'-35'1638,"0"-1"0,1-11 573,24 6-1312,25 37 1,19 14-1,-3 6-659,-8 2 0,-2 5 0,-4 6-61,-6 2 1,-2 5 0,-4 2 0,-11 0-570,-11 8 0,-10 0 1,-13-4 29,-12-10 0,-12-4 0,-5-4 1,4-5-1,-3-2 0,1-7 0,3-5-1279,-11-10 1,22 0 1412,57 11 0,5-5 1,6 2-1,-5 5 0,0 1 1,1-1-1</inkml:trace>
  <inkml:trace contextRef="#ctx0" brushRef="#br0" timeOffset="198415">30248 7567 8792,'-10'4'1638,"-4"31"0,3 14 0,-1 0 0,2-4-372,3-12 1,2-15-728,8-55-629,4 1 0,5-12 0,2-6 0,1 1 1,-2 7 358,1 0 1,-1 4 0,6 3-1090,2 2 1,4-1 0,2 7 0,-1 15 490,16 28 1,-2 19-1,-5 5 1,-4 3-1,-2-6 1,-1 0-1</inkml:trace>
  <inkml:trace contextRef="#ctx0" brushRef="#br0" timeOffset="199284">30716 7549 7982,'-12'-27'3276,"-6"2"-4915,-10 25 1,-1 5 117,0-1 2410,0 13 0,-5 10 1,8 2-171,8 12 1,16 2-201,22 3 1,13-13-700,0-29 1,1-14-631,-3-16 1,-2-12-1,-6-2-283,-8 4 1,-5-2 0,-7 2 1009,-17-21 1,2 24 0,17 43 0,23 27 0</inkml:trace>
  <inkml:trace contextRef="#ctx0" brushRef="#br0" timeOffset="199865">31110 7814 11221,'-19'8'3276,"6"-38"-2809,10-1 0,2-10 0,0-4-722,-1 7 0,0-3 0,0-4 0,0-1 1,0 1-1,1 3 910,0 0 0,-1 1 1,1 0-1,1 1 0,1-2-501,0-4 0,-1-4 1,2 1-1,4 6 0,7 10-634,12 7 1,7 10-1,1 7-90,2 9 1,1 8-1,1 5 570,0 3 0,2 3 0,-3 3 0,-8 2 0,-4 11 0,-10 4 0,-9 10 0,0 0 0</inkml:trace>
  <inkml:trace contextRef="#ctx0" brushRef="#br0" timeOffset="200231">30889 7497 7533,'-37'0'1638,"60"6"0,21 3-961,-4-2 0,5-1 0,1 1-677,-6-1 0,2 0 0,0 1 0,-3 1 0,6 2 0,-2 0 0,-11 4 0,-9 13 0</inkml:trace>
  <inkml:trace contextRef="#ctx0" brushRef="#br0" timeOffset="201467">29683 8502 11131,'-25'8'929,"6"14"1,-3 12-1,-5 6-1294,3-11 1,-4 4 0,-5 4 0,-2 2 0,-1 1 0,0 0 0,1 0 0,3-3 0,4-3 301,-4 7 0,4-4 0,2-1 0,-3 2 1,-4 2 70,4-8 1,-2 3 0,-2 2 0,-3 1 0,0 0 0,-2 0 0,1-1 0,0-2 0,2-3 0,1-3 170,-8 3 0,2-4 0,1-3 1,-1 0-1,0-1 0,-3 3-202,7-4 1,0 1-1,-1 1 1,0-1-1,-2 1 1,0 0 0,-1 0-1,-2 0-18,5-4 0,-2 2 0,-2-1 0,0 1 0,-1 0 1,0 0-1,-1 0 0,2-1 0,0-1 0,2-1 0,1 0-49,-9 4 0,2-2 0,2 0 0,0 0 0,0-2 1,0-1-1,-1-1 271,0-1 0,-1-1 1,-2 0-1,2-1 0,1-2 1,3-2-1,3-3-181,-11-2 0,6-4 0,1 0-840,1 1 1,1 0 0,7-2-2438,-11-1 2840,22 8 0,22 2 0</inkml:trace>
  <inkml:trace contextRef="#ctx0" brushRef="#br0" timeOffset="202032">27418 9948 7533,'-5'-33'1092,"-16"45"0,-11 19 0,1-1-841,-4-6 0,-5 4-72,12-6 1,-5 4 0,-4 3 0,-1 2 0,1 0 0,3-2 0,4-3 517,-1 3 0,4-2 0,2 0 0,2 0 112,-8 9 1,4 1 0,20-8-226,26-13 1,19-6 0,7-4 0,-2 1-1405,1 1 1,1-1 0,1-1 0,-1-1 409,-2-2 0,1-2 1,-3 2-1,-7 4 1,4 11-1,-16 3 0,-22-2 1</inkml:trace>
  <inkml:trace contextRef="#ctx0" brushRef="#br0" timeOffset="202783">29215 9613 7533,'2'-41'1638,"1"0"0,-2 11-546,-2 52 0,-1 27 0,0 4-1748,0-10 1,1 5-1,-1 3 1,0-1 0,1-3 301,-1 2 0,0-2 0,1-1 0,-1-2 0,-2 15 0,1-2 0,0-32 1,2-74-1</inkml:trace>
  <inkml:trace contextRef="#ctx0" brushRef="#br0" timeOffset="203049">29079 9984 7533,'-14'-31'655,"-1"0"0,1 0 1,30-2-1,17 0 0,8 7-1311,-3 13 1,8 6-1,3 4 1,1 0 0,-3-2 484,1-3 1,-1-1 0,-1 0 0,1 4 0,6 2 0,4 4 0,-7 0-1,-16 0 1,-16-1 0</inkml:trace>
  <inkml:trace contextRef="#ctx0" brushRef="#br0" timeOffset="203948">29621 9948 7533,'-23'-27'2968,"8"9"-1799,-19 18-510,13 23 1,3 14 0,9-1-1753,18-5 1,9 0 0,-6 1 797,-16 8 0,-7 1 1,15-12 329,27-18 0,18-12 0,2-9 0,-9-6-95,-15-10 0,-6-9 0,0-2 734,5 5 1,3-3-1,-4 2 1,-9 4 405,-14-18-1036,-18 63 1,3 17-45,19 5 0,11 6 0,2-6 0,1-7 0,5-8 0,13-15 0,-1 0 0,0 0 0</inkml:trace>
  <inkml:trace contextRef="#ctx0" brushRef="#br0" timeOffset="204932">30187 9984 7533,'-18'-36'3276,"-1"25"-166,-11 44-2975,16 7 0,13 2-1035,30-4 1,13-13 629,-5-26 0,3-14 450,1-6 0,1-8 0,-8-3 899,-9-17 1,-13 20-721,-17 64-1259,4-3 1,1 6 0,2 2 899,3 4 0,2 0 0,5-5 0,8-3 0,6-13 0,20-27 0</inkml:trace>
  <inkml:trace contextRef="#ctx0" brushRef="#br0" timeOffset="205915">30827 9984 7533,'-30'-18'2518,"15"8"-2338,-1 2 90,16 8 1079,0 0-899,5 0 0,-4-8 539,4-1-1529,-5-9 181,0 8 988,0 2-2158,0 8 1011,0 0 1,-5 16 0,-1 4 0</inkml:trace>
  <inkml:trace contextRef="#ctx0" brushRef="#br0" timeOffset="206616">29818 10001 8432,'16'-23'1638,"1"-1"0,-10-9-893,-32 26 1,-9 6-1601,5 0 1,-1 2 854,-23 4 0,17 6 0,47 8 0,22 17 0</inkml:trace>
  <inkml:trace contextRef="#ctx0" brushRef="#br0" timeOffset="207674">30704 10072 7533,'11'-40'1092,"0"-1"0,-4 5 0,-3 2 1209,-3-3-2481,-34 60-524,23 8 1,5 12 0,1 4 0,-2-7 748,-7 3 0,6-2-33,16 0 1,8 6 0,4-6-1,0-21-147,6-30 0,0-19 67,-3-14 1,0-16 0,-2 8 0,-9 29 1686,-9 57 0,-9 23-1140,-2-23 1,-4 1 0,-1 6-198,2-5 1,0 6 0,-1 4-1,-1 1 1,-1 0 0,-2-2 0,0-5-50,-6 6 1,-1 1 0,-2-4 0,-2-10 0,-1-15-864,-13-19 1,-2-18-1,7-11 67,16-1 0,3-8 0,4-5 0,5 0 1,4 5 562,7-8 0,8 3 0,6 5 0,8 0 0,7 5 0,5 11 0,10 28 0,0 0 0,0 0 0</inkml:trace>
  <inkml:trace contextRef="#ctx0" brushRef="#br0" timeOffset="208266">31147 9490 7533,'-12'-8'819,"1"30"0,0 27 0,1 8 0,2-5 0,1-14 0,1-1 0,1 1 0,4 2-164,2 9 0,3 7 1,3 0-1,4-7 0,2-14-937,10-8 0,5-17 312,11-27 0,5-20 0,-8 3 1499,-16 10 1,-3 7-4499,24 23 1330,-19 31 1,-4 14 1228,-10-11 0,-2 2 1,9-12-1,18-18 1,2-16-1,-19-16 0,0 0 1</inkml:trace>
  <inkml:trace contextRef="#ctx0" brushRef="#br0" timeOffset="208620">31762 9543 7533,'-7'-30'3276,"7"77"-2184,0-6 0,0 9 0,2 2-1359,0-12 0,1 3 0,1 1 0,0-1 0,-1-1 267,1 5 0,-1-1 0,0-2 0,1-5 0,1 19 0,4-23 0,2-41 0</inkml:trace>
  <inkml:trace contextRef="#ctx0" brushRef="#br0" timeOffset="208898">31639 9860 7533,'-6'-29'655,"0"-1"0,30 13 1,18 4-1,8 3 0,-4 1-421,-2 2 0,0 1 0,1 2 0,2 0 0,-3 0 0,2 0 0,1 1 0,-1 2 0,-3 3 0,0 6 0,-1 1 0,0-1 0,1 0 0</inkml:trace>
  <inkml:trace contextRef="#ctx0" brushRef="#br0" timeOffset="216233">26655 4145 9781,'-13'-10'1530,"-15"50"-1207,18-9 1,2 11 0,-1 6 0,-2 3 0,-4 0-125,-1-11 1,-2 1 0,-2 2 0,-2 1 0,-2 2 0,0 0 0,-1 0 0,0 0 0,0 0-284,4-5 0,-1 1 0,0 1 0,0 0 0,-1 0 0,0 0 0,-1 0 0,-1 0 0,0 0 0,-1-2 0,-2 0 1,2-2 1,-2-1-1,0 0 1,-1 0-1,0-1 1,-1 0-1,-1 0 1,0-1 0,0 0-1,-1-2 1,0 0-1,0-1 50,-2 1 0,-1-2 1,-1 0-1,0-1 0,0 0 1,0-1-1,-1-1 0,1-1 1,0 0-1,0 0 0,2-1 359,-7 4 0,0-2 0,1 0 0,0-2 0,1 0 1,-1 1-1,0-1 0,0 2-317,3-2 1,0 0 0,-1 1 0,0 0 0,0-1 0,1 1-1,1-1 1,0 0 0,2-1 131,-3 2 0,1 0 1,1-1-1,1 0 1,0 0-1,1-1 1,-1-1-40,-2 2 1,0-1-1,0 0 1,0-2-1,1 0 1,1-2-283,-10 4 0,1-1 0,2-2 0,2-1-360,-2 3 1,3-1-1,3-4-1099,-1-5 1,12-1 1514,26 10 0,25-64 1,-6 16-1,0-1 1</inkml:trace>
  <inkml:trace contextRef="#ctx0" brushRef="#br0" timeOffset="216883">24293 6544 7533,'8'-31'1638,"1"-1"0,-1-13 1638,-30 67-3152,1 8 1,-4 11 0,-3 1-103,2-6 1,-4 0-1,0 0 1,2 1 224,1 2 0,0 0 1,1-1-1,2-3-855,-3 2 1,2-2-1,6-7 788,2 2 3096,52 1-3782,-3-29 1,8-7-1,-1 2-587,-3 9 1,-1 3 0,1-2 623,4-6 1,1-2 0,-6 5 0,-2 7 0,-10 3 0,-10 4 0</inkml:trace>
  <inkml:trace contextRef="#ctx0" brushRef="#br0" timeOffset="218784">26508 5345 7263,'0'-28'3276,"11"-13"-1335,-9 27-502,9-17-1529,-33 29-45,-8 0 0,-5 4 180,-8 9 0,-1 11 337,11 6 0,-2 7 1,4 5-1,9-2 38,10 1 0,9 0 0,6 1-151,6 9 1,7 1 0,9-18-450,7-24 0,8-13 0,-2-8 60,2-8 0,-1-9 1,-11-5 268,-15-5 1,-9-5 0,-7 5-105,-7-4 0,-3 21 524,5 49 1,3 31 0,0 3-211,2-20 1,0 2 0,1 2 0,0 2 0,0 2-155,-1-3 1,2 5 0,0 2-1,-1 0 1,-1-2 0,-3-3 0,-3-4-229,-5 9 1,-4-2-1,-3-9 1,-8-16-181,-8-19 1,-7-14-1,-2-8 1,5-3-495,6-1 0,1-5 0,4-4 0,4-3-123,1-7 1,2-5 0,8 1 0,14 9 563,27 4 0,14 11 1,-8 10-1,4 5 1,1 1-1,5 0 1,0-1-1,0 1 1</inkml:trace>
  <inkml:trace contextRef="#ctx0" brushRef="#br0" timeOffset="219266">26680 5627 7533,'12'-28'3276,"11"50"0,-8 3 0,3-11-2457,-15-35 0,-7-25 0,-2-7 0,2 8-715,3-1 0,3 0-924,3 4 1,2-7 0,3 6 0,8 17-820,27 27 1,6 19 1169,-9-1 1,1 1 0,-10-7 0,1-1 0,-6-3 0,3-1 0</inkml:trace>
  <inkml:trace contextRef="#ctx0" brushRef="#br0" timeOffset="219833">27295 5380 9512,'-18'-37'1638,"-5"12"0,-6 8 0,-3 22 0,-1 10-1094,3 2 0,1 4 1,6 4-545,4 18 0,15 2 494,13-10 1,10-13-360,21-36 0,4-17 135,-13 0 0,-2 3-3059,9 8 1150,-24 48 1,-2 15 1440,4-10 1,3 1-1,2-5 1,9-1-1,3-13 1,8-27 0,0 1-1</inkml:trace>
  <inkml:trace contextRef="#ctx0" brushRef="#br0" timeOffset="220466">27726 4939 7533,'0'-38'1638,"0"-1"0,0-4 0,-2 64 0,-1 19-938,0-7 1,-1 5 0,1 2-1,0 2-628,1-1 0,1 3 0,0 1 0,-1-1 0,0-4 168,-1 8 0,0-4 0,-2-9-1859,-6-2 1888,-16-60 1,-9-8 944,-1 32 1,-1 13 359,-7 14 0,12 11-495,25 10 1,20 0-2173,14-19 1,11-6 0,1-5 973,-3-8 0,0-5 0,0-1 0,2-3 1,-2-1-1,-6 6 0,-2 19 0</inkml:trace>
  <inkml:trace contextRef="#ctx0" brushRef="#br0" timeOffset="220653">28033 5609 7533,'-1'-37'655,"8"19"0,7 52 1,-6-6-1,1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14:01.371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2752 3863 7533,'-10'-28'3276,"2"-13"0,24 12-1733,-12-6-1093,11 1-630,-44 24 0,-20 9 737,10 5 1,-6 4 0,-4 4 0,1 2-1,5 2-760,5 3 1,4 1 0,1 3 0,1 4 220,1 1 0,-3 5 0,4 2 0,7 0 0,14 0 54,16-1 0,13-1 0,8 1 0,2 0 0,-1 0-1,0 2 1,3-1 0,0 1 0,-1 1 0,-5 3 422,-5-1 1,-1 2 0,-3 3 0,-2-1 0,-4-1 0,-4-2-563,-3 7 1,-5 0-1,-6-4 1,-11-10 269,-15-10 0,-12-9 1,-5-6-1,6-2-1295,1 2 1,3-4 0,3-12 872,5-16 0,0-14 0,7-1 0,14 11 0,21 8 0,24 13 0,1-1 0</inkml:trace>
  <inkml:trace contextRef="#ctx0" brushRef="#br0" timeOffset="751">3069 3881 9781,'-19'25'819,"12"3"0,3 10 0,1 6 0,1 1-421,0-4 1,0 3-1,1 2 1,0 1 0,0-1-1,0-2-1054,0 1 1,1-1-1,0 0 1,0-2 0,-1-1 557,-1 12 1,0 4 0,-1-11 0,2-28 0,1-25 0,0-13-1</inkml:trace>
  <inkml:trace contextRef="#ctx0" brushRef="#br0" timeOffset="1084">2822 4445 7533,'-14'-35'1092,"-1"-1"0,30-4 0,17 2 0,6 13 0,9 5 0,3 0-1912,-5 4 1,2 0 0,1 1 0,-2 2 769,-7 3 0,0 1 1,-3 1-1,-3-1 1,16-2-1,-17-3 1,-34-4-1</inkml:trace>
  <inkml:trace contextRef="#ctx0" brushRef="#br0" timeOffset="2299">3563 4445 7533,'-10'-20'3276,"-13"-11"-1155,19 11-1582,-28-7-719,11 36 1,-1 11 403,-5 13 1,5 9 254,13 3 1,7 7 0,7-6-120,15-1 0,9-8-330,-3-13 0,3-3 0,3-13-53,1-16 1,3-12-1,-1-8 1,-6 0 351,-4-12 1,-6-5 0,0 3 60,2 4 0,0 2 0,-5 10-1380,-2 8-103,-4 41 1,-1 26 0,4-2-1,6-6 1,4 0 0,-1-1 679,-5 4 0,-1-1 0,4-14 0,14-22 0,-5-14 1,-19-23-1</inkml:trace>
  <inkml:trace contextRef="#ctx0" brushRef="#br0" timeOffset="3551">4480 3775 7533,'-17'-34'3276,"23"-11"-346,-10-2-2120,27 36-391,-18 32 1,-7 20 0,1 4-474,4-5 0,2 4 0,0 3 0,1 1 0,-1-1-144,-1 2 0,0 1 0,-1 0 0,1 0 1,0-2 179,0-5 0,-1 2 0,1-2 0,0-5 0,1-5 242,6 4 1,-7-18-225,-15-32 0,-9-13 270,-12-9 0,-6 5-630,-4 19 1,-3 9 448,9 2 1,-1 4 0,6 7 405,4 26 0,7 5-360,0-13 0,9-1 179,25 6 1,11-2-270,-1-2 0,9-7-405,5-12 0,10-6 1,3-4-1,-4-2 180,2-4 0,-2-4 0,0-5 585,-3-1 0,1-3 0,-4-5 0,-9-5 224,-9-15 1,-11-8-1,-10 6-1124,-9 4 1,-12 10-1,-6 15 1,-1 16 1213,8 26 1,5 19-1,9-1-719,10-5 0,8-2 0,5-1-1093,3-1 1,5-1 0,1-9 545,10-6 1,1-10 0,-4-11 0,-11 4 0,-25 17 0</inkml:trace>
  <inkml:trace contextRef="#ctx0" brushRef="#br0" timeOffset="4121">5144 4480 7533,'-18'-35'3276,"10"23"-1638,-2 37 0,3 15-1361,8-5 0,8-3 622,26 1-719,-16-51 0,1-20 0,0 2 569,0 4 1,1 1 0,3 9-1605,17 14 1,-1 16-785,-17 21 1,-4 11 1509,0 3 1,-1 5-1,-2-12 1,3-12-1,-8-44 1</inkml:trace>
  <inkml:trace contextRef="#ctx0" brushRef="#br0" timeOffset="5752">6288 3598 7533,'0'-25'1799,"0"13"809,0-19-1708,-16 27-1350,-21 19 510,11 9 0,-1 8 0,1 7 155,7-2 1,1 7 0,1 4 0,1 0 0,1 0 143,2-8 1,-1 0 0,1 1 0,1 0 0,2 1 0,2 1-106,4 4 1,2 4 0,3-1 0,1 0 0,2-3 0,0-4-675,1 12 0,3-7 1,6-4-674,7-8 1,5-5 0,-2-10 272,3-13 1,0-8 0,-20 0 0</inkml:trace>
  <inkml:trace contextRef="#ctx0" brushRef="#br0" timeOffset="6917">5759 3863 7623,'0'-20'2158,"-16"-3"-2337,-5 37 134,-3 21 0,1 12 494,6-8 1,2 5 0,2 4 125,4-3 1,1 4 0,1 3-1,2-1 1,1-5-419,0-5 1,0-4-1,3 0 1,4-1-308,9 16 0,7-1 0,4-15-1489,3-19 1,3-10 1430,9-6 0,-3-2 0,-9 1 0,-16 0 0</inkml:trace>
  <inkml:trace contextRef="#ctx0" brushRef="#br0" timeOffset="7283">5563 4198 7533,'-25'-25'1638,"51"7"0,16 0-3277,-3-5 1,3 1 1169,-3 11 1,4 2 0,-3 0 0,2-5 0,-8 4 0,-12 10 0</inkml:trace>
  <inkml:trace contextRef="#ctx0" brushRef="#br0" timeOffset="7966">6375 4180 7533,'-28'-27'3276,"6"9"0,55 26-2730,0 6 1,2 7-397,-4 4 0,1 5 0,-8 2-825,-8 7 1,-12 0-965,-16 3 1,-10-6 1479,-2-13 1,0-12-1,7-19 1,49-2 0,0 0-1</inkml:trace>
  <inkml:trace contextRef="#ctx0" brushRef="#br0" timeOffset="8284">6917 4180 7533,'-39'-12'1638,"1"-1"0,-2 1-803,-7 13 1,5 14-1061,28 24 0,13 8 675,7-2 0,9 0-450,5-9 0,6-1 0,3-10 0,19-13 0,2-14 0,-6-14 0,-1 1 0</inkml:trace>
  <inkml:trace contextRef="#ctx0" brushRef="#br0" timeOffset="8668">7051 3634 7533,'15'-20'1092,"14"32"0,11 21 0,-5 8-546,-16-7 0,-3 5 0,-2 5 0,-2 2 0,1 0 0,-1-2 0,2-3 0,0-1 0,0 1 0,-2-1 0,-2 1 0,-4 1-371,-2 3 1,-2 1 0,-2 1 0,-4-1 0,-3-3 0,-4-5-176,-10 1 0,-6-4 0,-3-5 0,4-5 0,-3-3 0,2-3 0,2 11 0,0-1 0</inkml:trace>
  <inkml:trace contextRef="#ctx0" brushRef="#br0" timeOffset="10401">10067 3933 6813,'-21'-19'3276,"16"-5"-1638,26 49 0,10 19-417,-9-7 1,-5 6-1290,-8 1 1,-4 9-1,-6-1 1,-8-11-1572,-26-6 1,-2-5 1181,17 23 0,9-20 0,10-74 0,41 35 0,0 0 0,1 1 0</inkml:trace>
  <inkml:trace contextRef="#ctx0" brushRef="#br0" timeOffset="10834">10559 4075 7533,'-3'-45'1092,"0"-1"0,-1 10 0,-10 10 0,-14 22 0,-11 12 0,4 9-273,9 8 0,2 8 0,5 4 0,5 0-408,3 10 1,8 2 0,11-4-412,14-7 0,10-3 0,4-8 0,7-9 0,5-7 0,-2-11 0,-5-20 0,0 1 0,0-1 0</inkml:trace>
  <inkml:trace contextRef="#ctx0" brushRef="#br0" timeOffset="12405">11236 3986 6903,'-20'-9'2159,"3"1"-900,10 8-719,1 0-180,-10 23-181,2 12 1,7 7 315,21 2 0,6 0-181,-9 3 1,9-12 0,16-29 0,14-14 0,3-9 0,-9-3-315,-8-8 0,-5-6 0,-2-4 67,-3 1 1,0-4-1,-2 0 1,-5 7-743,1-4 0,-9 17 1305,-16 37 149,15 15 1,10 11 0,1 1 179,1 0 1,1 0-1,-9-2-1904,-16 3 1,-7-4-695,5-4 1,-6-9 982,-24-17 1,8-10-1,37-6 1,30-6 0</inkml:trace>
  <inkml:trace contextRef="#ctx0" brushRef="#br0" timeOffset="12588">11334 3651 7533,'42'-12'0,"-14"10"0,0-1 0</inkml:trace>
  <inkml:trace contextRef="#ctx0" brushRef="#br0" timeOffset="13651">12405 3969 7533,'11'-33'1638,"0"1"0,-8-11 483,-23 27-2099,-9 24 1,-13 12-1,1 8 1,14 3 7,20 10 0,14 5 0,-5-2 419,-25 8 1,13-14-91,43-33 1,20-15 0,-5-7 449,-15-4 1,-4-7 0,-2 7-1125,0 6 0,0 10 315,-1 19 0,1 11 0,-2 3 0,-6 1 0,-2 3 0,7-9 0,15-21 0,0-1 0,0 1 0,0-1 0</inkml:trace>
  <inkml:trace contextRef="#ctx0" brushRef="#br0" timeOffset="14417">13303 3916 7533,'-6'-29'1092,"-1"1"0,-3-7 0,-8 5 193,-15 20 0,-5 7-1330,-2-3 0,-1 4-450,-2 6 1,9 11 988,24 29 1,19 10 74,12-14 1,10 0 0,-1 2-368,-7-6 1,1 2-1,-4-1 1,-7-1 471,-11 19 1,-17-12-1260,-10-29 1,-6-12 584,-2-14 0,10-8 0,36-25 0,24 34 0,-1 0 0,1 0 0</inkml:trace>
  <inkml:trace contextRef="#ctx0" brushRef="#br0" timeOffset="14800">13647 3263 9691,'-9'10'1092,"6"16"0,5 14 0,2 6-1264,-2-5 1,2 6 0,1 4 0,-1 1 0,2-1 0,-1-3-485,1-2 1,0-2-1,1-1 1,-1 0 0,-1 0 569,-1 7 1,1 3 0,-2-1 0,-1-8 0,-3-13 0,-4-8 0,-16-42 0</inkml:trace>
  <inkml:trace contextRef="#ctx0" brushRef="#br0" timeOffset="15001">13536 3898 7533,'13'-38'546,"-1"1"0,0-1 0,1 0 0,5-1 0,3 2 0,10 4-294,3 11 0,8 2 0,7 3 0,0 1 0,-2 3 0,-6 1 0,4-1 0,-4 3 0,0 1 0,7-1 0,0-1 0,0 1 0</inkml:trace>
  <inkml:trace contextRef="#ctx0" brushRef="#br0" timeOffset="15871">14165 3898 6273,'-7'-31'1092,"0"-1"0,-2 7 0,-4 5 1389,-12 11-2571,6 24 0,6 13 120,12 14 0,10 8 0,11-13 360,8-23 0,8-10 0,2-4 149,5-5 1,1-5 0,-2-5 59,-7-6 1,-2-3 0,-1 9-2239,6 14 1,-3 15 1569,-16 11 1,-5 9 0,3 1 0,7 8 0,2 1 0,5-11 0,5-27 0,0 1 0,0 0 0</inkml:trace>
  <inkml:trace contextRef="#ctx0" brushRef="#br0" timeOffset="18017">15026 3228 7353,'0'-18'3276,"11"16"-2126,-1 26 1,-1 17-900,-3-4 1,0 9 0,-2 4 0,1 0 0,0-4-162,0 0 0,1-2 0,-1-1 0,-2 1-248,1 6 1,0 5-1,-4-9 1,-8-19-383,-28-29 90,-7-19 1,-4-1 674,10 13 0,2 12 674,-6 27 1,16 13-271,30-13 1,13 2 0,6-2-511,6 0 1,7-4 0,5-10-354,-4-14 0,6-8 0,3-5 1,-3-4-1,-5 0 683,3-6 1,-5-5 0,-2-3-360,-5 1 0,0-2 0,-5-1 0,-12 2-1125,-22-13 1,-11 17 1244,3 43 0,-1 21 0,9-1 194,23-1 1,8 0-45,-4 12 0,6-8-1215,15-28 1,3-10 359,-15-2 0,-2 0 900,4 0 0,-1 0 674,22 3-1214,-15-21 1,-3-7-901,-16-7 1,-1 11 1394,18 43 989,-2-13-1304,-16 24 0,-1-7-68,4-45 1,3-27-1,0-9 1,-3 4-46,-5 10 1,-2 0-1,-2-1 1,3-3 300,2-1 1,1-4 0,1 0 0,-1 2 0,-2 4-444,-1-2 0,-2 3 1,-1 8 29,8-11 869,-13 63 1,-1 23 0,1 2-301,-1-3 1,1 1 0,2 3-480,1 0 0,3 3 0,-1 0 0,1-3-150,-2 1 0,0-4 0,3-1-853,2-5 1,2-1 0,-2-7 272,2-4 1,2 18 0,-17-23 0</inkml:trace>
  <inkml:trace contextRef="#ctx0" brushRef="#br0" timeOffset="18483">16011 3669 7533,'-13'-18'1092,"35"2"0,21-1 0,0 1-2185,-3 4 1,0 2 0,2-1 879,-6-1 0,2-1 0,-1-1 1,-3 2-1,20-4 0,-20-1 1,-42-11-1</inkml:trace>
  <inkml:trace contextRef="#ctx0" brushRef="#br0" timeOffset="21755">2346 5715 7533,'-10'-25'1889,"-6"-3"989,15-15-449,-7 6-1530,8 56-585,-2 11 1,0 13 0,0 6 0,0-2-270,1 1 0,0 0 0,1 3 0,0 2 194,1-6 1,0 4 0,0 1 0,1 0 0,-1-3 0,1-6 0,-2 6 0,1-5 0,2-4-825,6 15 1,-3-24-2693,-14-80 0,-1 6 2915,3 9 0,2 0 0,3 7 0,2 3 0,9-21 1</inkml:trace>
  <inkml:trace contextRef="#ctx0" brushRef="#br0" timeOffset="22367">2258 5715 7533,'-13'-22'1092,"0"1"0,2-8 0,3-3 546,-1 0 0,8-1 0,22-6 0,15 8-657,-2 19 1,7 9-1,1 4-734,-3 5 1,1 4-1,1 4 1,-4 1-158,8 6 0,-3 4 0,-9 8-360,-14 5 0,-6 9 0,-6 0 0,-5-5 135,-8 4 0,-12-4 112,-6-7 1,-10 2 0,-4-3 0,3-8 291,-12-7 1,0-9-990,11-3 1,-1-1-1,4-3-2557,-14-5 2655,63 2 0,27 17 0,-11-3 1,1 0-1</inkml:trace>
  <inkml:trace contextRef="#ctx0" brushRef="#br0" timeOffset="23017">2699 6262 8972,'-10'23'1092,"0"1"0,9 4 0,2 3 546,-1 11 0,4-10 1638,4-28-2924,-8-25 0,-6-21 0,2-1 187,4-1 1,1-2 0,4-1 44,2 6 1,2-2 0,2 3-1,5 7-1214,14-1 1,7 13-464,1 18 1,4 9 0,-3 3 545,-1 5 1,-5 5 0,1 12 0,-9 3 0,-19 3 0</inkml:trace>
  <inkml:trace contextRef="#ctx0" brushRef="#br0" timeOffset="23484">3140 6156 7982,'-20'-20'3276,"-3"-11"0,-11 51-1638,3 18 0,15 8-2731,37-17 1,16-2 0,-9 3 143,-21 21 1,2-14 1767,23-41 0,16-20 0,-4-8 0,-23 2-1265,-36-2 0,-22-3 1,7 0 445,18-11 0,-2 8 0,-22 17 0,6 16 0,46 43 0,1-1 0</inkml:trace>
  <inkml:trace contextRef="#ctx0" brushRef="#br0" timeOffset="24417">3704 6350 7892,'-19'37'3276,"3"-11"-2184,4-46 0,-2-23 0,1-4-437,3 11 0,0-3 1,0-2-1,1-2 0,-1 0-344,0 3 0,-1-2 0,0-1 0,0 0 0,3 0 0,2-1 213,2-2 1,0-3 0,3 0 0,2 2-1,4 3 1,4 5-915,11-9 0,7 7 1,8 8-431,4 10 1,7 5 0,1 6 0,-3 9 573,2 13 0,-2 10 1,-4 2-1,-4-4 1,-2 2-1,-12 3 1,-25 19-1,0 1 1</inkml:trace>
  <inkml:trace contextRef="#ctx0" brushRef="#br0" timeOffset="24752">3581 6033 8612,'-20'-8'1092,"48"-2"0,30-2 0,-1 0-1051,-21 4 0,-2 1 0,4-1 0,1 0 1,5 0-1,2-1 0,-5 1 0,-9 0 1,11-10-1</inkml:trace>
  <inkml:trace contextRef="#ctx0" brushRef="#br0" timeOffset="25586">4039 6209 7533,'-2'-18'1638,"31"2"0,15-1-546,-9-1 0,1-2 0,-1-3 0,-2-3 0,-1-3 0,-15 2-2015,-29-16 518,-25 43 0,-10 19 854,17 1 1,0 7 0,2 4 0,10 1 479,10 15 1,11 4-1,8-4-839,3-10 0,6-4 0,7-9-1183,15-13 1,9-11 0,-5-3 545,-4-1 1,-4-6 0,6-19 0,-7 3 0,-20 26 0</inkml:trace>
  <inkml:trace contextRef="#ctx0" brushRef="#br0" timeOffset="26118">4833 5962 7533,'-43'-10'819,"0"0"0,0 1 0,1 5 0,1 8 127,-1 3 1,-3 5 0,21 6 402,34 15 1,21 4-841,1-9 1,7-2 0,-3 1-480,-6-1 0,-2 1 0,-13 0-1669,-18 10 1,-14-3 83,-12-13 0,-6-5 1555,-7-1 0,17-7 0,49-15 0,11 2 0,0 0 0</inkml:trace>
  <inkml:trace contextRef="#ctx0" brushRef="#br0" timeOffset="26650">5181 5997 7533,'-12'-27'3276,"-6"-7"-1811,-8 32 0,-6 8-746,-10 10 1,6 12-181,25 2 1,7 8 0,6 1-660,5 5 0,6 0 1,1-2 1243,8 6 0,-9-4-1394,-21-5 1,-13-8-1370,-20-21 1,-7-8 1629,5 5 1,0 0-1,23-3 1,25-4-1,41-10 1</inkml:trace>
  <inkml:trace contextRef="#ctx0" brushRef="#br0" timeOffset="27835">5563 6103 7533,'-14'-35'3276,"3"0"0,16 7-1643,-31 18-2308,2 14 1,-2 10 584,-6 16 0,0 12 0,12 2 150,18-5 0,10 2 0,3-2 120,-1 3 0,3-1 0,5-20-225,22-39 0,-3-23 314,-24-2 1,-9-8-270,-4 4 0,-4-3 0,3 10 810,6 1 764,26 51 0,9 17-1439,-3 4 0,1-1 854,-6-14 1,1-2-1,-4-15-420,-12-25 1,-5-15 0,3 4-885,17 1 1,5 1-779,-7-5 1,1-2 0,5 12 764,1 24 0,4 11 0,0 0 1,0-2-1,1 1 0,-1-5 1,-4-9-1,-1 0 0,1 0 1</inkml:trace>
  <inkml:trace contextRef="#ctx0" brushRef="#br0" timeOffset="28767">6830 5362 7533,'-9'-24'1638,"1"-1"0,-1 8 123,-31 1-1267,20 41 1,1 23 0,1 10 0,4-3-28,6-15 1,1 1 0,3 0 0,0 2-1,1 2-437,0 2 0,-1 3 0,1 2 0,3-1 0,2-2 0,4-4-850,6 5 1,6-2 0,3-5 0,1-8 330,14 3 1,1-17 0,-9-19 0,-6-10 0,-16-35 0</inkml:trace>
  <inkml:trace contextRef="#ctx0" brushRef="#br0" timeOffset="29201">6867 5838 7533,'-19'-27'3276,"55"25"-1638,-9 9 0,2 6-546,10 7 0,3 6 0,-17 4-969,-35 11 0,-8 2-1293,23-4 1,-4-3-470,-36-3 1,6-9 1104,36-15 1,19-3 0,6-4 0,-7-2 0,1 0 0</inkml:trace>
  <inkml:trace contextRef="#ctx0" brushRef="#br0" timeOffset="29588">7384 5856 7533,'-11'-43'3276,"-30"21"-1638,1 35 0,-1 14-546,16-5 0,2 5 0,7 2-1910,8 4 1,6 3-1,9-3 818,10-2 0,8-3 0,3-11 0,10-17 0,0-13 0,-5-8 0,0 1 0</inkml:trace>
  <inkml:trace contextRef="#ctx0" brushRef="#br0" timeOffset="29934">7469 5380 7533,'34'-28'1638,"2"40"0,2 22-1092,-19-4 0,0 10 0,-1 6 0,-3 3 0,-2 0 0,-4-5 109,-5-2 0,-5-3 1,-2 1-1,-1 0 0,2 3-1202,3 4 1,2 5 0,1 1 0,-3-2 0,-4-5 0,-7-9 368,-16-2 1,-8-9 0,5-5-1,-4 11 1,26-13 0</inkml:trace>
  <inkml:trace contextRef="#ctx0" brushRef="#br0" timeOffset="32367">13155 5221 7533,'-23'-27'3276,"14"1"-975,-7 16-53,16 50-2046,0-10 1,0 9-1,0 3 1,0-1-248,-1 6 0,1 2 0,0 0 0,1-1-338,-1-2 1,1 0 0,1-1 0,0-6 382,0 13 0,2-24 0,8-51 0,-6-8 0,1 1 0</inkml:trace>
  <inkml:trace contextRef="#ctx0" brushRef="#br0" timeOffset="32901">13057 5186 7533,'-5'-44'1638,"0"0"0,-3-5-546,38 28 0,20 6 0,-3 11 0,-13 17 0,-3 9 0,4-2-424,6-8 1,5-2 0,-2 1 0,-11 9-819,-10 18 0,-10 9 0,-13-4-660,-19-1 1,-16-6-11,6-15 1,-5-3 0,-3-2 0,4-2 221,-17 1 1,4-7-1042,1-7 1,19-2 1406,49 0 1,15 2 0,-12 6 0,1 2 0,7-3 0,0 1-1,0-1 1</inkml:trace>
  <inkml:trace contextRef="#ctx0" brushRef="#br0" timeOffset="33718">13598 5592 9242,'-13'0'3276,"2"0"-1638,11 23 0,5 8-814,-3-1 435,0 14 0,1-14-854,-3-54 0,0-18 224,1 5 1,4-3-1080,2 4 0,3-5 1,2 0-1,4 8-1189,11-2 1,6 12 1181,5 15 0,0 14 0,-10 14 0,-7 9 0,-10 0 0,0 0 0</inkml:trace>
  <inkml:trace contextRef="#ctx0" brushRef="#br0" timeOffset="34188">14053 5450 8522,'-7'-19'3276,"-9"-13"0,-19 36-2100,9 26 1,0 5-1132,3-19 0,5 3-105,10 21 0,9 8 0,11-16 15,27-30 0,3-18 1214,-24-2 1,-2-3-1935,20-6 1,-12-3-329,-38-2 1,-16-2 0,7 12 436,18 18 1,8-2-1,29 15 1,1 0 0</inkml:trace>
  <inkml:trace contextRef="#ctx0" brushRef="#br0" timeOffset="34785">14447 5715 9422,'6'12'3276,"-16"-61"-2730,5 13 0,0-12 0,-1-6 0,1-3 0,0 2 0,1 7 273,1 1 0,2 5 0,-1-1 0,0-3-273,-3-2 0,-3-4 0,0-3 0,1 2 0,5 5 0,8 10-177,9 4 0,7 7 1,2 7-1270,7 5 1,5 7-194,8 3 1,6 4 0,-6 5 623,-7 4 1,-6 7 0,1 20 0,-14 7 0,-36-6 0,1 0 0</inkml:trace>
  <inkml:trace contextRef="#ctx0" brushRef="#br0" timeOffset="35035">14423 5327 7533,'49'-8'3276,"-2"-2"-2808,-3 6 0,10 1 0,-9 1 0,-17 1 0,-4 2 0,17 8 0</inkml:trace>
  <inkml:trace contextRef="#ctx0" brushRef="#br0" timeOffset="38205">2558 7197 6813,'0'-10'900,"0"-14"1978,7 5-180,-5-9 1,14-5-1350,-30-2-3148,-29 13 1589,7 21 0,-8 5 0,3 1 165,-2-1 1,0 8 349,7 4 1,-4 8 0,-2 3 0,2 3 0,5 0-104,6 2 0,4 2 1,2 2-1,-1 3-82,0 0 0,-1 3 0,0 3 0,2 0 0,2 2 0,5-2 221,3 4 1,2 2 0,4-1 0,5-1 0,6-1-306,6-4 0,6 1 0,5-2 0,2-4 0,3-4-856,5-5 1,3-4 0,2-4 0,0-4 202,7-1 0,0-4 1,-1-8 616,-1-14 0,0-6 0,-14 7 0,-17 12 0,29-9 0</inkml:trace>
  <inkml:trace contextRef="#ctx0" brushRef="#br0" timeOffset="39101">2769 7902 7533,'-17'-25'3276,"15"-3"0,-4-7-1283,-2 15-2713,-15 7 1,-5 11 943,6 28 1,0 21 0,8 5 0,13-13-180,36-7 0,9-7 1593,-23 2 0,-1-11-1381,6-31 0,2-18 1,-10-5-1351,-13-10 1,-12-6 0,-8 13 903,-12 17 1,5 17-1,22 32 1,35 5 0,0-1-1</inkml:trace>
  <inkml:trace contextRef="#ctx0" brushRef="#br0" timeOffset="39833">3087 7814 7533,'-45'-12'3276,"9"38"-1638,16 13 0,7 10-944,8-10 0,4 1 1,11-7-1788,17-16 1,10-7 0,-3 0 829,-9 8 1,1-9 791,7-22 1,7-17 0,-3-6 0,-12 2 1108,-18-15 0,-8 4-2665,15 5-98,-8 58 1,2 13 1124,2 0 0,3 2 0,1-1 0,8 15 0,5-15 0,2-36 0,1 0 0</inkml:trace>
  <inkml:trace contextRef="#ctx0" brushRef="#br0" timeOffset="40753">3651 7885 9332,'-5'27'1092,"0"0"0,8 1 0,2-3 2184,-1 9-1103,12-19-1874,-15-36 1,-7-22 0,3 2-435,5-1 0,10 3-958,9 11 1,9 3 0,1 4-547,14-3 1,2 10 1263,-11 16 1,2 6 0,-4 0-1,2-3 1,-7 0 0,-12 3 0</inkml:trace>
  <inkml:trace contextRef="#ctx0" brushRef="#br0" timeOffset="41589">4286 7691 9332,'-21'-19'1092,"-1"0"0,-4 2 0,-1 9-527,-3 24 1,5 15-27,16 1 1,7 7 0,0-2-450,-6 5 0,6 2-45,14-1 0,10 7 0,-3-2 0,-15-15 1754,-44-5-1529,31 6 0,-3-6-1215,-21-28 1,9-11 314,52-8 0,24-3 720,-14 6 0,6 0 0,1-2 0,-1-1 565,-7 1 0,1-1 1,0-1-1,-2-1 0,-3-1-327,2-2 0,-2-2 0,-4 0 0,-8 0-463,-3-13 0,-19 8-1080,-38 20 1,-10 22 2233,25 17 1,7 13-1,11-1-989,17-8 0,10 0 0,-4 0-180,-14 8 0,-3 0 1,11-8 149,27-16 0,18-9 0,-6-5 0,-27-3 0,-35-3 0,20-12 0</inkml:trace>
  <inkml:trace contextRef="#ctx0" brushRef="#br0" timeOffset="42768">5796 7197 7533,'-3'-28'1638,"-1"1"0,-7-8 932,-23 35-2540,7 24 0,-2 16 0,0 1-98,7-12 1,0 1 0,2 2-1,1 5 466,6-2 0,1 6 1,1 3-1,2 2 1,1 0-1,2-3 1,2-2-377,2 9 1,3-2-1,3-2 1,3 2-599,2-3 0,2 3 1,2-1-1,2-4 0,1-7-517,4-4 1,2-7 0,1-3 560,2-2 0,-3-7 0,-4-13 1,-12-10-1</inkml:trace>
  <inkml:trace contextRef="#ctx0" brushRef="#br0" timeOffset="43271">5869 7708 7533,'-1'-45'1638,"23"35"0,8 8 0,5 14 0,-2 12-777,-7 17 1,-13 8-952,-18-2 0,-13 0-1003,-2-16 1,-4-1 0,2-5 866,-5 10 0,45-35 1,13-7-1,9-3 0,0 0 1,-1 0-1</inkml:trace>
  <inkml:trace contextRef="#ctx0" brushRef="#br0" timeOffset="43569">6325 7726 7533,'-36'-18'1092,"0"1"0,-3 25 0,14 13-2005,37 10 1,20 10 0,-7-1 912,-24 8 0,6-8 0,31-23 0,15-11 0,-12-13 0,-28-28 0,0 1 0</inkml:trace>
  <inkml:trace contextRef="#ctx0" brushRef="#br0" timeOffset="43900">6436 7126 7533,'32'25'364,"-1"-1"0,1 1 0,0-1 0,-12 12 0,-4 8 0,-3 3 0,-2 3 0,-2-2 0,-1-2 291,-2-4 0,-3-1 1,-1-1-1,-2 1 0,-3 2-109,-2 4 0,-1 4 0,-2 0 0,-3-1 0,-2-4 0,-3-7-229,-13 6 1,-6-10 0,3-5 0,2-5 0,6-3 0,9 19 0</inkml:trace>
  <inkml:trace contextRef="#ctx0" brushRef="#br0" timeOffset="46283">13451 6914 7533,'-6'-35'1638,"0"9"0,0 1 1638,-2 2-114,-31-1-3342,6 38 0,-6 13 396,10-7 0,-4 4 0,-2 2 0,1 2 0,1 2 161,-1 3 1,0 2 0,1 2 0,2 2 0,2 1 71,3-3 1,0 3 0,1 1 0,3 0-1,5 1 1,7-2-163,6 3 1,7 0 0,4 0 0,4-3 0,2-3-1381,9 8 1,7-6 0,3-6-1,1-6 1,3-4 0,0-10 599,12-14 1,-8-6 0,-19 5-1,5-2 1,0 0 0</inkml:trace>
  <inkml:trace contextRef="#ctx0" brushRef="#br0" timeOffset="47450">13623 7444 7533,'-7'-38'1092,"1"1"0,-3 9 0,1 5 2184,1 8-2145,-15 10 1,-6 10-1162,1 11 0,0 9 0,4 4 389,4 3 1,4 2 0,6 4-1050,8 14 1,8 3-1,8-15 1230,6-24 0,4-11 89,9-4 1,-5-13-630,-23-28 0,-12-17 0,7 9 270,20 14 0,6 7 1079,1 0 0,4 7-135,18 11 1,-5 12-3914,-19 11 2519,-22-12 45,-19 17 1,-4 11-166,23 5 0,10 5 0,5-11-465,6-17 1,5-11 674,4-10 0,4-10 0,-5-4 1728,-3-16 0,-4 0-758,-6 12 1,-3 15-1691,-9 47 1,-3 22 809,5-20 0,3 1 0,3-9 0,27-6 0,-14-52 0,0-1 0</inkml:trace>
  <inkml:trace contextRef="#ctx0" brushRef="#br0" timeOffset="48388">14349 7479 10591,'-6'44'1638,"-1"0"0,1 5-758,9-68 1,5-17-671,-1-3 0,3-5 0,4 2-990,8 5 1,5 2-1,2 3-313,1 2 1,2 2 0,2 11 981,5 17 1,2 11 0,-3 0 0,-3 2 0,-3-2 0,17-11 0</inkml:trace>
  <inkml:trace contextRef="#ctx0" brushRef="#br0" timeOffset="48999">14780 7285 7533,'-26'-32'1638,"0"-1"0,12 78-819,15-13 0,5 8 0,1 2 0,-4-3 273,-7 7 0,-2-2 0,-1-6-340,-1-4 1,5-16-3631,25-53 2585,9 12 1,12-4 0,5-1 0,-4 0 854,-7 2 0,-1-2 0,-1 1 0,-3 1 530,5-7 0,-3 2 0,-21 12 400,-48 25-2585,38 23 1,15 14 0,1 1 1036,-4-6 0,1 0 1,5-3-1,8-3 0,7 0 1,-2-4-1,-10-10 0,-10-8 1</inkml:trace>
  <inkml:trace contextRef="#ctx0" brushRef="#br0" timeOffset="52468">2170 8943 7353,'-10'-10'3276,"2"-13"0,8 19-2732,-4 27 1,-5 31-1,-2 2-508,3-19 0,0 2 0,-2 2 0,0 1 0,1 1 233,1 1 1,0 3 0,0 2 0,0-1 0,0-2 0,-1-4 157,-3 10 0,-3 0 1,3-10-1,8-25-1731,16-46 0,8-26 1393,-9 16 1,1-5 0,0-5 0,0 0 0,-1 0 224,-1 7 1,0-1 0,-1-1 0,1 1 0,0 1 0,0 3-428,4-11 1,1-2 0,-1 10 0,-2 26 786,-3 35 1,0 13-630,-1-7 0,3 5-68,4 10 1,4 11-1,3-6 1,3-21 291,16-43 1,4-9-360,-4 41 1,-4-6-73,-15-34 0,-3-21 0,-2-9 0,-5 3 0,-3 14 1331,-5-3-494,11 56 0,1 17-675,-10 1 0,-5 10 0,-2 6 0,-1 4 0,1-2 0,2-3-180,3 2 0,1-1 0,0-1 0,0-1 0,-1 0-640,-2 13 1,-3 3 0,3-10 0,5-25-1,11-28 1,15-6 0,4 8 0</inkml:trace>
  <inkml:trace contextRef="#ctx0" brushRef="#br0" timeOffset="52935">2981 9366 7533,'-11'49'819,"0"-1"0,0 0 0,49-73 0,6-3 2457,-22 71-2184,-17-63 0,-4-22 0,-6 1-839,-11-10 1,-11 15-1,-9 34 1,12 8 0,57 2-1,0 0 1</inkml:trace>
  <inkml:trace contextRef="#ctx0" brushRef="#br0" timeOffset="54234">3651 8908 7533,'-4'-34'1092,"0"1"0,4 1 0,-2 13 2184,-5 29-2868,4 18 0,5 16 1,3 7-1,-2-2-251,2-1 1,0 2-1,-1-1 1,0-2-113,-1-3 0,0 1 0,-2-4 0,-4-8-675,-15 12 360,-11-52 0,-12-14 0,2 10 869,5 19 1,2 10 0,4 5 449,-2 8 1,5 7 0,15-1-1200,20-3 0,15 0 0,5-4-943,4-3 1,7-5 0,1-9 623,3-10 1,2-9 0,-8-2 0,-8-1 0,-9 0 0,-8 1 0</inkml:trace>
  <inkml:trace contextRef="#ctx0" brushRef="#br0" timeOffset="54787">3881 9454 7533,'-9'-24'1638,"0"-1"0,-1-14 1638,-13 63-2010,10 3 1,6 7-1942,6 11 0,14-6 1035,29-21 0,10-17 134,-7-16 1,-2-13-195,-6-1 0,0-6 0,-9 1-570,-13-5 0,-8 16 630,-9 60-1453,12-8 1,8 4 0,3-1 928,-1-4 0,4-1 0,0-6 1,10-2-1,-1-14 0,-10-25 0,1 1 1</inkml:trace>
  <inkml:trace contextRef="#ctx0" brushRef="#br0" timeOffset="55135">4480 8890 9242,'-19'-14'1638,"8"45"0,6 21-819,3-14 0,2 6 0,1 2 0,0 0 0,-1 1 0,0 2 0,0-1 0,0-2-870,0-5 0,0 0 0,0-2 0,0-5-1588,-2 8 1,4-12 818,6-18 1,-14 4 0,4-16 0</inkml:trace>
  <inkml:trace contextRef="#ctx0" brushRef="#br0" timeOffset="56001">4780 9560 8522,'-19'-10'1638,"35"-3"0,14-5-546,-5-2 0,0-3 0,1-2-638,8-7 1,0-3 0,-13 0-276,-22-15 1,-17 13-1169,-14 35 0,-5 18 1731,9 8 0,-1 11 0,4 5 0,10-2-443,8 7 1,11 1 0,10-3-1393,12-4 1,12-3 0,2-11 894,-1-15 1,2-9-1,-1-5 1,-2-6-1,-2-7 1,-5 3 0,11-3-1</inkml:trace>
  <inkml:trace contextRef="#ctx0" brushRef="#br0" timeOffset="56918">6042 8731 7623,'-7'-25'3276,"-9"5"-1155,-9 18-2211,3 6 179,-4 21 1,-4 15 0,3 7 395,13-8 1,3 6 0,3 2 0,1 2 0,-1-2-235,-1 0 1,-1 1 0,2-1 0,2 1 0,5-1-908,5 4 1,4 1-1,3 0 1,3-5 0,1-6 288,4 1 0,3-7 0,4-12 0,16-15 0,-3-16 0,-16-21 0</inkml:trace>
  <inkml:trace contextRef="#ctx0" brushRef="#br0" timeOffset="57335">6104 9243 7713,'-7'-43'3276,"40"29"-2184,-3 30 0,5 13 0,-3-2-141,-1-9 1,-7 4-1312,-13 20 0,-8 10 0,-13-11-854,-18-21 0,-8-7 1094,-2 2 0,-1-1 0,18 0 120,31 2 0,20-20 0,12-8 0,2 6 0,0-1 0,0 1 0</inkml:trace>
  <inkml:trace contextRef="#ctx0" brushRef="#br0" timeOffset="57623">6571 9243 7533,'-40'8'655,"0"-1"0,0 1 1,0 14-1,2 5 0,21 1-398,30-2 0,18 1 0,0 0-257,-12 2 0,-1 1 0,5-9 0,13-10 0,5-9 0,-4-7 0,-5-14 0,0-1 0</inkml:trace>
  <inkml:trace contextRef="#ctx0" brushRef="#br0" timeOffset="58001">6707 8696 7533,'11'-12'655,"4"26"0,8 20 1,1 11-1,-1 5 0,-7-3-109,-9-5 0,-5 1 0,-3 2 0,-1 2 0,-1 0 0,3 0-78,1-3 0,2 2 0,1 1 0,-1 0 0,-2-1 0,-2-1 0,-2-1-1015,-4 3 1,-3 0 0,-2 0 0,-2-3 0,-1-4 0,-2-6-1,-14 3 1,-3-7 0,11-3 0,18 18 0,25-12 0</inkml:trace>
  <inkml:trace contextRef="#ctx0" brushRef="#br0" timeOffset="66803">17105 3228 7533,'-19'-10'3276,"-4"-6"0,37-1-2184,8 1 0,10-3 0,2 3-351,6 1 1,3 2 0,0 0-353,5-8 1,0 0 0,-8 20-360,-11 28 0,-7 20 0,-8 4-8,-8-6 1,-8 3-1,-3 3 1,1 5-337,2-16 0,0 3 0,-1 1 0,0 2 0,0 2 0,0-1 0,0 1 0,0-2 449,1 3 0,1 0 0,-1-1 0,1 1 0,0 1 0,-1 0 0,-1 1 0,0 1 20,0-7 0,-2 0 1,1 1-1,-1 2 0,-1-1 1,1 1-1,-1-1 1,1 1-1,0-2 0,0 0 1,1-2-136,1 2 0,0-1 0,0-1 0,1 0 0,0-1 0,0 1 0,-1-1 0,-1 2 0,0 1-47,-2 0 0,0 1 0,-2 1 0,1 0 0,-1 1 0,-1 0 0,1 0 0,0 0 0,0-1 0,1 1-99,0-1 0,0 1 0,1 0 0,-1 0 0,1-1 0,0 1 0,-1-1 0,1 0 0,1-2 0,-1 0 193,0 3 1,1-1-1,-1-2 1,1 0-1,0 0 1,0 1 0,-1 1-1,0 2 39,0-5 0,-1 3 1,0 2-1,0 1 0,0 0 1,-1 0-1,1-1 0,-1-2 1,1-2-1,1-3 0,0-4-124,-2 8 0,1-7 0,0-2 0,1 2 1,-1 6-63,2-3 0,-1 5 0,1 3 0,-1 3 0,1 0 0,-1-1 0,2-2 0,0-3 0,0-5 26,2 3 0,0-5 0,1-2 0,-1 1 0,0 6 63,-1-6 0,0 3 1,-1 2-1,0 2 0,-1 1 1,1 0-1,0-1 1,1-1-1,0-3-35,0 4 0,1-2 1,0 0-1,0-2 0,0 0 1,0-1-1,-1-1 8,0 8 0,-2-2 0,1-1 0,0 0 0,1-1-36,1 0 0,1-1 0,0 0 0,0-2 0,1-3-66,0 6 0,1-3 0,-1 0 180,-1 4 0,-1 1 0,0-2 60,1-7 0,1 0 0,-2-1-210,-1 0 0,-1-2 0,1-1 928,2 7 1,2-7-569,-1-13 571,0 3-31,-17-32-451,-15 6 1,-11 2-585,5 0 0,-5 1 0,-1 0 1,3-3-869,3-4 1,2-2 0,1 0-547,-22 0 1,20-5 1091,57-25 1,10 10 0,4 0 0,-12 4 0,0 1 0</inkml:trace>
  <inkml:trace contextRef="#ctx0" brushRef="#br0" timeOffset="68491">18287 5327 8882,'-14'-39'3276,"3"0"-436,-11 68-2210,1-1 0,-2 7-428,6-1 0,0 7 1,1 3-1,2 1-22,5-2 0,0 2 0,3 1 0,1 1 0,4-2 35,2-3 1,1 2 0,3-2 0,4-1 0,6-5-72,7-1 0,5-1 0,5-4 0,1-6 0,-1-7-234,13-10 0,2-13 0,-1-5 0,-6 0 0,1-4 0,-2-4 0,-4-7-18,-7-7 0,-2-8 0,-3-4 0,-3-1 0,-1 4 310,-3 2 1,-3 1-1,-1 1 1,0-4-77,0-5 0,0-3 0,0-2 0,-3 3 0,-2 8 143,-2-19 1,-7 28 449,-9 50 1,-1 20-136,7 3 1,4 8 0,2 6 0,1 0-780,1-9 0,1 4 0,2 0 0,0 1 1,-1-2-1,0-5-625,-2 5 1,0-4 0,0-2 0,3-3-274,6 6 1,3-4 0,-4-22 272,-5-28 1,22 16 0,12 1 0</inkml:trace>
  <inkml:trace contextRef="#ctx0" brushRef="#br0" timeOffset="69140">19185 5874 7533,'-12'-45'3276,"6"41"-2184,1 26 0,3 22 0,3-2 546,0 2 0,9-12-661,21-24 1,6-18-469,-13-17 1,-4-14 0,2-1 209,-3 8 1,2-2 0,1 2-1,1 11-854,16 4 1,-3 20-959,-18 30 1,-7 19 0,1-1 827,3-12 1,1-1 0,-4-2-1,-1 12 1,-9-19 0,-10-39 0</inkml:trace>
  <inkml:trace contextRef="#ctx0" brushRef="#br0" timeOffset="70380">20072 5874 7892,'2'-27'1638,"1"1"0,4-11 1638,-1-5-1732,-17 23-1904,-12 14 0,-7 8 585,-11 9 0,-1 11 134,8 7 1,2 7 0,2 0 60,5-5 0,2 0 0,8 2-271,8 8 1,7 3 0,12-12-330,29-17 1,10-17 119,-11-9 0,1-9 0,-3-7 464,-9 1 1,-2-6 0,-2-2 0,-3 1 14,2-7 1,-4 0 0,-14 13-1409,-19 16 1079,4 31 0,4 19 0,3 1-1183,4-1 1,3 0 0,5-2 838,4-5 0,3-1 0,4-11 1,8-13-1,2-12 0,2-19 0,-1 1 1</inkml:trace>
  <inkml:trace contextRef="#ctx0" brushRef="#br0" timeOffset="71295">20490 6015 9332,'-5'31'1638,"-4"-64"0,6-22 0,17 17 0,7 0-1154,-6-1 1,2-2-1,2 9 505,5 13 1,2 10 224,1 15 1,-4 6-2025,-12 4-719,-18 20 0,-1 8 1304,17 4 0,12-6 495,15-13 0,6-19-121,-13-25 1,-1-15 0,0-1-60,0-2 0,-2 0 0,-5 21 360,-9 31 0,-7 20 0,-1 7 18,-3-11 0,-2 5 0,-1 3 0,-2 4 0,0 0 0,-1 1 0,-1-1-59,1-1 1,-1 3-1,0 0 1,0 1-1,-3-1 1,-1-2 0,-2-3-1,-3-3-422,-5 1 0,-3 0 1,-2-3-1,-3-4 0,-1-9 1,-1-9-753,-12-11 1,-5-14-1,1-8 1,3-5-56,2-4 1,1-7 0,6-4 0,10 0 623,10-5 0,9-2 1,13 7-1,23 7 1,15 11-1,1 15 1,-1 0-1,1-1 0</inkml:trace>
  <inkml:trace contextRef="#ctx0" brushRef="#br0" timeOffset="71520">21339 6227 7533,'-26'-28'1092,"35"18"0,20 12 0</inkml:trace>
  <inkml:trace contextRef="#ctx0" brushRef="#br0" timeOffset="78821">2081 11077 7533,'-7'-19'3276,"5"-5"-1335,-6 22-502,8 2-720,-8 18-944,0 7 1,-2 9 336,-3 0 0,-4 7 1,-1 2-1,0-1 203,-1-1 0,0 0 0,0 1 0,-1 1 224,2-2 1,0 4 0,-1-1-1,1-2 1,1-4-270,-3-1 0,1-5 0,5-1 539,5 5 1,10-10 269,19-24-30,11 3 1,10 2-1,1-3-1229,-7-5 0,1-2 1,2 1-641,3 3 1,3 1 0,-1 0 0,-4-1 163,6-5 1,-6 0-1,16 4 1,-55 0 0</inkml:trace>
  <inkml:trace contextRef="#ctx0" brushRef="#br0" timeOffset="79338">2011 11448 7533,'-43'-8'3276,"21"6"0,30-14-1638,22 10 0,11 2-2731,-6-1 1,3-2 0,-2 2 545,9 0 1,-3 0 0,-8-2 0,-12-2 0,-24-1 0</inkml:trace>
  <inkml:trace contextRef="#ctx0" brushRef="#br0" timeOffset="79738">2028 11113 7533,'-35'-26'1638,"56"-2"0,9-3 1638,-20-4-3561,19 14 0,19-3 0,8 2 0,-2 4 0,-12 7 285,-6 10 0,-1 6 0,3-5 0,7-1 0,-3 4 0,-12 9 0,-23 34 0,-1 0 0</inkml:trace>
  <inkml:trace contextRef="#ctx0" brushRef="#br0" timeOffset="80472">2593 11571 10141,'-20'-35'3276,"5"15"-705,15 52-2242,-3 5 1,0 11 0,1-4-285,3 0 0,4-4 495,2-4 0,3-15-406,4-48 1,2-24 674,-4 12 1,1-5 0,0-1 0,0 6-226,3-7 1,5 8-1485,11 3 1,3 17-740,-15 30 1,1 7 1322,6 2 0,-3-6 0,-15-15 0,-10-20 0</inkml:trace>
  <inkml:trace contextRef="#ctx0" brushRef="#br0" timeOffset="81406">2893 11536 7533,'-18'-18'3276,"8"48"-1638,5 7 0,3 6-3277,4 6 1,3 0 1377,-3 3 0,6-16 0,18-36 0,-13-24 0,1-1 0</inkml:trace>
  <inkml:trace contextRef="#ctx0" brushRef="#br0" timeOffset="81873">3175 11642 8612,'-10'31'1092,"0"0"0,13-3 0,2-1 546,-1 9 0,-2-15-237,-5-39 1,-2-15-683,0 0 1,-2-4 0,4-1-1080,0-3 0,3-1 0,8 6-1279,20-2 1,9 17 1169,2 29 1,1 11 0,0-4 0,-4 4 0,-19 5 0,-1 1 0</inkml:trace>
  <inkml:trace contextRef="#ctx0" brushRef="#br0" timeOffset="82378">3545 11536 7533,'0'-28'3276,"-7"3"-1638,-17 42 0,-1 19-824,14-1 0,7 7 1,7-2-576,5-3 1,5-2 0,7-9 614,22-6 1,0-22-555,-21-20 0,-6-13 0,-6-2-870,-4-2 0,-6-3 1,-9 9-1070,-17 7 1,-4 13 1091,-7 31 1,52 9 0,14 3 0,-5-17 0,1 1 0</inkml:trace>
  <inkml:trace contextRef="#ctx0" brushRef="#br0" timeOffset="83495">3986 10918 7623,'-17'-43'3276,"15"85"-2457,1-10 0,2 9 0,-1 4 0,2 1-352,0-6 0,0 2 0,1 2 0,1 0 0,-1 0 0,0-3-1123,1 2 1,-1-1-1,0-2 1,1 0 0,0-3 435,2 17 0,1-2 0,6-27 0,6-39 0,5-15 0,3 2 0,1-1 0</inkml:trace>
  <inkml:trace contextRef="#ctx0" brushRef="#br0" timeOffset="83775">4251 10918 11490,'-15'34'468,"1"-1"0,10 2 0,3 9 0,3 5 0,1 1 0,1 0 0,-1-5 264,2 4 1,1-2 0,0-1 0,1 4-733,-1-6 0,0 5 0,0 2 0,0-3 0,0-8 0,-1-12 0,3 0 0,-18-54 0</inkml:trace>
  <inkml:trace contextRef="#ctx0" brushRef="#br0" timeOffset="84691">4657 11606 7533,'-12'0'1638,"37"-6"0,15-3 0,-14 1 0,1-4-546,14-12 0,4-9 0,-19 0-879,-32-5 0,-16 3-888,-15 2 1,-8 17 1603,5 34 1,-1 18-1,6 5-180,9-5 1,6 3 0,11 3-638,11-2 0,9 2 1,6-1-1,4-9-1205,12-8 1,6-8 0,0-5 545,13-3 1,-5-10 0,-13-9 0,-6-4 0,2-12 0</inkml:trace>
  <inkml:trace contextRef="#ctx0" brushRef="#br0" timeOffset="86144">5378 10866 8252,'-27'-40'1638,"24"63"0,6 17-819,-1-3 0,2 5 0,1 5 0,0 0-331,1-2 1,0 2 0,1 2-1,-1-2 1,-1-2-624,1-1 0,0-2 0,-2-2 0,-8-7-315,-13 4 1,-9-16 943,-11-39 1,-4-5 584,4 32 1,-2 11 0,5 2 269,0 3 0,13 5-390,27 10 1,15 5-1,7-8-2052,1-20 1,6-7 0,1-2 623,7-1 1,2-2 0,-5-5 0,-4-8 0,-6 0 0,-1 8 0</inkml:trace>
  <inkml:trace contextRef="#ctx0" brushRef="#br0" timeOffset="86660">6363 10813 7533,'0'-43'1092,"0"-1"0,-29 27 0,-8 17-546,14 15 0,-2 14 0,0 8 0,0 5 0,2 2 0,2-3 0,0 0 0,1 3 0,2 0 0,2 2 0,1 1 0,2 1-78,2-2 0,0 3 0,1 0 0,2 1 0,3-1 0,3-2 0,4-4-1124,5 3 1,4-2-1,3-3 1,4-3 0,2-5 343,13 4 0,5-7 1,-2-9-1,-6-12 1,-9-2-1,-16 3 0</inkml:trace>
  <inkml:trace contextRef="#ctx0" brushRef="#br0" timeOffset="87831">6953 11095 7533,'17'-22'1092,"0"1"0,1-2 0,-2 1 2184,1-16-2730,-40 26 1,-13 7-727,-3 9 0,-5 7 1,4 7 628,6 5 1,5 6 0,10 7 205,14-1 0,9 6 1,5 3-1,3 0 0,-1-2-465,1-2 0,1-2 1,2 1-1,1-1 0,1 1 44,5 4 0,6 2 0,-2-1 0,-7-2 0,-15-6-354,-20 3 0,-16-6 0,-1-9-960,-6-10 1,-3-12-14,2-7 1,-1-6 0,15-3 436,22-15 1,43 13-1,-8 21 1,0 0 0</inkml:trace>
  <inkml:trace contextRef="#ctx0" brushRef="#br0" timeOffset="88480">7298 11077 7533,'-26'-19'3276,"19"34"-2184,7 18 0,4 15 0,0 5-1435,-2-16 1,0 5-1,1 2 1,-1 0 0,1-1-1,-1-3 140,1 6 1,0-4 0,0 0 0,-1 1 202,-1 14 0,0 7 0,0-11 0,1-31 0,5-44 0,5 1 0</inkml:trace>
  <inkml:trace contextRef="#ctx0" brushRef="#br0" timeOffset="88715">7199 11465 7533,'-16'-24'1092,"1"-1"0,46 0 0,23 1-874,-19 9 0,6-2 1,3 0-1,0 2 1,-2 1-1,3 0 1,-1 2-1,0 1 1,2 1-1,-1 2 0,0-1 1,0 1-1,0 0 1,0 0-1</inkml:trace>
  <inkml:trace contextRef="#ctx0" brushRef="#br0" timeOffset="89600">7654 11501 7533,'-42'-18'3276,"9"16"-1638,10 28 0,5 13-912,9 8 1,14 2-1820,19-13 1,11-1 0,-4-2 874,-9 6 1,4-12 567,12-29 0,12-14 0,-1-10 0,-13-2 669,-20-6 0,-8-5 1,0 4-121,12-8 1,0 19-4177,6 58 3045,-9-8 1,2 5 0,1 0 0,9 13-1,5-12 1,14-40 0,1 1 0</inkml:trace>
  <inkml:trace contextRef="#ctx0" brushRef="#br0" timeOffset="90879">8442 10883 7533,'-19'-45'3276,"28"88"-2730,-8-10 0,-2 11 0,-1 7 0,-1 2 0,2-2 0,2-6 154,4-1 1,3-3 0,-1 0-1,-1 3-880,-3 3 0,-1 10 0,-1 2 0,-1-7 1,-2-15-1,-1-22-900,-1-38 1,-7-13 1708,-11 10 1,-10 7-90,-7 7 0,-6 7 0,6 12-301,10 17 1,6 12 0,3 2 329,-4 4 1,3 2 0,19-7-818,26-11 1,18-6 0,7-5 0,-2-7-293,-6-9 0,2-7 1,-1-5-1,1-2 1007,-3-2 1,2-2 0,-1-4 0,-4-1 0,-5-1 191,4-12 1,-7-2 0,-17 3-1920,-26 0 1,-10 15 1663,-4 49 1,4 21 0,12-1 0,14 2-555,14-11 0,11-1 0,3-9 15,10-14 0,4-11 135,0-9 0,-7-3-1888,-21 2 1618,22-6 360,-6-25 1439,-9 9 0,-2 13-3778,-5 44-1028,10 6 2961,-27 12 0,4-9 1,20-40-1,3-12 0,-12-11 1,-1 1-1</inkml:trace>
  <inkml:trace contextRef="#ctx0" brushRef="#br0" timeOffset="91596">9303 11007 7533,'-13'-47'3276,"-9"68"-1638,19 5 0,3 9-983,-2 3 0,-2 8 1,1 6-1,1-1 0,2-5-594,5-2 1,3-3-1,0-1 1,-1 2-882,-3 7 1,-2 3 0,2-4 0,3-7 628,10 1 1,2-19 0,-1-33 0,-6-18 0</inkml:trace>
  <inkml:trace contextRef="#ctx0" brushRef="#br0" timeOffset="91796">9144 11412 7533,'32'-36'655,"0"0"0,-1 1 1,0 10-1,1 3 0,5 4-340,4 4 1,6 2-1,0 4 1,-4 3 0,-2 4-1,-3 4 1,-9 3 0,-6 3-1</inkml:trace>
  <inkml:trace contextRef="#ctx0" brushRef="#br0" timeOffset="92562">9894 11571 10051,'11'26'1092,"-1"-1"0,-7 6 0,-5 3-2184,-3 2 0,-4 2 0,-4-3 1092,-10 4 0,-6-9 0,-6-11 0,0-7 0,-10-2 0</inkml:trace>
  <inkml:trace contextRef="#ctx0" brushRef="#br0" timeOffset="93296">10484 11007 7982,'-13'-47'1638,"7"73"0,2 24-983,2-15 0,2 5 1,1 3-1,-1 2 0,1 0-503,-1-4 0,0 1 1,0 1-1,0-1 1,0 0-1,0-1-972,0 14 1,0 2 0,0-7 0,0-16 580,0-15 1,0-45-1,0-20 1,0 6-1,0 0 1,0 0-1</inkml:trace>
  <inkml:trace contextRef="#ctx0" brushRef="#br0" timeOffset="93730">10399 11042 7533,'12'-46'468,"-1"1"0,1-1 0,0 1 0,13 11 0,5 3 0,4 8 0,0 13 187,1 16 0,2 13 1,1 7-1,-2 5 0,-5-2 164,-2 4 0,-4 3 0,-5 3 0,-5 0-61,-4 6 1,-5 3 0,-7-2-1,-11-8-893,-14-12 0,-12-5 0,-4-6 1,3-5-959,1-3 1,0-6 0,7-5 963,-4-11 1,73 24-1,-7 10 1,-1 0-1,1 0 1</inkml:trace>
  <inkml:trace contextRef="#ctx0" brushRef="#br0" timeOffset="94084">10854 11589 7803,'-10'41'1638,"0"0"0,31-66-546,-10-10 0,-1-11 0,1-3-273,1 2 0,0-4 0,4 1 0,4 8-1912,12 6 1,5 8 0,-4 2 763,-4-4 1,0 13 0,-1 27 0,3 16 0,1 4 0,-3-6 0,6-1 0,0-1-1</inkml:trace>
  <inkml:trace contextRef="#ctx0" brushRef="#br0" timeOffset="94747">11407 11430 7353,'-20'-27'1092,"0"-1"0,1 6 0,-2 9 0,-10 16 0,-4 11 0,8 8-273,15 10 0,8 11 0,7 1 0,6-8-2458,19-2 1,7-1 1605,-12 12 0,1 5 0,2-26-83,1-37 0,6-22 0,0-12 0,-8-2 1,-15 9-185,-24-1 0,-18 3 0,4-1 300,15-2 0,4 0 0,-7 13 0,-14 20 0,4 16 0,33 33 0,0-1 0,-1 1 0</inkml:trace>
  <inkml:trace contextRef="#ctx0" brushRef="#br0" timeOffset="95647">11801 11448 7982,'-24'-22'1092,"-1"1"0,-12 7 0,-2 14-2032,13 20 0,3 11 1,-1-2 1073,-13-4 1,16-1 215,45 13 0,25 2 0,-7-25-650,-28-38 0,-6-20 0,8 6 1246,24 12 0,9 7 0,-12 19 103,-26 25 1,-11 15 0,-2 5-811,0-6 1,-1 5 0,-3 3 0,0 2 0,-2 1 0,-1-3 17,0-3 0,1 3 0,-2 0 0,-1-1 0,-2-3 0,-3-4 0,-2-7-212,-11 5 0,-5-4 0,-2-11 0,1-16-420,5-18 0,-1-14 0,-1-10 0,2-5 1,5-1-1,6 3-445,6-8 1,9-2 0,4 0 0,1 0 549,-3-2 1,1-2 0,6 5 0,11 14 0,23 18 0,14 14 0,-4 5 0,-6 1 0,0 1-1</inkml:trace>
  <inkml:trace contextRef="#ctx0" brushRef="#br0" timeOffset="96280">12097 11536 7533,'-6'41'1638,"1"0"0,2 6 0,2-14 0,2-7 1638,2-20-2184,5-26 0,4-24 0,1-4-273,-2 4 0,0-5 0,0-1 0,-1 3-462,0 7 1,-1 1-1,0 1 1,1-2-966,0-13 1,1-6 0,2 10 0,3 26 607,14 48 0,3 15 0,-5-30 0,1 1 0,3 28 0,0-1 0,0 1 0</inkml:trace>
  <inkml:trace contextRef="#ctx0" brushRef="#br0" timeOffset="97181">12713 11359 7533,'-7'-39'1638,"10"5"0,-6 6 0,-25 21 0,-8 14-1271,-3 8 0,1 11-188,2 3 1,0 6 0,9 5 30,12 9 0,10 5 0,16-12-300,16-21 0,13-9 0,0-8 120,0-11 0,-1-9 0,-2-6-52,-2-12 1,-4-7 0,-9 0 201,-6-11 0,-17 16-1619,-33 46 346,30 23 1,13 16 0,1-2 623,3-1 1,2-2 0,-4-3 0,1 2 0,4-13 0,25-14 0</inkml:trace>
  <inkml:trace contextRef="#ctx0" brushRef="#br0" timeOffset="97898">13094 11359 7533,'-10'-23'1638,"1"-1"0,-9 15 0,11 39 0,7 16 0,6 3 0,10-8-1695,13-19 0,4-16 776,-6-28 1,0-16 0,-2 4-495,-3 8 0,-2 5-675,7-7 390,-15 55 0,0 23 0,6-19 60,14-39 0,7-20 0,0 3 1092,-5 14 0,0 1 0,-1 0-475,2-10 0,-1-2 0,-7 17-1710,-6 32 1,-9 20 0,-3 2 727,-5-10 1,-4 1 0,1 0 0,3-2 0,8 8 0,5-2 0,-1-22 0,3-34 0</inkml:trace>
  <inkml:trace contextRef="#ctx0" brushRef="#br0" timeOffset="98915">13782 10619 7533,'11'-33'468,"-1"0"0,0 1 0,12 44 0,7 23 0,3 15 0,-2 4 0,-6-4 78,-9-9 0,-5 1 0,-1 2 0,-2 1 0,0 3 0,1 1-219,0-9 1,2 3 0,1 1-1,0 2 1,-1 1 0,0 0-1,-2-1 1,-2 0 0,-3-2-1,-3-2 141,-6 9 0,-4 0 0,-3 0 0,-3-3 0,-2-1 0,1-5 0,1-3-461,-4 3 0,0-5 0,-1-4 0,1-6-1646,-13 3 1,14-13 1196,49-19 0,-4-29 0,-3 16 0,-1 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27:07.451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1923 5450 9332,'-10'10'2878,"-6"14"-1619,14-20-539,-6 11-3997,16-46 2932,2 15 365,0-9 0,3-14 1,3-8-1,1-5 0,0 1 1,-2 5-219,2 0 0,-1 1 0,0 1 0,1-2 0,0-3 198,-4 10 0,1-4 0,0-1 0,0-1 0,0 0 0,-1 2 0,0 1 0,-1 4 22,5-15 1,-1 3-1,-1 4 1,-4 5 696,-1-6 1,-4 14-1889,-6 23 989,8 18 3456,9 27-2184,-6-7 0,1 6 0,1 6-908,-4-3 0,2 6 0,-1 3 0,0 2 1,1 1-1,-2-1-94,0-6 0,-1 1 1,1 1-1,-1-1 0,0 2 1,0-1-1,-1 0 64,0 3 0,0 1 0,0 0 1,0 0-1,-1-1 0,0-2 1,-1-2-335,3 12 0,0-1 0,-2-6 0,-4-9-1889,-10 10-1208,6-69 3264,-6-9 0,0 3 1,-2 18-1</inkml:trace>
  <inkml:trace contextRef="#ctx0" brushRef="#br0" timeOffset="266">2046 5256 7533,'-18'-43'1638,"41"19"0,17 3-1707,-1 8 1,7 3 0,3 2-1,-3 2 1,3 0 0,-3 3 0,1 2-1,1 5 1,0 0 0,1 0 0</inkml:trace>
  <inkml:trace contextRef="#ctx0" brushRef="#br0" timeOffset="1149">3140 4392 7533,'-10'-39'3276,"2"47"-2457,5 15 0,4 15 0,0 7 0,0 0-757,-2-7 0,-1 4 1,0 1-1,1 2 0,-1-1 1,2-2-63,2 7 0,1 1 0,1-2 0,-1 0 0,-1-2 90,-4 12 0,-3 2 0,3-10 0,7-23-630,11-27 315,-25-26 0,-14-9 585,-12 0 0,-8 11 44,-4 20 1,-2 18 112,16 7 0,0 10 1,3 4-1,4 1 180,9-2 0,4 1 0,3 2 0,1 0-270,1 3 0,1 2 1,4-2-1,8-5 83,8-2 0,8-4 0,5-11-1603,18-16 1,9-14 0,-5 1 623,-5 9 1,-3-4 0,2-15 0,1-6 0,-24 12 0,-21 15 0</inkml:trace>
  <inkml:trace contextRef="#ctx0" brushRef="#br0" timeOffset="2000">3493 5115 7533,'-6'41'3276,"-4"-23"-2240,16 18 1,12 16 0,-1-1-408,-4-3 1,-2 0 0,0-3-630,0 4 0,0-2 299,1-4 1,1-1 0,1-23 269,-2-35 1,0-22 0,-1-2-998,-1 3 1,0-3 0,-1-2 0,1 2-666,5-5 1,1 0 0,-3 0 545,-7-8 1,-2-1 0,3 28 0,17 57 0,-5 8 0</inkml:trace>
  <inkml:trace contextRef="#ctx0" brushRef="#br0" timeOffset="2365">3969 5062 7533,'-10'-25'3276,"2"13"0,0 51-3182,8-5 1,3 6 0,0 2-793,1-4 1,0 3 0,1 0 0,0-2-396,-2 4 1,1-2 0,3-4 974,7 8 0,3-19 0,1-44 0,9-9 0</inkml:trace>
  <inkml:trace contextRef="#ctx0" brushRef="#br0" timeOffset="2933">4480 5168 7533,'-11'-29'1638,"-1"-1"0,-25-3-308,-1 20 0,-3 8-1330,4 10 0,7 12 427,23 11 0,10 12 1,4 4-1,0-1-45,1-3 0,2 1 1,0 0-1,1 1 67,4 7 1,1 1 0,-2-1 0,-8-4-330,-6-1 0,-6-3 0,-9-15-1759,-21-24 1,-7-14 1091,2 6 1,10-7 0,24-15 0,14 1 0,42 17 0</inkml:trace>
  <inkml:trace contextRef="#ctx0" brushRef="#br0" timeOffset="4167">4780 5450 7533,'-4'-27'1638,"25"3"0,10-1-572,-5 3 1,2-1 0,-1-3-528,3-6 1,0-3 0,-15 2-945,-20-3 1,-12 12-586,-6 25 1,-5 15 1146,0 10 0,-2 10 1,0 6-1,7-3 382,5 5 1,5 0 0,3 0-120,-5 4 0,3-1 0,15-17-61,31-29 1,13-18-608,-11 1 1,4-7 0,1-2 0,1-1 444,-4 4 1,2-2 0,0-1 0,-1 0 0,-2 0 589,4-3 0,-1-1 0,-4 0 0,-7-1-1147,2-21 1,-25 10-691,-34 34 1,-18 12 0,5 5 329,7 2 0,10 9 1769,19 19 1,12 12 0,5-5-871,5-3 1,9-3 157,7-12 1,10 1-1,-4-2 1,-21-4-158,-39 14-1819,2-7 1,-3-2 1091,-3-12 1,-2-2 0,-5 4 0,13-7 0,20-12 0</inkml:trace>
  <inkml:trace contextRef="#ctx0" brushRef="#br0" timeOffset="4533">4145 4780 7533,'-39'-29'449,"31"5"1,38 24 0</inkml:trace>
  <inkml:trace contextRef="#ctx0" brushRef="#br0" timeOffset="5833">6534 4269 7533,'-10'-36'2518,"-15"25"-2563,-5 18 0,-5 11 225,1 7 0,-1 8 0,-2 5 89,10-8 1,-3 4 0,0 2 0,0 2 0,2 1 0,2 0 44,3 0 1,1 1 0,2 1 0,1 1 0,1 2 0,1 1-7,1 0 0,0 3 1,0 2-1,2 0 1,3 0-1,4-1 1,5-2-220,6-2 1,5 0 0,4-2 0,2-1 0,1-1 0,-1-1-746,2 3 1,0-2-1,1-1 1,2-3 0,1-4 615,6-1 0,2-3 0,0-3 0,-4-5 0,1-2 0,-6-3 0,-9 10 0</inkml:trace>
  <inkml:trace contextRef="#ctx0" brushRef="#br0" timeOffset="6701">6584 5362 7533,'-7'38'409,"0"0"1,0 0-1,5 0 1,1 7-1,1 3 1,1-1 0,0-4-1,0-7 741,1 6 1,0-4-1286,-2 17 0,0-22-174,0-45 1,0-20-1,-1-14 1,1-10 0,0-2-1,1 2 1,1 8 398,0 5 0,2 2 0,0 0 0,1-1 0,1 0 0,1-1 192,0-5 1,0-4 0,1-1-1,1 0 1,2 4 0,2 5-1,4 8 168,14-8 0,6 10 0,1 19 642,0 23 0,0 16 0,-8 9-1102,-14 6 1,-7 9-1,-5 3 1,-2-3-464,0-5 1,-2-1 0,-4-2 0,-6-2 314,-11 0 1,-8 0 0,-2-7-1,2-11-1481,0-14 1,2-10 1169,-4-3 1,14-1 0,41 4 0,18 2 0,3 1 0,0 0 0</inkml:trace>
  <inkml:trace contextRef="#ctx0" brushRef="#br0" timeOffset="6933">7359 5274 10411,'-27'34'229,"-1"1"1,11-4 0,1 2 0,4 1 0,4 9 0,7-2 0,6-8 0,1 1 0</inkml:trace>
  <inkml:trace contextRef="#ctx0" brushRef="#br0" timeOffset="7817">8171 4939 7533,'15'-21'1638,"-1"1"0,-25-19 663,22 1-2751,-40 21 0,-14 11 690,11 13 0,-1 8 0,3 2-510,-4 4 0,11 7 510,19 3 0,10 5 0,5 1 524,6-2 1,7 1-1,0 1 1,-6 2-496,-8 5 1,-4 3 0,-4 0 0,-3-5-1290,-3-3 1,-3-4 0,-8-5-74,-11-3 1,-7-5 0,2-12 623,1-18 1,12-10 0,38-10 0,16 1 0,-2 18 0,-1-1 0</inkml:trace>
  <inkml:trace contextRef="#ctx0" brushRef="#br0" timeOffset="8277">8528 4216 9961,'18'8'1529,"7"12"1,2 16-1166,-15-8 0,1 8 0,0 6 0,-1 5 0,-1 2 0,0 2 0,-2-2 0,-2-3 0,-2-4 182,-2 3 0,-3-3 0,-2-1 0,-1-1 0,-1 3 0,0 3-911,1 0 1,1 4 0,-1 4 0,0 1 0,-1 0 0,-2-2 0,-1-3 0,-3-7 0,-2-6-456,-10 3 1,-3-8 0,-3-5 0,0-4 272,-13 0 1,-3-5 0,24-12 0,31-14 0,9-2 0</inkml:trace>
  <inkml:trace contextRef="#ctx0" brushRef="#br0" timeOffset="8817">10153 4868 7533,'-27'-37'819,"9"12"0,7 40 0,5 15 0</inkml:trace>
  <inkml:trace contextRef="#ctx0" brushRef="#br0" timeOffset="8966">10091 5027 10141,'14'20'0,"9"-5"0</inkml:trace>
  <inkml:trace contextRef="#ctx0" brushRef="#br0" timeOffset="10659">12171 4604 8972,'-7'-20'2698,"-4"4"-2608,10 16 270,-5 8-19,4 16 1,3 15 0,2 9 0,0 2 0,-2-5-297,-2 2 0,0-1 0,-1 2 0,2 3 6,0-8 0,1 5 1,0 2-1,0 0 1,0-1-1,-1-4 1,0-6-892,-1 9 1,-1-7-1,-1-7-2437,-2 5 3118,4-60 1,0-15 0,-4 6-1,-1 2 1,0-8 0</inkml:trace>
  <inkml:trace contextRef="#ctx0" brushRef="#br0" timeOffset="11382">12171 4568 7533,'2'-25'1092,"0"0"0,22 4 0,10 10 0,8 14 0,7 12 0,1 4-594,-11 1 0,1 3 0,-1 3 1,-3 1-499,-4 0 0,0 1 0,-4 2 0,-11 1-480,-8 9 0,-10 1 1,-13-6 239,-20-8 0,-17-9 0,0-3 480,3-2 0,-1-4 0,1 1-780,5 2 0,2 0 1,8-5 539,-2-7 0,63-16 0,0 7 0,0-1 0</inkml:trace>
  <inkml:trace contextRef="#ctx0" brushRef="#br0" timeOffset="12516">10473 4286 8162,'-14'-2'652,"7"28"0,4 25 1,2 9-1,1-7-720,1-14 1,0-3-1,1 1 1,0 2-167,-2 3 0,1 3 0,-1 1 0,0-3 1,0-7-757,1 14 1,-2-24 989,-6-69 0,4 13 0,-1-2 0,2-9 0,-1 1 0</inkml:trace>
  <inkml:trace contextRef="#ctx0" brushRef="#br0" timeOffset="13049">10399 4269 7533,'-10'-40'809,"0"1"1,3 11-1,2-1 90,5-7 1,11 6 134,19 21 1,10 12-616,-7 4 1,3 5 0,-1 4-330,7 9 0,-1 6 0,-8 5-120,-11 4 0,-7 3 0,-11 0-540,-12-5 1,-9-1-1,-6-5 450,-6-4 0,-6-4 0,0-5-1454,-15 1 0,6-7 1574,15-5 0,38-16 0,27-1 0</inkml:trace>
  <inkml:trace contextRef="#ctx0" brushRef="#br0" timeOffset="13516">10719 4780 7533,'0'18'1638,"-1"10"0,2 1 303,5-10-1312,-5-34-599,1-17 0,0-11 0,-1 0-90,-2 8 0,-1 0 0,5 1-870,8-4 1,4 1 0,3 14-1230,20 25 2159,5 16 0,-2 7 0,-12 7 0,-2 9 0</inkml:trace>
  <inkml:trace contextRef="#ctx0" brushRef="#br0" timeOffset="13949">11026 4604 7083,'0'-28'1638,"-21"56"0,-2 21-623,23-4 1,6 4-1226,-6 1 0,0 3 0,10-11 570,18-12 0,0-21-360,-21-37 0,-9-24 0,-2 3 180,1 15 0,-2 1 0,-1 0-180,-8-12 0,-2-1 0,12 23 0,22 41 0,7 5 0,0-1 0,0 1 0</inkml:trace>
  <inkml:trace contextRef="#ctx0" brushRef="#br0" timeOffset="14500">11371 4939 7533,'6'19'3276,"6"-34"-76,-4-17-2811,-11 2 1,-5-12 0,-2-7 0,-2-2 0,2 1 0,3 8-300,5-8 0,2 6 0,-2-5-120,-5 9 0,-5-5 0,-1-2 0,2 2 0,5 4 0,9 8-420,24-13 0,14 19-643,-7 29 1,3 11 0,-1 2 828,9 0 1,-4 3 0,-2 8-1,-15 3 1,-40 12 0</inkml:trace>
  <inkml:trace contextRef="#ctx0" brushRef="#br0" timeOffset="14738">11334 4586 8792,'1'-8'1638,"28"-2"0,13 3-1092,-2 0 0,1 2 0,2-1 0,-5 4 0,-14 12 0</inkml:trace>
  <inkml:trace contextRef="#ctx0" brushRef="#br0" timeOffset="15750">13992 4092 7533,'-22'-10'819,"13"33"0,3 21 0,3 11 0,-1-4-557,0-11 0,0 1 0,1 0 1,0 2-1,2 2-809,1 0 1,2 4 0,0 0 0,1 0 0,1-1 0,-1-4 136,0 7 0,0-2 1,2-5-1,2-8 1,6-4-1,-4-17 0,-16-34 1</inkml:trace>
  <inkml:trace contextRef="#ctx0" brushRef="#br0" timeOffset="16017">13782 4568 7533,'-8'-25'1638,"-1"0"0,23-15-546,19 16 0,15 1 0,2 4-1786,-13 7 1,1 2-1,1 2 1,1-2 693,1 0 0,3 0 0,1-1 0,-3 1 0,-3 1 0,4-1 0,-4 2 0,-5-2 0,-6-3 0,0 1 0</inkml:trace>
  <inkml:trace contextRef="#ctx0" brushRef="#br0" timeOffset="16783">14582 4727 7533,'34'0'3276,"-35"-8"-2994,24-5 1,23-4 0,1-3 0,-20-2-328,-34-10 0,-4-1-15,31 4 0,9 0 0,-18 7 30,-41 9 0,-24 10 0,4 11 330,16 11 0,3 9 0,3 3-180,-1 6 0,3 5 0,12-1-240,14-3 0,11 1 0,8-4 120,14 0 0,11-6 0,3-9 0,0-15 0,2-9 0,-1-3 0,-6-3 0,0-1 0,0 1 0</inkml:trace>
  <inkml:trace contextRef="#ctx0" brushRef="#br0" timeOffset="17400">15297 4604 7533,'-28'-32'1092,"1"1"0,-3 7 0,-2 11-931,-10 21 0,0 15 288,13-2 1,2 5 0,5 4-360,-1 9 0,4 6 0,14-4-240,16-8 0,11-3 0,3-9 150,11-9 0,4-14 697,-8-10 0,3-9 0,-2-4 0,-7 1-652,-5-10 0,-8 1-854,-1-6 539,-36 72-823,25 3 1,9 7 0,5-6 827,1-14 1,4-5 0,16 11 0,3-11-1,-6-33 1,1 1 0</inkml:trace>
  <inkml:trace contextRef="#ctx0" brushRef="#br0" timeOffset="17815">15740 4604 7533,'-12'-26'1638,"1"1"0,1 1-1136,-29 9 262,15 35 1,-1 11-91,0-11 1,1 3-106,0 8 1,1 7 0,6-1-300,5 1 0,9 0-91,8 10 1,13-6-720,21-17 1,8-13 539,-2-9 0,-1-10 0,-4-5 0,-6-5 0,-8-16 0</inkml:trace>
  <inkml:trace contextRef="#ctx0" brushRef="#br0" timeOffset="18800">15998 4128 7533,'0'-31'1638,"0"1"0,6-17-957,-5 11-591,5 29 270,-3 41 0,-1 28-109,2-23 1,1 5 0,1 4 0,1 1 0,0-2-252,0 0 0,1 1 0,1 0 0,1 0 0,0-2-656,2-1 1,0 1-1,1-2 1,0-3 0,1-5 597,7 19 1,3-26 147,2-52 0,-2-19 764,-9 0 1,-2 0-765,0 12 0,-1 13-450,-1 46-360,-4 2 1,0 7 0,0 1-374,-1 1 1,1 1 0,2-4 686,5 4 0,5-16 0,20-40 0,-13-24 0</inkml:trace>
  <inkml:trace contextRef="#ctx0" brushRef="#br0" timeOffset="19334">16551 4798 8612,'-20'-10'3276,"48"2"-2665,5-6 0,5-3-432,5 0 1,-5-5 450,-10-22 0,-18 1-990,-44 16 450,-5 40 0,-1 17 449,15-2 1,4 7 0,4 2-720,2 7 0,5 4 0,11-7-1259,15-4 0,11-11 1439,16-21 0,6-12 0,-2-6 0,0-5 0,-12 1 0,1 0 0,-1 0 0</inkml:trace>
  <inkml:trace contextRef="#ctx0" brushRef="#br0" timeOffset="19817">17192 4639 7533,'0'-40'1092,"0"0"0,-24 9 0,-7 15-1220,-10 39 982,11 8 1,9 7-226,24 7 1,14 2 224,10-8 1,0-2-270,-15 1 0,-10-1-2224,-19-3 1,-9-2 1254,-3-2 1,-2-3 0,-1-3-1,14-9 1,33-15 0</inkml:trace>
  <inkml:trace contextRef="#ctx0" brushRef="#br0" timeOffset="20717">18705 4533 9332,'-16'-45'539,"-22"26"1,-10 11-31,12 8 1,-1 6 0,2 3-750,0 3 0,1 2 1,14 7 1288,25 18 0,19 10 1,-1-1-661,-9-8 1,-1-1 0,1-1-510,7 1 0,1-1 0,-16-7-1519,-28-6 1,-12-11 1519,-1-15 0,11-10 0,33-8 1,15-3-1,11 10 0,-1-1 0,1 1 1</inkml:trace>
  <inkml:trace contextRef="#ctx0" brushRef="#br0" timeOffset="21100">19049 4110 7533,'-5'-35'3276,"4"7"-2457,4 49 0,4 31 0,0 11 0,-2-5-889,-3-18 1,-1-1 0,0 0 0,0 2 0,1 2-478,2 3 1,2 4 0,1 0 0,-1 1 0,0-3 0,-2-3 514,-2 5 0,-1 0 0,-1-7 0,-2-11 0,-4-7 0,-7-37 0</inkml:trace>
  <inkml:trace contextRef="#ctx0" brushRef="#br0" timeOffset="21334">18939 4480 7533,'10'-41'655,"-1"0"0,15 17 1,9 2-1,6 2 0,-1 2-449,6 1 1,4 3 0,0 2-1,0 0 1,-2 0 0,1 0 0,-1 1-1,-2 1 1,3-1 0,0 0 0,-1-1-1</inkml:trace>
  <inkml:trace contextRef="#ctx0" brushRef="#br0" timeOffset="22084">19690 4568 8072,'-23'-13'1214,"-1"-1"1,-11 4-1080,9 28 0,4 13 254,10 9 1,7 7 0,14-10-60,21-16 0,13-11 0,1-8-330,-1-14 0,1-11 0,-1-1 472,-8 7 0,1-3 0,-2 3 1,-2 3-1598,8-4 1,-6 16 1124,-19 26 0,-5 14 0,0 2 0,3 4 0,2 0 0,8-9 0,14-23 0,0 0 0,0 0 0</inkml:trace>
  <inkml:trace contextRef="#ctx0" brushRef="#br0" timeOffset="23501">20674 4092 7713,'-20'-2'1638,"10"40"0,9 20-1086,2-21 1,4 3 0,1 2-1,-1-2-642,1 0 0,0 2 0,-1-3 1,-1-3-541,3 14 0,-11-16-45,-31-38 1,-11-11 989,4 3 0,-3 8 22,8 11 0,-3 8 1,2 4-1,9 5-247,6 10 0,9 7 0,13-1 112,12-3 0,12 1 1,7-4-1,4-12-346,6-15 0,9-12 0,3-7 1,0-3-1,-3 1 198,-6 5 0,-2-1 0,0-1 0,-2-4 0,-3-4 287,1-9 1,0-6 0,-4-3 0,-7 1 0,-13 4-792,-16-14 0,-16 18 60,-8 36 0,-6 18 1,10 4 748,21 2 1,12 5 0,1 0 269,-2 4 1,3 1 0,8-13 89,14-19 1,8-11 0,-4-4-1395,-3-7 1,-5 0-2564,7 6 3552,-24 27 1,0 3 359,13-11 1,6-12 417,0-22 0,3-14 0,-1 9-2190,3 19 0,0 6-541,2-8 1,-6 10 1224,-22 41 1,-7 12 0,11-9 0,4-8-1,7-11 1</inkml:trace>
  <inkml:trace contextRef="#ctx0" brushRef="#br0" timeOffset="24033">21966 4128 10231,'-8'47'144,"5"-11"0,2 12 0,0 5 0,1 1 0,1-6-459,1-5 0,1-3 0,1 0 0,-1 3 315,-1-2 0,0 5 0,0 1 0,-1-2 0,-1-5 0,0-8 0,0 4 0,-5-15 0,-9-23 0</inkml:trace>
  <inkml:trace contextRef="#ctx0" brushRef="#br0" timeOffset="24300">21795 4586 7533,'-5'-30'1638,"0"-1"0,2-8-1456,24 23 0,17 0 0,12 1 0,5-1 0,1 2 0,-6 0 0,-11 1 0,-5-1 0,-6 1 0,6-1 0,10 1 0,0 0 0,0 0 0,0 1 0,0-1 0,0 0 0,0 0 0</inkml:trace>
  <inkml:trace contextRef="#ctx0" brushRef="#br0" timeOffset="25366">23234 4516 7083,'36'-36'3276,"-15"9"0,-3 1-4341,-46 17 435,-14 1 540,0 10 0,-10 5 0,9 7-270,12 9 1,9 7 1198,8 4 1,4 5-1,7 2-435,10-4 1,8 2 0,0 0 0,-7-1-105,-7 3 0,-7-2 0,-4-4-345,-7 4 0,-11-11-1048,-8-22 1,-7-11 0,6-2 1011,-4-5 1,55 8 0,24 30 0</inkml:trace>
  <inkml:trace contextRef="#ctx0" brushRef="#br0" timeOffset="25584">23714 5009 7533,'-14'-37'1092,"25"4"0,17 15 0</inkml:trace>
  <inkml:trace contextRef="#ctx0" brushRef="#br0" timeOffset="78467">1023 7814 7892,'-10'0'1260,"-5"-8"1618,-3-2-1169,6 1-1529,-11 1 1709,52 8-1979,10 0 150,-7 0 0,4 0 0,0 0-15,8-1 0,-2 2 90,4 3 0,-5 0 404,-6-2-629,-35 13-89,-12 19 313,-1 8 1,1 10-23,6-17 1,1 3-1,1 2 1,1-1-91,0 1 1,0-1-1,1 1 1,0 0 67,0 5 0,0 2 0,0-2 0,0-3-120,2-6 0,1-4 0,-2 2-60,-1 2 0,-1 1 0,1-1 30,1-1 0,0 0 0,1-1-30,-4 14 0,0-2 90,3 0 0,2-4 90,-1 2 360,0-29-270,0-23-360,-24 6 270,-14-6 0,-8 1 269,7 7 1,-2 3 0,-1 0-240,-3-5 0,-2-1 0,2 2 90,8 3 0,2 1 0,3 0 104,0-3 1,6 0-3373,6 0 3058,28-16 0,14 6 0,9 0 0,10-7 0,0-1 0</inkml:trace>
  <inkml:trace contextRef="#ctx0" brushRef="#br0" timeOffset="79234">1270 8449 7982,'-27'0'3276,"1"0"0,8 0-1282,-7-8-1770,2 3 1,-5 0 270,-17-4 0,-6 1-375,9 4 0,-2 1 0,3 0-1470,-10-2 1,6 2-1928,-4 3 2679,70 0 1,24 0 0,-2 0-1</inkml:trace>
  <inkml:trace contextRef="#ctx0" brushRef="#br0" timeOffset="80135">1005 7796 7533,'-9'0'2428,"-15"0"-179,12 0-540,-13 0-450,-1-7-1169,-5 5 0,-4 2 0,1-5 0,-1 2-585,-4 7 1,6 0-2783,15-10 0,32-4 2891,13-2 1,-11 12 0,-16 20-1</inkml:trace>
  <inkml:trace contextRef="#ctx0" brushRef="#br0" timeOffset="84519">1676 8520 8072,'-10'-10'1170,"-6"-6"-810,14 14-271,-6-14 811,16 15-91,-6-7 1,6 39-810,-8 7 0,-4 11 0,0 5 135,2-16 0,-1 3 0,0 3 0,-1 0 0,1 0 0,1-2 188,-1 4 1,1 0 0,0 0 0,-1-1 0,1-1-306,-1-1 0,-1 2 0,0-2 0,1-5 0,1-7 72,2 16-450,-8-55-2917,6-1 527,-5-9 2750,7 0 0,7-31 0,-2 21 0,0 0 0</inkml:trace>
  <inkml:trace contextRef="#ctx0" brushRef="#br0" timeOffset="85818">1676 8555 11221,'0'-20'2068,"0"5"-89,31-17-1979,0 24 202,3 9 1,11 2-1,1 5 1,-8 4 381,-2 16 1,-1 5-540,-3-14 0,6-1 0,-3 3 0,-11 3 15,-15 12 0,-11 5 0,-5-4-240,-3-1 0,-7-2 45,-4-4 0,-6 3 0,-3-2 0,0-5-576,-7-5 0,-3-6 1,1 0 740,2 2 0,-1 1 0,1-6-1110,-18-10 1,14-4-2198,35 2 2837,-7 0 0,38 0 0,3 0 0</inkml:trace>
  <inkml:trace contextRef="#ctx0" brushRef="#br0" timeOffset="87069">2452 8819 7982,'-10'-19'3276,"18"35"-345,4-1-2391,5 26-46,-14-8 1,-6-1-585,-7 5-180,-6-4 0,-7 3 1,-2-7-1370,-5-14 1,-1-4 1040,-2 10 1,1-3 597,-7-10 0,55-6 0,3 6 0</inkml:trace>
  <inkml:trace contextRef="#ctx0" brushRef="#br0" timeOffset="93402">3034 8520 10681,'-10'-10'1259,"10"-6"-359,2 6-1440,14 1 990,-14 1-90,6 8 269,-1-8-359,-5 6 270,6-14-450,-8 14-180,0-6 0,0 8 450,0 0-1260,-8 0 1,-25 0 674,3 10 0,-3 4 255,4-1 0,-3 2 0,3 2 15,-9 9 0,10 5 629,16 11 1,14 0-181,14-13 1,9-1-225,7 3 0,6 3 0,-4 1-240,-12-4 0,-3 0 0,0-1 15,15 7 0,-11 2-75,-24 2 0,-11 3 0,-6-9 479,-7-16 1,-7-7 59,-4 2 1,-4-2 0,2-4-555,2-4 1,2-8-541,-9-20 0,13 1-2692,28 19 2457,4-12 1,24 8 0,1-2 0</inkml:trace>
  <inkml:trace contextRef="#ctx0" brushRef="#br0" timeOffset="98435">4022 8132 7101,'0'-18'1799,"-32"-8"-466,-7 30-1333,3 11 0,-6 9 0,3 4 381,12-3 0,2 4 0,2 3 0,0 3-52,2 0 1,1 4 0,0 2 0,1 0 0,1 0 0,2-4-218,-3 2 1,1-3-1,3 1 1,6 2 496,5 11 1,6 5 0,6-4-1,8-11 200,8-17 1,8-8 0,2 0-1903,6 6 1,2 0 0,-1-7 436,13-12 1,-8-4-1,-7 16 1,-58-2 0</inkml:trace>
  <inkml:trace contextRef="#ctx0" brushRef="#br0" timeOffset="99768">3669 8608 7533,'-18'-10'3276,"8"2"0,34 8-4369,15 0 1,14 0 0,-4 0 623,-5 0 1,0 0 0,6-1 0,5-2 0,-13-1 0,-8-5 0</inkml:trace>
  <inkml:trace contextRef="#ctx0" brushRef="#br0" timeOffset="101684">4848 7902 7713,'0'-19'3276,"0"-5"-1066,0 22-1760,-30 2-450,-8 7 0,-2 4 0,13-3 0,-2 3 210,-14 4 0,-5 4 0,12 4 149,22 8 1,6 3-180,-12-2 0,9 3 517,29-2 0,18 5 0,6-2 1,-7-6-743,-3-8 0,-1 1 45,-1 3 0,4 7 0,-6-1 0,-16-4-495,-32 1 0,-13-3 270,1 2 1,3 1 943,11 0 1,7 1-765,7-4 0,8-1-855,14-3 1,-1 3 809,-23 12 0,-13 7 0,-3-2 1182,-5-3 0,-3-3 0,8 5-1912,18-3 1,6 5 0,4-2 0,-2-4 350,-5 4 1,8-6 0,18-11 0,10-5 0,-5-9 0,8-18 0</inkml:trace>
  <inkml:trace contextRef="#ctx0" brushRef="#br0" timeOffset="103103">5169 8608 7533,'-21'-20'1638,"9"36"0,2 15-1401,5 5 1,4 9 0,1 5 0,-1 0-112,-1-6 0,-1 1 0,1 2 0,-1-1 0,1 1 161,0 1 1,1 1 0,0 0 0,0-2 0,-1-5-48,-1 10 0,0-5 0,-2-26-840,-4-40 0,-2-25 1,2-7 130,7 15 1,2-6 0,1-3 0,1-2 0,1 0 0,-2 2 0,-1 3 381,-4-2 0,-1 2 0,0 2 0,1-1 0,4-4 555,2 1 0,2-8 0,1-3 0,2 3 0,2 6 0,4 10 0,3 16 1112,27 23 0,6 19-1490,-14-12 0,-1 1 0,-8 9-126,-14 11 0,-8 10 0,-4 5 0,-5 0 0,-2-8-234,-4 0 0,-6-4 1,-3 0 44,-3 5 0,-3 3 0,-2-5 0,2-18-1414,-7-24 1,15-5 1091,33 10 1,14 3 0,6 1 0,1 1 0,-1 0 0</inkml:trace>
  <inkml:trace contextRef="#ctx0" brushRef="#br0" timeOffset="103770">5575 8819 4376,'37'-25'1092,"-12"8"0,4-3 0,-1-2 0,-1-1 0,-2-1 0,-3-3 164,4-20 0,-17 4-1288,-29 13 0,-15 13 272,-8 21 0,-8 18 0,11 8 579,25 1 0,7 7 0,4 2 0,1-2-639,-4 5 0,3-1 1,10-3-1274,21 0 1,14-5 0,-1-11 436,0-17 1,-2-10-1,7-12 1,-46 26 0</inkml:trace>
  <inkml:trace contextRef="#ctx0" brushRef="#br0" timeOffset="104676">6202 8678 8972,'-12'-35'3276,"-12"0"-2666,-8 34 1,-5 14-72,12 7 1,2 8 0,1 2-390,-4 3 0,1 2 0,17-3-30,35 3 0,20-5 0,-9-21 569,-22-32 1,-8-17 0,6 3-690,24 9 0,-3-2 0,-23-17 0,-11-8 0,-9 23 0,-23 42 0</inkml:trace>
  <inkml:trace contextRef="#ctx0" brushRef="#br0" timeOffset="105918">6375 8696 7533,'-26'-31'1638,"10"43"0,3 17-1345,7 2 1,5 11-1,1 7 1,2 1-1,0-2 1,-2-8 35,-1 4 1,-1-5 0,1 0-600,-1 11 0,1 1 1,0-29 179,0-40 0,-1-28 0,2-11 0,0 2 90,1 14 0,0-3 0,1-1 0,1-1 0,0 2 0,2 1 323,1-1 1,-1-2 0,2 3 0,4 5 0,5 8 665,17 0 1,7 10-1,-3 15-674,3 27 0,-8 20-540,-16-8 0,-3 6 0,-5 1 0,-4-3 75,-4 0 0,-5-3 1,-9-6-61,-19-6 0,-11-7 0,6-6-3067,-3-6 2938,11-12 1,11 0 0,53 8 0,-3 0-1,0 0 1</inkml:trace>
  <inkml:trace contextRef="#ctx0" brushRef="#br0" timeOffset="107035">6842 7885 7982,'-14'-20'2609,"-2"-4"-2280,11 49 1,4 25 0,0-1-270,-3-13 0,0-2 0,0 6 30,2 0 0,1 6 0,0 1 0,0 1 0,-1-4 135,-1 0 0,0-2 0,0-1 0,2 1 67,2 0 0,1 0 1,3-1-1,1-2-142,4 7 0,3-3 0,7-4-270,8-5 0,5-3 0,4-14-90,2-17 0,3-12 0,-7-7 899,-9-9 1,-7-6 0,-7-2-1731,-7-2 0,-8-2 1,-5 4 950,-12-11 0,-7 19 959,2 39 1,-3 18-1,9 4-90,14 5 1,11 6 0,5-3-421,4-4 1,5-2 0,5-5-360,8-4 0,4-5 0,-1-7 0,4-7 0,-3-6 0,-11-2 0,0 0 0</inkml:trace>
  <inkml:trace contextRef="#ctx0" brushRef="#br0" timeOffset="109052">7371 7814 7982,'-14'-20'3276,"14"-3"-1638,33 23 0,14 14-1365,-14-1 1,3 6-1,0 2 1,-2 0-94,6 4 0,-2 0 0,-6 7-270,-7 4 0,-3 7 0,-6 0 0,-12-4-360,-17-2 0,-12-3 1,-2-1 853,3-4 1,-3 0 0,0-1 0,2-2-76,-3-3 1,1-1 0,11 3 90,18 12 0,11 3 0,-7-9-960,-22-5 720,35 15 0,-3-8 0,-54-47 202,40 38 0,13 20 0,6 10 1,-4-3-78,-7-11 1,0 0 0,-2 2 0,-2 0 0,-4 0-181,-5 1 1,-4 1 0,-3 0 0,0-2 0,0-2-1219,1 16 1,-2-4 0,-10-17 545,-19-22 1,-9-14 0,16-9 0,29-21 0,37 21 0</inkml:trace>
  <inkml:trace contextRef="#ctx0" brushRef="#br0" timeOffset="111552">14705 7655 8252,'-5'-10'3276,"-2"-5"-1874,-16 13-1402,14-14 180,-30 6 899,1-7-585,-2 9 1,-5 6-225,2 9 0,2 9 89,14 4 1,4 7 0,3 5-126,7 2 0,4 6 0,2 4 0,1 1 0,1-2-73,0-3 1,1 0 0,2 0 0,-1 1 0,1 1-117,-1-1 0,1 1 0,1 1 0,-1 0 0,-1-1 0,0-2 22,-2 10 1,-2-2-1,1-1 1,0-2-23,1-5 0,0-2 0,0-1 0,0 1-68,0 1 1,-1 1-1,0-1 1,0 0-91,1-2 1,1 0 0,-1 0-1,0 1-180,-1 5 1,0 2 0,0 0 0,-1-4 501,-1 3 1,0-3 0,0 0 180,3-2 0,1 0 0,-1-7 329,-6 1 900,33-25 19,13-7 0,7-2-1612,1 1 1,2 0-1666,4-1 1,-3 2 818,0 7 1,-53 1 0,-18 9 0</inkml:trace>
  <inkml:trace contextRef="#ctx0" brushRef="#br0" timeOffset="115953">14657 8149 7263,'0'-19'2339,"0"-13"-91,0 13-2248,0-1 360,0 4-90,0 16 449,0 0-359,0 32 135,0-5 0,0 8-334,-1 2 1,0 8 0,0 3 0,0 2 0,-1-4-72,1 1 0,-1-2 0,1 1 0,-2 2-517,0 1 1,0 4-1,-1 1 1,0-4-1,1-7 427,-1 13 0,-1-14-899,-6-19-2378,11-36 2878,0-21 1,7 4 0,3-4 0,0-5-1,0 1 1</inkml:trace>
  <inkml:trace contextRef="#ctx0" brushRef="#br0" timeOffset="116902">14595 8149 8432,'-2'-30'1638,"0"-1"0,39 0-546,3 26 0,10 8 0,-2 7-68,-8 7 0,-3 7 1,1 0-906,8-4 1,0 0 0,-19 8-570,-27 6 1,-14 7-1,-8-1 1,-2-10 748,-4-13 1,-5-8 0,-2 2-345,-2 10 0,-3 5 0,0-2 0,2-8-1574,-13-12 0,11-8 1619,20-4 0,48 14 0,4-5 0,-1 0 0</inkml:trace>
  <inkml:trace contextRef="#ctx0" brushRef="#br0" timeOffset="117885">14940 8661 8612,'-7'-10'3148,"2"-14"-1619,-1 36-675,5 14 1,1 7-135,-1 14 0,2 2-451,1 2 1,3-8 360,2-17-315,-4-62 0,-1-25-16,-1 23 1,1-1 0,1-1 419,0-6 1,3 0 0,2 7-1787,4 8 1,2 9 1156,6 8-1125,7 24 1,1 5-2243,4-3 2745,-4-5 0,-2 2 0,-6 7 0,-16 3 1</inkml:trace>
  <inkml:trace contextRef="#ctx0" brushRef="#br0" timeOffset="118569">15309 8661 7533,'0'-18'3276,"0"0"0,-11 9-3262,-24 16 525,11 16 1,2 11 0,10 0-1,17-2 1,11 0 0,3-4 89,7 1 1,7-13 119,0-23 1,5-13 0,-8-6-660,-9-7 0,-7-5 0,-11-1-1183,-19-3 1,-14 0 0,1 9-547,7 12 1,0 6 982,-14 5 1,14 5-1,57 5 1,-2 0 0</inkml:trace>
  <inkml:trace contextRef="#ctx0" brushRef="#br0" timeOffset="119918">15703 8872 7533,'-19'18'3276,"6"-16"-76,8-20-3020,5 5 629,-2-18 1,-2-9-660,1 7 0,-2-3 0,1-1 209,-2-7 1,0-3 0,-1-3 71,1 12 1,0-4 0,0 1 0,0 0 0,0 5-612,-2-2 0,2 4 0,-1-2 90,0-5 0,1-1 0,7 4 899,12 0 1,8 5-480,2 9 0,5 1 0,2 4-1230,15-5 1,2 10-194,-11 14 1,1 7 0,-7 6 623,-2 16 1,-11 7 0,-13-7 0,-8-1 0,-13-4 0,0 1 0</inkml:trace>
  <inkml:trace contextRef="#ctx0" brushRef="#br0" timeOffset="120368">15605 8520 8612,'-17'0'1638,"53"-7"0,24-2-3277,-19 3 1,1 0 1091,2-1 1,3-1 0,-12 6 0,-14 9 0,-48 13 0</inkml:trace>
  <inkml:trace contextRef="#ctx0" brushRef="#br0" timeOffset="122402">16441 7955 7173,'0'-10'3276,"0"-13"-1515,5 19-1401,-3-12 0,-29 40-315,2 3 0,-3 6 157,7-5 0,-1 2 1,-1 3-1,2 0-45,0 1 1,1 2-1,2 1 1,0 3 129,3 2 1,0 4 0,3 1 0,1 1 0,4-2 35,5-4 1,2-1 0,2 0 0,2-1 0,1 0-32,2 8 0,3-1 1,1-1-1,1-5-202,2 2 0,0-5 0,7-9 495,25-8 0,-2-18-3862,-22-29 2724,12 5 1,-37 3-1,-15 20 1</inkml:trace>
  <inkml:trace contextRef="#ctx0" brushRef="#br0" timeOffset="123102">16626 8608 7263,'-20'-10'3276,"25"2"-436,-7 39-2331,6 0 1,2 6 0,1 5-564,-3-2 0,1 5 0,0 2 0,-1 0 1,-1-4-127,-1-2 0,-1-2 0,0 0 0,1 0 135,2 10 0,1 4 0,1-8 0,0-23-3232,0-22 2589,-5-12 1,5-13 0,-6 7 0</inkml:trace>
  <inkml:trace contextRef="#ctx0" brushRef="#br0" timeOffset="123801">16613 8555 8162,'6'-31'1638,"-1"-1"0,-17-13-546,37 27 0,16 6 0,-3 9 546,-8 17 0,0 9-1406,7-4 0,3 2 0,-7 6-352,-10 8 0,-7 6 1,-9 0-31,-13-3 0,-8-1 0,-6-4-30,-13 3 0,-6-9-1459,-9-11 1,2-9-1639,-1-9 2457,54 2 1,13 26 0,10 11 0</inkml:trace>
  <inkml:trace contextRef="#ctx0" brushRef="#br0" timeOffset="124468">17093 7902 7803,'5'-37'1638,"20"50"0,6 19-546,-5 1 0,-2 8 0,0 5-546,-7-11 0,-1 4 0,1 4 0,-1-1 0,0 0 0,-2-4-35,4 3 0,0-2 0,-3-1 1,-4 4-387,-5 4 1,-3 5 0,-4 1 0,-4-4 0,-4-5-1086,-9-3 1,-7-6 0,0 1 139,6-1 1,0 1 0,1-1 0,-1-1 465,-4 2 1,-1-3 0,4-7 0,-7-6-1,27-13 1</inkml:trace>
  <inkml:trace contextRef="#ctx0" brushRef="#br0" timeOffset="132802">17561 8837 15088,'13'-8'360,"4"-17"-90,1-10 0,3-11 0,-2 3-180,-5 7 0,0-2-23,3 1 0,4-6 1,-1 1-1,-5 9-606,-5-8 719,18 0 0,-27 33 1349,6 27 0,3 17-1320,-1-3 1,2 5 0,-1-1-165,1 5 0,1 2-203,0-5 1,2 7 0,0-3 0,-4-13-923,1-6-2197,6 7 2837,-24-46 0,-5-3 0,-1 30 0</inkml:trace>
  <inkml:trace contextRef="#ctx0" brushRef="#br0" timeOffset="134536">18718 8061 8522,'0'-20'3276,"0"-3"0,5 13-1912,-3-8-2084,-46 1 675,18 11 0,-4 2 315,-15 3 0,-8 3 0,3 5-480,14 2 0,2 3 0,0 2 90,-10 6 0,0 3 0,8 5 869,13-1 1,5 3 0,8 3-211,9 3 1,9 3 0,5-1-563,4-5 1,5 0-1,3 0 1,0 0 247,3 2 0,2 1 0,-1 0 0,-2 0 224,2 7 1,-2-1 0,-12 0-750,-12-4 0,-8-1 0,-10-8 360,-12-10 0,-9-8 0,-1-4-150,-14 0 0,3-8-1349,8-6 0,8-5-1838,10-6 0,23 10 2457,10 8 1,12-8 0,11-1 0</inkml:trace>
  <inkml:trace contextRef="#ctx0" brushRef="#br0" timeOffset="135170">18767 8149 8882,'-13'39'3276,"7"-13"-2457,6 3 0,4 10 0,0 4 0,0-1-254,-1-1 1,1 1 0,-1 1 0,1-1-1386,0 2 1,1 0 0,-1-1 0,0-1 272,-1 7 1,0-2 0,-2-18 0,-1-23 0,-7-43 0</inkml:trace>
  <inkml:trace contextRef="#ctx0" brushRef="#br0" timeOffset="135438">18632 8555 7533,'25'-30'546,"0"0"0,0 0 0,0 0 0,11-2 0,3 2 0,2 6-78,4 5 0,2 6 0,-3 4 0,4 6 0,-14 4 0,-26 1 0</inkml:trace>
  <inkml:trace contextRef="#ctx0" brushRef="#br0" timeOffset="136802">19161 8625 7533,'-32'-37'3276,"-3"20"0,3 19-2865,6 21 1,4 10 38,8 3 0,11 3-420,14 2 0,10 3 0,8-14-60,7-21 0,6-13 0,1-3 449,-2 1 1,1-4 0,-3-7-300,-2-9 0,-2-8 0,-12-2 824,-12-18 1,-16 12-315,-8 36-855,8 38 0,7 17-1349,5-14 0,4 2 1574,-2 3 0,2 2 0,3-12 0,19-15 0,-11-44 0</inkml:trace>
  <inkml:trace contextRef="#ctx0" brushRef="#br0" timeOffset="138870">19911 7902 7533,'-20'-19'3276,"9"34"0,18 25-2730,-4-8 0,-1 12 0,1 7 0,0 2 0,0-3 0,1-6-524,2 6 0,1-5 0,-1 5-22,-3-2 0,-1 7 0,0 1 0,0-5 0,3-12-450,3-2 1,0-19-721,-6-65 1080,-13 19 225,-7-11 0,-7 4 180,-10 23 0,-5 10 359,-6 7 1,3 8-270,8 8 0,5 7-316,6 2 1,9 2 135,15-2 0,11-1 494,14 7 1,9-3-990,3-6 1,5-3-61,-4-5 0,3-3 0,2-8-75,-7-13 0,2-7 1,-1-4-1,-3 0 465,1-2 0,-3-2 0,-3-5 269,5-12 1,-3-5 0,-13 2-195,-21-1 0,-12 7-450,-9 10 1,-6 11-271,-8 16 0,1 13 1844,4 20 1,10 9-766,18 5 1,7 0-495,-5-11 0,8-4-60,15-9 0,8-2 0,2-9 60,3-14 0,1-6-45,0 5 1,-1-4-496,-2-10 0,-6-7-2737,-13-22 2802,-5 21 1195,4-17-1530,-4 19 810,0 1 810,-2-5 449,1 30-1619,-10 43 315,11-17 0,6-11 2358,24-45-2133,-13 5 0,-1-7 569,-5-8 1,-3-6 0,2 14 689,11 26-2114,-14 36 1,-4 13-965,0-8 1,1-2 982,0-2 1,2-9-1,0-22 1,-8-14 0</inkml:trace>
  <inkml:trace contextRef="#ctx0" brushRef="#br0" timeOffset="139952">20797 8149 7533,'-3'-29'1638,"-1"-1"0,4-3 1292,2 0-1131,-18 66-1304,5 0 0,0 7-166,-3 2 1,-2 6 0,3 1-841,6-11 0,2 2 1,1-1-1,0-1 571,-1 4 0,1-2 0,2-1 300,1 13 0,9-6 764,8-17 0,7-7-584,1-8 0,4-4-675,16-3 0,4-7-1504,-2-8 1,-3-5-1,-12-1 1,-4 0 818,12-1 1,-56 15 0,-4 0 0</inkml:trace>
  <inkml:trace contextRef="#ctx0" brushRef="#br0" timeOffset="140435">20724 8414 7533,'-19'-26'3276,"28"-9"-1638,23 22 0,12 4-1229,-4 1 1,3-1-1,-2 3 1,3 2-1,-2 0 1,-8-1 0,0 0-1</inkml:trace>
  <inkml:trace contextRef="#ctx0" brushRef="#br0" timeOffset="148635">21302 8872 8162,'-14'0'1170,"4"0"2106,10 0-616,0 0-2930,0-7 900,0-11-360,8-9 0,5-5-91,2 1 1,2-2 0,0-1 30,0-1 0,-1 0 0,0 1-90,1 3 0,0 1 0,-3 3-300,3-14 180,-17 33 0,0 8-450,0 0-89,5 0 1168,-3 0-539,3 0 90,-5 0 809,11 8-337,1 18 0,2 16 1,0 3-1,-2-7-652,0-8 0,-1 1-135,4 15 0,2 12 0,-2-4 0,-7-20 315,-7-25-3457,5-13 2814,-6-21 1,11 1-1,3 44 1</inkml:trace>
  <inkml:trace contextRef="#ctx0" brushRef="#br0" timeOffset="151456">21401 8431 14099,'-7'-9'809,"1"-7"631,22-10-1036,-4-1 1,3-6-68,6 0 0,6-5 1,2 0-1,-3 2-427,0-1 0,-2 3 1,2-1 291,-2 2 0,1-2 1,0 3-1,-4 6 878,13-7-1800,-72 64 180,16-5 450,-2 1 0,-9 8 0,0 1 0,6-5 135,6-5 0,2 1 90,-3 5 0,-3 6 0,0 1 0,7-3 494,5 11 1,5-2-420,1-12 0,1 1 0,2 1 299,6 13 1,4 4 0,2-3 149,2-7 1,1-2 0,1 0-600,-1-2 0,0 0 0,1-3 165,9 7 0,-2-9 44,-11-17-1888,8-48-1658,-14 24 0,3-15 2457,0 25 1,13 13 0,8-5 0</inkml:trace>
  <inkml:trace contextRef="#ctx0" brushRef="#br0" timeOffset="152402">21880 8449 7533,'0'-35'3276,"11"-1"0,-19 17 0,-22 11-2299,0 21 1,-4 7-529,-9-2 1,4 4 90,10 2 0,11 4 539,18 2 1,13-1-961,14-6 1,12-2 0,-1-2-570,9 3 1,-7 5 764,-12 17 0,-18 0-765,-23-25 0,-9-3-643,-8 7 1,-6 2 0,3-6-547,6-7 1,2-4-1639,-8 0 2795,44-10 1,14-30-1,13 3 1</inkml:trace>
  <inkml:trace contextRef="#ctx0" brushRef="#br0" timeOffset="153119">22089 7938 8252,'-6'-39'1638,"-1"1"0,23-5 0,19 54 0,3 23-983,-22 0 0,-6 11 1,-2 7-1,-1 2 0,1-4 0,3-2 0,0 0 1,0 0-1,-3 1 0,-4 1-187,-5-7 0,-3 3 0,-3 2 0,-1-1 0,-1-3 0,-1-2 0,0-6-1041,-6 8 0,-1-6 1,-1-2-521,-1-1 1,0-1 0,4-7 272,4-4 1,7-5 0,2-30 0</inkml:trace>
  <inkml:trace contextRef="#ctx0" brushRef="#br0" timeOffset="155452">22520 8855 7982,'-19'25'3239,"1"-5"37,6-3-976,5-9-1040,18-47-856,11 2 1,4-6-315,-4 2 0,-1-3 0,2 1-30,-1 5 0,0 0 0,-2 3 165,4-7 0,-7 7-405,-11 12 450,-8 23 0,-3 0-720,5 0 90,0-8 1259,11 14 45,1 17 1,0 11-316,1-1 1,0 5 0,0 0-540,-2 4 0,0 0 0,-1-2-180,3 10 0,-2-12-899,-6-24-2288,-5-36 2457,0-3 1,0 56 0,0 18 0</inkml:trace>
  <inkml:trace contextRef="#ctx0" brushRef="#br0" timeOffset="163469">8405 7902 7533,'-14'0'2069,"-8"-8"-900,20-1-629,-9-1 899,11 2-360,22 8-720,6-2 1,9-1 0,2 0-570,6 0 0,2 0 1,0-1 179,3 1 0,1-1 0,-3 2 120,11-4 0,-18 12-45,-44 21 0,-11 10-45,1 7 0,-1 6 179,5-11 1,-1 6 0,1 2 0,1 0 0,2-3-113,2-3 1,3-3-1,1 1 1,1 3 82,0-1 0,1 2 0,1 3 0,0-1 0,-1-2 0,0-4-120,-1 12 0,-1-6 0,1 2-75,0-6 0,0 1 0,0 0 0,-2-2 15,-3 2 0,-3-1 0,2-3-240,1 13 0,1-4 0,0-8 0,0-5 990,-3 9 719,6-27-1709,-5-16 240,-19 0 0,-14 1 0,0-2 360,0-6 0,-1-2 0,-2 1-1050,-5 4 0,-2 0 1,5-2-920,-5-6 1,16-1 818,29 5 1,27-8 0,1-3 0</inkml:trace>
  <inkml:trace contextRef="#ctx0" brushRef="#br0" timeOffset="164253">8762 8608 6633,'-1'-35'3276,"2"7"0,1-5-1920,-39 30 1,-16 10-818,16-4 1,-1 0 0,-2 2-383,2 1 1,-2 2-1,0 0 1,4 0-1013,-14 6 1,9-3 584,3-11-3007,71-9 2745,-15-1 0,7 5 0,2 2 0,11 3 0</inkml:trace>
  <inkml:trace contextRef="#ctx0" brushRef="#br0" timeOffset="166503">9057 8872 8522,'-7'-27'3276,"7"1"-1335,7 9-1581,5 31 209,-10 22 1,-7 17 0,4-3 149,11-5 1,0 0-660,-11 9 0,-3 4 0,7-29-105,21-56 0,3-26 255,-14 10 0,-2-4 0,0-1-120,1 9 0,1-2 0,0 1 0,-1 2 89,0-5 1,0 2 0,-1 9-90,3 7 0,8 25 630,-3 33-540,-6 2 0,0 8-68,-5-3 0,0 5 1,0 2-1,-2-6-337,2 7 1,-2-2-16,-3 3 0,0 3 0,2-28-1379,6-55 1169,-3 7 558,0-3 0,3-13 0,2-5 0,0 2 0,-2 6-63,4-6 0,2 0-113,0 0 1,3-7-1,0 4 1,-1 13 1056,9 7-539,18 36 149,-32 19 1,-5 13 0,-1 1-540,2-5 0,-1 2 0,0 1-83,-2 0 1,1 3-1,0 0 1,-3-4-68,-1 13 0,-1-8-450,2-4 450,-5-35-2068,0-14-1119,6 8 3241,-5-8 1,5-10 0,-6-9 0</inkml:trace>
  <inkml:trace contextRef="#ctx0" brushRef="#br0" timeOffset="172836">23418 8079 5824,'14'0'809,"-3"-8"540,-11 6 720,0-22-720,0 20-719,0-19-540,0 13 0,0 0 90,-5 2 0,3 8-450,-3 8 270,5-6 899,0 6 91,0 0-990,0-6-180,0 6 180,0-8-90,0 0 540,0 39-450,0-21 90,0 17 0,1 14 0,-2 2-1,-1-13 1,-1 1 0,0 1 0,0 0 292,1 1 1,0 1-1,0-1 1,-1-1-383,-2 9 0,-1-1 0,0-10-360,-1 2 270,2-40-900,5 0-2287,0-8 2904,0 6 1,-5-14-1,-2 6 1</inkml:trace>
  <inkml:trace contextRef="#ctx0" brushRef="#br0" timeOffset="173736">23049 8149 7713,'-26'-17'3276,"25"-25"-2184,22 20 0,12 1 0,5 2-273,-5 6 0,4 3 0,2 0 0,1 0-698,-2-2 0,1-1 0,2 1 0,-1-1 1,-1 0-910,6-2 1,1 1 0,-3-1 0,-5 0-787,10-7 0,-9-1 1574,-10-4 0,-13 11 0,-27 35 0,4 9 0,0-1 0</inkml:trace>
  <inkml:trace contextRef="#ctx0" brushRef="#br0" timeOffset="174619">23653 8555 8612,'37'2'1638,"-3"-8"0,3-6-546,-9-5 0,-1-5 0,-1 0-321,11-2 1,-13-3-1177,-27-8 1,-14 4 404,-6 20 0,-7 10 659,-9 14 1,-6 11 0,6 4-1,15-4 1,4 4 0,1 2-1,-5 13 1,0 3 0,9-4-571,9-8 1,11-3 689,17-4 1,12-1 0,-1-8-2419,-5-13 1,0-3 1149,4 8 1,3 2 0,-6-2 0,2-2 0,-21 1 0</inkml:trace>
  <inkml:trace contextRef="#ctx0" brushRef="#br0" timeOffset="175985">24268 8537 7263,'5'-33'3276,"2"4"0,0 1-3172,-7 5-104,-12 21-315,-20 7 0,-5 5 360,13-1 0,0 4 285,-4 5 0,-1 5 0,5 2 209,2 10 1,12 3-300,13-5 0,7 1 0,3-3 299,5 4 1,8-11-660,5-23 0,6-11 0,-3-5-240,-5-2 0,-3-5 1,-3-3 539,-1-12 0,-4-4 0,-8 5 179,-10-11 361,-35 41-46,10 37 1,7 14-495,9-6 0,9 1-1819,8 6 1,10-4 1555,9-17 1,4-7 0,10-2 0,-8-16 0</inkml:trace>
  <inkml:trace contextRef="#ctx0" brushRef="#br0" timeOffset="176652">24735 8573 8792,'6'-46'3276,"-11"11"0,10 18-2992,-27 9-419,-6 5 0,-3 6 90,0 10 0,0 5 764,-11-5 1,4 5 269,13 17 1,13 7-121,17-10 1,10 2 0,3-4-1590,13 4 1,6-5-374,-3-9 1,4-2 0,-3-7-283,2-9 0,-4-8 1375,-5-6 0,-10-2 0,-23 4 0,-3 3 0</inkml:trace>
  <inkml:trace contextRef="#ctx0" brushRef="#br0" timeOffset="177506">25006 7955 7533,'-13'-41'3276,"7"17"-436,0-9-1311,1 72-1044,4-6 1,2 11 0,1 5 0,1 1 0,1-2-360,3-5 0,1 0 0,2 0 0,-1 1 0,-1 0-82,-3-2 1,-1 2 0,0 0 0,0-1 0,2-3 0,3-4 75,10 16 0,3-6 0,0-24-929,15-54 539,-15-6 0,0-4 1889,-3 7 0,0 13 1349,6 38-4061,-11 15 1,-2 13 0,0-3 904,2 0 1,1-4 0,6 3 0,2-17 0,-6-54 0,1 1 0</inkml:trace>
  <inkml:trace contextRef="#ctx0" brushRef="#br0" timeOffset="178620">25585 8643 8702,'-7'-29'3276,"12"5"-1605,31 24-1371,6-16 0,8-11 0,-14 0-480,-20-15 210,9 12 0,5-2 0,-19 10 90,-34 17 0,-18 11 0,4 7 749,11 10 1,4 9-1,3 1 120,2 2 1,3 1-1,7 1-719,7 0 0,6 0 0,3-5-225,3-4 0,6-7-1684,18-14 1,0-6 818,-10-1 1,21 0 0,-29 0 0</inkml:trace>
  <inkml:trace contextRef="#ctx0" brushRef="#br0" timeOffset="179385">26200 8467 7533,'11'-26'3276,"-3"7"0,-18 1-3044,-15 16 0,-4 4-232,-13 0 179,5 2 1,7 8 1799,28 21-809,25 6-721,-4-2 1,3 3-495,4-9 0,-7 2-405,-20 12 1,-13-4 359,0-18 0,-5-4-1549,-14 4 1,0-7 1130,1-16 1,32 8-1,20 1 1</inkml:trace>
  <inkml:trace contextRef="#ctx0" brushRef="#br0" timeOffset="180970">26754 7708 7533,'-6'-17'2608,"5"-17"91,-5 13-1710,6-5-449,-27 65-405,13-12 0,-1 5 134,2 0 1,-1 7 0,-1 3 0,0 0 0,2-5-150,-3 4 0,2-3 0,1 3-31,3-4 1,-1 3 0,1 2 0,1-1 0,3-3 390,-1 7 0,4-3 0,0 2-166,2-6 1,1 2 0,0-1 0,1-3-270,1 13 0,3 0 554,4-1 1,3 3 0,1-9 29,1-18 1,1-1-570,-2 10 0,1 4 0,1-5-1679,2-9 0,2-7-1658,7-8 2926,-8-30 1,-34-13 0,-18 10 0</inkml:trace>
  <inkml:trace contextRef="#ctx0" brushRef="#br0" timeOffset="182613">27012 8502 13649,'-1'43'219,"0"0"1,0 0 0,0 0 0,0 1 0,-2-3 0,-1 0 0,0 0 0,0 0 0,1-2-288,0 8 1,1-1 0,0-1-1,-1-4-682,-2 2 1,0-4 0,4-21-2528,8-46 3133,5-15 1,-5 17-1,-1-1 1,0-4-1,0-1 1</inkml:trace>
  <inkml:trace contextRef="#ctx0" brushRef="#br0" timeOffset="183371">27000 8467 7533,'-14'-43'2968,"3"21"-1889,22-17 559,11 12 0,8 3 0,-2 7 0,6 6-1424,6 8 1,7 5 0,-5 7-440,4 12 1,-8 11 164,-15 7 0,-4 8 0,-5-5-30,-1-10 0,-10-2-90,-19 5 0,-14 3 0,-2-7 30,4-12 0,-2-4 0,-2 0 420,-4 5 0,-2 0 0,1-5-1799,-9-6 0,6-8-1748,11-7 617,27-20 2660,18 19 0,2 30 0,8 7 0</inkml:trace>
  <inkml:trace contextRef="#ctx0" brushRef="#br0" timeOffset="183757">27664 8625 7533,'7'-19'3276,"-23"66"-3520,0-17 0,-1 3 244,-3 15 0,0-6 0,1-23 0,22-42 0</inkml:trace>
  <inkml:trace contextRef="#ctx0" brushRef="#br0" timeOffset="184819">27935 8484 7443,'0'-27'2968,"0"9"308,17-21-1965,-8 31-1221,9-15 675,-14 47 0,-2 16-855,-2 0 0,5-1-45,12-3 0,6-11 135,19-37 150,-20-13 0,-1-10 0,-3 1-240,0-2 0,-5 1 224,-3-3 1,-3 15 495,-7 54 0,0 17-765,5-18 0,6-3-675,16-5 1,5-11 449,5-22 0,0-13 1349,-9-3 1,-1-5 0,0 12-1,1 16 0,-2 12-539,-1 26 0,-5 13-1543,-10-13 1,-1 3 0,0-3 436,10 12 1,-1-9-1,-5-22 1,-15-15 0</inkml:trace>
  <inkml:trace contextRef="#ctx0" brushRef="#br0" timeOffset="186152">28723 7620 7173,'-11'-33'2069,"8"11"-720,-8-3 990,27 17-1080,9 30 0,4 19-787,-10-9 0,1 6 1,0 4-1,-1 2-158,-4-4 1,1 2 0,-1 3 0,-1 2 0,-1 1 0,-3 1-311,-3-4 1,-2 3-1,-1 2 1,-2 1 0,0-1-1,-1 0 1,-1-2 0,1-2 99,0 1 1,0-3 0,0-1 0,-2 0 0,-2-1 0,-4 1-260,-4 0 1,-3 2 0,-3 1 0,-1-1 0,-2-4 0,2-5 0,1-7-1061,-11 3 1,-2-8 854,0 5 1,-2 1-1,14-18 360,18-20 0,9 14 0,15-4 0</inkml:trace>
  <inkml:trace contextRef="#ctx0" brushRef="#br0" timeOffset="194453">29277 8678 9602,'-14'0'2788,"-8"0"-2428,19 8 359,-3-14-719,8 4 90,25-39-90,-8 8 0,1-4 120,-3 2 0,0-3 0,1 3-75,5-5 0,-3 1-90,-4-5 0,-3 8 135,0 24-270,-1-3 540,0 15 989,0 7-540,-2 26 1,-2 15-855,-2-8 0,-1 7 0,1 0 0,2-5-1048,3-4 1,2-4 0,-1 2 978,-3 14 1,-1 2 0,3-23-1,6-33 1,-18-1 0</inkml:trace>
  <inkml:trace contextRef="#ctx0" brushRef="#br0" timeOffset="196553">30606 7814 7892,'0'-20'3276,"0"-11"0,0 11-563,-11-15-2893,-30 8-120,4 27 0,-7 9 1,0 3 538,3 1 1,1 2 0,-3 6 29,8 0 1,-3 3 0,-1 3 0,0 3 0,3 0 0,5-1-338,-2 7 1,5 1 0,2 1 0,1 4 216,5-6 1,-1 2 0,0 3 0,3-1 0,3 0 0,5-4 359,2 13 1,8-2 0,8 0-61,4-9 1,4 1 0,5 0 0,1-3 0,2-6-420,8 0 0,3-8 0,1-1-1123,4 4 1,1-1 0,-4-6 436,-5-6 1,-6-11-1,2-32 1,-15 2 0</inkml:trace>
  <inkml:trace contextRef="#ctx0" brushRef="#br0" timeOffset="198187">30729 8467 7533,'-11'-20'3276,"2"-11"0,-9 27-2992,-5-12-104,-8 16-1,-1 6 1,-2 4 405,1 1 0,1 5-360,-3 11 0,7 7-270,11 12 0,14 4 75,16-14 0,10-1 0,0-4 104,3-1 1,3-9-405,12-11 1,-5-18-31,-28-26 0,-13-18 0,-2 3 869,2 13 1,-1 2 0,-2 0-91,-5-10 1,-3 0 0,14 12 150,35 15-46,6 24 1,5 7-225,4-3 0,-1 0-270,-5 4 0,-6-9 90,-8-29-450,-28 11-1799,-11 2 1979,8 20 45,-10 12 0,-2 7 315,5 16 0,5 6-390,2-8 0,2 3 0,8-8-240,16-4 1,8-11-91,9-10 0,1-18 967,-16-17 0,-1-13 1,-3-4-1,-3 4 337,3-8 1,-5 1-900,-5-12 0,-9 20-495,-13 50 900,10 11 0,2 7-990,-2-1 1,2 2-1010,15 10 1,1-4 982,-3-3 1,10-30-1,3-8 1,-2-20 0</inkml:trace>
  <inkml:trace contextRef="#ctx0" brushRef="#br0" timeOffset="198820">31368 8590 15268,'-6'33'1439,"0"1"1,-1 1-1081,3 0 1,3-13 45,5-55 0,3-18-450,-4 24 0,2-1 382,2-10 0,3-8 1,-1 1-1,-1 7-292,-4 8 0,3 5-225,12 0 0,6 11-1459,6 28 1,3 9 1219,3-6 1,1-2-1,4-1 1,-3-5 0,-13-14-1,0 0 1</inkml:trace>
  <inkml:trace contextRef="#ctx0" brushRef="#br0" timeOffset="199655">32033 8449 12210,'-23'-27'3276,"-9"-7"-975,10 23-1402,-10-13-809,13 6-360,-29 14 360,12 6 135,22 36 0,9 15 135,8-12 0,6 3 0,-1 0-420,1-2 0,1 0 0,-5-1-210,-5-1 0,-3-1 0,-5-10 1080,-24-3-3329,-17-26 2519,26-2 0,34 2 0,9 9 0</inkml:trace>
  <inkml:trace contextRef="#ctx0" brushRef="#br0" timeOffset="200353">31996 8714 9242,'37'0'1638,"0"0"0,-6 0-1081,1-2 0,5-2 0,-6-6 1081,-11-15 0,-3-1-1252,6 13 0,-2-1-356,-9-18 0,-4-7 0,-6 8 59,-8 9-1728,-12-1 1,-3 5 1703,6 14 804,-9 18 1,-8 13 0,6 3 222,8-2 0,5 4 0,0 0-685,-5 2 0,1 1 0,5 1-107,9 3 0,6 0 0,4-7-390,14 5-1003,8-27 1,9-5 0,-6-4 734,0-3 1,1 0 0,-3 4 0,-19 8 0</inkml:trace>
  <inkml:trace contextRef="#ctx0" brushRef="#br0" timeOffset="201736">32919 7726 7623,'12'-26'2518,"-5"7"630,-1 1-2068,-6 10-181,-6 8-1034,-11 18 0,-5 11 435,2 1 0,0 5 0,0-2-240,2-5 0,0-1 0,0 3 60,-3 7 0,-1 3 0,3 4 221,8-7 1,1 4 0,1 0 0,0 0 0,1-5-253,-2 0 1,2-3 0,0 4 198,1 6 0,1 8 0,0 2 0,3-4 0,3-10-64,5-2 1,5-5-450,5 5 1,5-6-1665,17-5-1388,-4-18 2769,2-8 1,-26-16-1,-5-4 1</inkml:trace>
  <inkml:trace contextRef="#ctx0" brushRef="#br0" timeOffset="202536">33141 8396 7892,'0'-45'3276,"0"18"0,0 11-2272,-17 16-1004,-20 8 0,-9 9 809,11 9 1,4 7-315,14-1 0,5 3 89,4 14 1,5-2-405,13 2-495,20-16 0,7-11-1324,-10-26 1,2-4 1509,21 12 1,-3-4 0,-24-15-1,-3-3 1,11-10 0</inkml:trace>
  <inkml:trace contextRef="#ctx0" brushRef="#br0" timeOffset="203319">33337 7849 7533,'-3'-30'1638,"0"0"0,41 22 0,-21 27 0,-1 15-983,-3-2 0,1 8 1,0 3-1,-1 1 0,-2-3 437,0 5 0,-3-2 0,-1 7-819,-1-12 1,-1 6 0,1 3 0,-1 1 0,-1-3 0,0-4 0,-1-8-49,1 9 0,-4-3-270,-2 0 0,-1 7 0,-5-1 0,-6-9-1048,-13-8 1,-6-8 0,0-2-547,-5 3 1,1-3-1,-10 3 1,15-3 1127,33-11 1,23-16-1,8-2 1</inkml:trace>
  <inkml:trace contextRef="#ctx0" brushRef="#br0" timeOffset="206120">10645 7743 7443,'-14'0'2788,"-8"0"-89,25-15-1080,31-13-1200,-5 17 1,6 2 0,0 8-450,5 12 0,1 9 0,-4 4 60,-4-3 0,-3 2 0,-8 7-98,-10 10 1,-7 7-1,-5 2 1,-3-7 112,-8 4 0,-4 1 9,5-7 0,-2 8 0,0 2 0,2-1 0,4-5-54,2 0 0,4-3 0,0 3-625,0-3 1,0 4-1,0 2 1,1-3 0,0-5 684,1-3 0,1-5 0,0 2 59,2 8 1,1 2 0,-1-8-569,2 5 539,-4 0 0,1 2 0,7 1-1170,-9-6 990,3 6 3366,-5-23-1451,0-4-1825,-22-16 180,-6 0 0,-4 0-135,5-4 0,-3 0-45,-15 1 0,-6 0 0,4-1-225,5-3 0,4-4-1414,-4-8 1,8-3 982,17-1 1,28-2-1,9 1 1,10-4 0</inkml:trace>
  <inkml:trace contextRef="#ctx0" brushRef="#br0" timeOffset="206670">10928 8484 7713,'-26'-9'1638,"4"-4"0,-1 2 1112,-12 7-2870,4 0 0,-6 1 0,2 2-1519,-6 8 1,4 4 1569,7-3 1,7 3-1,7 15 1,40-17 0,0 0-1</inkml:trace>
  <inkml:trace contextRef="#ctx0" brushRef="#br0" timeOffset="207786">11654 8643 7533,'-7'-45'3276,"-4"18"0,-1-13 0,-24 34-3030,13-17-246,-18 34 0,-7 17 180,15-1 0,0 6 0,2 3 112,6-5 0,0 1 1,2 2-1,1 0 0,-3 3 0,1 2 1,5 0-1,11-3 277,22 8 1,13-3 0,-1-4-615,-10-5 0,5-7-158,10-14 1,11-5 0,1-5 0,-9-4-1437,-5-6 1,-3-3 1091,14 2 1,-13 8 0,-55 30 0,-9 4 0,0 0 0</inkml:trace>
  <inkml:trace contextRef="#ctx0" brushRef="#br0" timeOffset="212171">14780 10478 6993,'-7'0'2069,"1"0"180,1 7-630,4-5-450,-5 6-449,6-8 539,0 0-809,0-8 89,13-16 1,7-9-405,2-3 0,2-4-75,-1 2 0,1-2 0,-1 2-60,0-1 0,-1 4 0,-3 7 0,-5 7-360,-13 13 540,16-8 0,-15 12 359,9-19 721,-5 45-631,4 19 1,3 10-1110,-2-13 0,0 2 1,0-1-16,2 12 0,1-6-1144,2-16 1,-4-15 818,-11-35 1,-12 29 0,-10 31 0</inkml:trace>
  <inkml:trace contextRef="#ctx0" brushRef="#br0" timeOffset="214121">15715 9790 7892,'0'-18'1979,"0"0"1297,6-7-525,1-3-2931,5 9 540,-6 3-270,-1 16 90,-15 31-585,2-3 0,-3 7-4,-2 0 1,-4 8-1,-1 4 1,0-2-1,3-5 409,2-2 0,1-4 0,-1 6-15,-1-2 0,-2 6 0,-1 4 0,0-2 0,3-3 0,3-8 824,2 5 1,2-3-480,-6 6 0,1 5 0,14-12 1199,27-15 0,12-10-1769,-6-7 0,4-3 1,0-3-854,5-1 1,1-3 0,-2 2 436,8 2 1,-12 6-1,-19 9 1,-45 11 0</inkml:trace>
  <inkml:trace contextRef="#ctx0" brushRef="#br0" timeOffset="214605">15628 10142 7533,'-21'0'3276,"61"-15"-2184,-10 10 0,6 1 0,0 1-1895,13-2 1,-1 0 802,2 1 0,-14 2 0,-30 2 0,-20-10 0</inkml:trace>
  <inkml:trace contextRef="#ctx0" brushRef="#br0" timeOffset="214989">15740 9807 7533,'-20'-26'1092,"0"-1"0,26 0 0,14 1 0,8 8 0,10 4 0,3 1-1808,1 4 0,6 1 0,0 3 0,-3 0 716,2 0 0,-1 2 0,-3 3 0,14 5 0,-19 8 0,-41 14 0</inkml:trace>
  <inkml:trace contextRef="#ctx0" brushRef="#br0" timeOffset="215954">16232 10266 8522,'-19'-16'3276,"12"4"0,3 34-2549,1 11 0,0 6-877,1-2 0,1 2 0,1-3 464,0 4 1,6-11-3347,20-25 3122,1-40 120,-9-1 0,2-10 0,-1 4 689,1 5 1,0 2-316,-1-15 1,2 11 674,17 33-1079,-35 24-30,2 16 0,1 12 0,-1-3 781,-1-5 1,-1 0-2571,0 14 1,1-4-1,1-18 1,1-9 818,1-12 1,-6-8 0,-2 0 0</inkml:trace>
  <inkml:trace contextRef="#ctx0" brushRef="#br0" timeOffset="216586">16663 10301 9152,'-19'24'1638,"11"3"0,3 6 0,4 13 0,2 1-417,-3-7 1,6-12 1386,17-28-2578,-9-34 0,-5-24 0,0 3 0,2 20 0,0 3 0,0-5 617,-2-3 1,-2-7 0,0-1-1,2 8 1,4 15-3590,19 17 2942,-23-22 0,2 4-1619,25 53 0,9 8 1619,-9-40 0,0-3 0,-1 18 0,-2-3 0,-7-28 0,-1-1 0</inkml:trace>
  <inkml:trace contextRef="#ctx0" brushRef="#br0" timeOffset="217603">17093 10301 7533,'12'-31'1092,"-1"-1"0,4 4 0,2 3 2184,10-2-294,-31 19-2982,-3 18-225,-23 4 1,-6 5 44,9 11 0,5 9 787,9-6 0,2 5 0,2 1 0,7-2-247,7 1 0,7-2 0,6-4-181,13 0 1,7-4 0,-2-20-480,-3-32 0,-4-24 1,-7-1 269,-9 8 0,-8-2 0,-6-1-150,-6 5 0,-5-3 0,-4 4 0,-3 12-1459,-8 12 1,1 13 1091,3 16 1,44 6 0,15 0 0,-7-13 0,1 1 0</inkml:trace>
  <inkml:trace contextRef="#ctx0" brushRef="#br0" timeOffset="218186">17574 9772 8612,'-14'-43'3276,"8"45"0,8 4-2621,-1 18 0,0 19 1,1 10-1,-1 3 0,-1-7-54,0 1 0,0-1 1,0-1-1,0 3-1051,2-3 0,0 4 1,1-1-1,-1-2 0,0-6-643,-2 3 1,-1-6 0,5-12-1028,7-17-1157,-6-42 2837,2 27 0,10-19 0,3 13 0</inkml:trace>
  <inkml:trace contextRef="#ctx0" brushRef="#br0" timeOffset="218669">17868 9737 7533,'-13'-30'3276,"2"7"0,16 70-2184,-3-12 0,-2 6 0,0 4-575,-1-3 0,0 4 0,0 2 0,-1 1 0,1-2-302,1-4 1,0-1 0,-1 0 0,1 0 0,-2 0-432,0 1 0,-2 1 0,0-1 0,1-3 1,0-6-1135,4 8 1,-3-13-1928,-3-22 2457,5-12 1,11-19 0,2 24 0</inkml:trace>
  <inkml:trace contextRef="#ctx0" brushRef="#br0" timeOffset="219454">18041 10389 11400,'0'-9'1169,"21"8"1,12 2-541,-2-10 1,2-4 0,-1-3-121,-1 0 1,-2-3 0,-2-3-210,-2-4 0,-3-4 0,-12 2-525,-23-6 0,-14 13 1004,-5 29 1,-6 18 0,4 5 312,9 1 0,5 6 0,5 2-445,3 9 0,5 3 0,15-8-1740,20-14 1,11-7 0,1-6 708,1-2 1,1-10 0,11-11-1,-17-6 1,-38 4 0</inkml:trace>
  <inkml:trace contextRef="#ctx0" brushRef="#br0" timeOffset="220821">18903 9648 7533,'2'-29'1484,"1"0"0,-2-12 1214,-1 13-1438,-23 71-1045,16-10 1,3 9 0,2 5 0,0 2 0,1-2 71,-1-2 1,2 0 0,0 1 0,0-1 0,0 1-216,-1 3 0,0 2 0,0 0 0,1-5 0,3-8-837,11 11 1,-6-23-1,-18-42 1,-7-13 674,-7-13 0,-8 9 809,-5 31 1,-7 12 0,3 4 629,-6 5 0,8 11-420,10 11 1,6 9 0,16-6 284,27-6 0,16-7-2307,5-10 1,8-3 0,-3-6 347,-1-7 0,-1-5 745,1-2 0,1-3 0,-16 3 0,-23 2 0,20 9 0</inkml:trace>
  <inkml:trace contextRef="#ctx0" brushRef="#br0" timeOffset="221620">19616 9631 7533,'-7'-41'3276,"7"17"0,1-9-2632,-1 25 75,-22 27 1,-12 17-391,10-9 1,0 3 0,-1 5 47,2-2 1,-1 2 0,0 4 0,2 2 0,3 3 90,5-4 0,2 4 0,1 2 0,2 1 0,1-1 0,2 0 0,0-3-44,0 5 0,2-2 0,1-1 1,3 1-1,2 0-439,2-3 0,2 4 0,2-1 0,2-2 0,1-5 0,2-7-1624,15 7 1,4-15 1609,-1-16 1,-9-11 0,-21-10 0,-16-11 0</inkml:trace>
  <inkml:trace contextRef="#ctx0" brushRef="#br0" timeOffset="222991">20095 10142 7533,'0'-33'3276,"0"11"0,0-3-2273,-21 17-958,-16 9 0,-8 6 315,8 0 0,-1 2 0,1 0-225,-12 2 0,3 0 314,-5 5 1,21 1 1079,70 9-660,-11-5 1,4 4 0,-1 3-661,-2 6 1,-3 3 0,-1 2-278,-5-6 1,0 2 0,-4 0-1,-12-1-472,-16 9 1,-14-2-1,-7-9 300,-4-15 0,-5-9 1,1-4-571,2 0 1,1-3-1,7-6-2467,-5-22 2730,54 13 1,18 19 0,8 6 0,-7-6 0,0 0 0</inkml:trace>
  <inkml:trace contextRef="#ctx0" brushRef="#br0" timeOffset="223353">20256 10478 8252,'33'-28'3276,"2"34"-1638,-7 23 0,-11 11-462,-24-5 1,-12 2-2270,2-4 1,-5 1 0,-2-7 650,-10-4 0,0-11 0,2-12 0,59-19 0</inkml:trace>
  <inkml:trace contextRef="#ctx0" brushRef="#br0" timeOffset="224341">20970 10178 8882,'11'-20'3276,"2"-19"0,1 33-923,-9-25-2533,-41 34 0,-17 15 599,19-1 1,0 4 0,-1 2-180,-6 0 0,-1 1 0,7 7 254,13 1 1,3 6 0,6 0 0,9-3 104,12 0 1,10-3 0,6-3-1420,3-5 1,7-3 0,1-2 0,-3-2-3,10 7 0,0-9-271,-3-18 1,3-8 0,-12 1 272,-15 5 1,-3-19 0,-14 24 0</inkml:trace>
  <inkml:trace contextRef="#ctx0" brushRef="#br0" timeOffset="225419">21278 9613 7533,'-7'-17'3276,"1"7"0,39 10-2184,-7 20 0,4 11 0,-1-2-340,2-6 1,1 5-291,-11-2 1,3 8 0,2 4-1,0 4 1,-4 1 0,-3-1-1,-7-2-103,-8 6 1,-8 0 0,-4 0 0,-1 1 0,5 1-390,7-4 0,3 2 0,1 0 0,-2 0 0,-2-2 0,-6-2-626,-8 3 1,-5 0-1,-4-3 1,0-4 0,1-8-984,-10 0 1,2-7 1545,8 0 1,2-7 0,5-12 0,7 12-1</inkml:trace>
  <inkml:trace contextRef="#ctx0" brushRef="#br0" timeOffset="228404">22225 10548 7533,'-21'8'3276,"0"-6"0,14 14-743,0-15-2084,2-1-269,26-41-90,-3 6 0,4-8 0,-1 2-90,-5 6 0,1 0 0,1 1-240,9-8 0,3 0 0,-6 6 240,-2-5 180,11 18-180,-20 3 90,7-7 1709,-9 1-1619,-5 16-360,-6 3 675,4 25 0,3 18 44,3 4 1,2 8 0,1 3-1,-2-3-689,-1-2 0,-2-1 1,2 1 14,0 1 0,1 7 0,1-10 0,0-23-3142,4-32 2457,-7-25 1,-2 3 0,-9 45 0</inkml:trace>
  <inkml:trace contextRef="#ctx0" brushRef="#br0" timeOffset="229737">23160 9772 7533,'0'-33'2788,"-6"-5"-1349,5-7 0,-4 18 181,10 27-1036,0 25 1,-3 17-271,0-6 1,1 6 0,-2 4 0,0 2-76,-2-5 1,-1 3 0,0 2 0,-1 0 0,1 0 0,1-3-150,1 4 0,0-2 0,1 0 0,0-1 0,-2-1-293,-3 8 1,-1 2 0,0-6 0,4-14-3075,7-12 0,-6-44 2801,0-15 1,16 11 0,5 7-1</inkml:trace>
  <inkml:trace contextRef="#ctx0" brushRef="#br0" timeOffset="230604">23185 9843 7533,'-13'-36'1092,"0"1"0,7-5 0,10 2 328,18 4 0,4 3-1240,-12 1 0,6 7 382,12 16 0,12 7 0,1 6 1,-6 1-204,3 6 1,-1 5-383,-7-2 1,5 2 0,-4 3-1,-11 3-112,-14 19 1,-11 2 44,1-16 0,-6 1-23,-16 1 1,-11 4-1,-3 1 1,5-3 322,7-4 0,2-2 0,0 1-181,-7 7 1,-1 1 0,1 1 689,2-1 1,1 0 0,8-4 180,11 11-91,10-9 1,4 5-1,0-4-539,9 10-570,9-17 0,9 2 1,-4-8-2978,9-8 2621,-13-7 1,-3 1-1,-12 6 1,-25-2 0</inkml:trace>
  <inkml:trace contextRef="#ctx0" brushRef="#br0" timeOffset="231321">23677 10495 7533,'22'-33'1638,"5"22"0,6 0 0,5-11 0,3-5-914,1 3 0,4-1 1,-8-2-96,-6-3 1,-11-3-855,-10-15 0,-18 4 45,-21 23 0,-12 13 690,-4 12 0,-6 10 0,6-1-286,6-6 1,3 8 427,8 8 0,-2 10 1,4 3-1,12-1 217,15 2 1,11 1-1,5-1-1079,4 0 0,6-1 1,-1-2 119,-5 1 0,-1-2 0,7-10 90,9-17 0,8-10 0,-2-3 0,-14 4 0,-13 5 0,14-9 0,-1 0 0</inkml:trace>
  <inkml:trace contextRef="#ctx0" brushRef="#br0" timeOffset="232579">24502 10301 8162,'0'-35'3276,"-17"7"-705,2 3-2796,-26 20 0,-8 16 734,18 9 1,2 10 0,0 2-30,-6 4 0,1 2 0,12 4 149,15 4 1,12 4-1,6-9-179,8-6 0,7-15-428,2-27 1,6-15-1,0-7 1,-7 1 217,-8-1 0,-6-2 0,-1 0-825,6-18 0,-9 20 630,-21 50 0,-7 23 45,7-12 0,-1 9 0,-2 5 0,1 4 0,-1 0 0,2-1 0,0-6 305,1 3 1,0-2 0,0-1 0,2 0 0,0 1 161,-2 7 1,-3 5 0,3-1-1,6-10 1,10-15-198,37-14-1453,-10-34 1,4-15 0,-2 1 545,2 2 1,-2 4 0,-1 4 0,-7 12 0,-13 20 0</inkml:trace>
  <inkml:trace contextRef="#ctx0" brushRef="#br0" timeOffset="233337">24687 10425 7533,'-6'-40'3276,"-1"1"0,-5 37-1823,-1-6-643,-10 16-271,10 23 1,6 11-360,4 1 0,8 2-270,5-5 0,6 2 0,8-14 90,13-20 0,10-14 0,-3-6 240,-7-2 0,-1-6 0,-4-5 389,-6-5 1,-1-7-1,-3 1 1,-6 6 90,3-11-181,-36 72-1632,26 5 1,11 10 0,-2-3 682,-11 2 0,6-7 1,12-13-1,9-4 1,-3-12-1,-5-24 0,0 0 1</inkml:trace>
  <inkml:trace contextRef="#ctx0" brushRef="#br0" timeOffset="234071">25387 10336 7533,'0'-35'3276,"6"16"-1638,3 38 0,0 16 0,-4 7 0,-1 5-2186,2-11 1,0 3-1,-1-3-1091,-2 10 1,-1-7 818,5-14 1,17-41 0,2-13 0</inkml:trace>
  <inkml:trace contextRef="#ctx0" brushRef="#br0" timeOffset="234904">25671 10425 7533,'-13'-18'1979,"6"0"-1440,7 1 1530,13-17-1889,0 21 1709,0 13-1170,-11 22 1,-6 16 0,0 2-451,3 1 1,0 2 0,1-2 0,-1 6 0,2-4-225,-1-2 0,2-17-585,8-56 0,2-24 292,-5 21 1,-1-4 0,-1 0 0,2 3 307,0 1 0,0 2 0,1-1 299,1-16 1,1-1 0,-1 17 1709,-2 24-360,-1 2-1079,10 31-2269,16-12 1,6 0 1404,-7 10 1,-2 1-1,2-5 1,-6 1 0,-18 18-1</inkml:trace>
  <inkml:trace contextRef="#ctx0" brushRef="#br0" timeOffset="235703">26139 10425 7533,'-14'-18'1638,"33"5"0,11 0 0,1 0 0,2-1-822,16-6 1,-9-3-1267,-25-14 360,-43 22 0,-13 10 630,-2 12 0,0 12 552,7 7 0,0 8 0,9 2 193,10 8 0,13 2-970,7 4 0,13-6-1408,11-27 1,8-8 0,-1-2-547,6-1 1,0-4 982,7-1 1,-6-2-1,-17 1 1,-26 0 0</inkml:trace>
  <inkml:trace contextRef="#ctx0" brushRef="#br0" timeOffset="236420">26827 10354 7533,'18'-43'1638,"-9"16"0,-4 1 1292,-20-13-3065,-15 25 0,-7 10-1271,2 15 0,-1 6 1496,-5-8 0,4 5 1284,14 16 0,11 3 155,22-2-1019,8-4 0,8 3 0,0-3-1050,6-2 0,-3 1-90,-8 6 1,-4 5-1,-4-8 360,-3-1-823,-26-5 1,-12 4 0,-2-7-547,-5-7 1,-1-4-1,5 5 1,1-1 1409,1-1 1,7-8-1,11-27 1,4-7 0</inkml:trace>
  <inkml:trace contextRef="#ctx0" brushRef="#br0" timeOffset="236786">25560 10019 7533,'-22'-28'749,"34"11"1,35 9-1</inkml:trace>
  <inkml:trace contextRef="#ctx0" brushRef="#br0" timeOffset="238287">27639 9684 7533,'17'-43'3276,"-24"13"-1245,15 5-2121,-47 25 809,9 18 1,-2 13-271,7-1 1,-2 9 0,-2 5 0,2 0 0,3-1-145,4-7 1,3-1 0,1 1 0,1 1 0,-1 5-472,3-3 1,-1 4-1,0 2 1,0 2 0,1 0-1,2-2 1,2-3 0,1-5 254,1 15 1,3-7 0,4 3 337,1 0 0,2 4 1,3-4-1,6-12-742,14-11 1,3-9-1325,-4 0 1,1-4 982,5-3 1,-3-7-1,-5-17 1,-11 15 0</inkml:trace>
  <inkml:trace contextRef="#ctx0" brushRef="#br0" timeOffset="239454">28046 10266 8432,'-6'-18'3276,"5"-7"0,-16 5-3441,-7-5 30,-10 21 0,-3 6 135,-4 0 269,8 10 1,-8 8 0,-1 4 0,9 0 539,3 10 1,4 5-1,1-6 1,-4 4 0,4 2-1,9-3-134,12 9 0,15-4-1155,7-12 0,8-1 0,4-9-613,12-12 1,6-9 0,-3-1 545,6 5 1,-3-2 0,-1-11 0,-13 6 0,-31 15 0</inkml:trace>
  <inkml:trace contextRef="#ctx0" brushRef="#br0" timeOffset="239907">28316 10478 7533,'7'-38'3276,"15"60"-1638,-13 8 0,-8 6-3277,-13 7 1,-8 1 545,6-11 1,-3 0 0,-2-7 436,-11-9 1,-1-5-1,-12 12 1,43-24 0</inkml:trace>
  <inkml:trace contextRef="#ctx0" brushRef="#br0" timeOffset="241103">28710 10389 7533,'0'-29'1638,"0"0"0,0-13 1638,0 15-1638,3 48 0,0 17-1137,-1-6 1,-1 4 0,3 0-457,0 19 0,10-14 135,10-33 0,3-14-338,-8-18 1,-3-14 0,0-5-1,-1 5 697,4 1 1,-1 3 0,0 1-1440,2-17 1,-2 21 1199,-11 51 0,-2 22 0,3-2-525,13 2 0,7-10 135,10-13 0,2-18 742,-13-21 0,0-13 0,-1-4 1,-1 7-204,9 4 1,-3 1-405,-5-23 0,-5 18-495,-9 50 0,-3 27 1,-1 8-1,1-11-1189,2-6 1,1-1 1224,1 7 1,2 4 0,0-11 0,9-8 0,-6-41 0</inkml:trace>
  <inkml:trace contextRef="#ctx0" brushRef="#br0" timeOffset="242020">29658 9648 7982,'-14'-47'3276,"58"38"-2457,-24 29 0,0 16 0,0 8 0,-1 3-351,-4-10 0,0 4 0,0 3 0,-1 1 0,-1 1 0,-1 0 0,-3-2 78,-1 4 0,-2 0 0,-1 0 0,-3 0 0,0 0 0,-3 1-344,1-4 1,-2 2 0,0 2 0,-2-1 0,-2-3 0,-2-5-1,-4-5-1295,-14 7 1,-6-9 0,3-2-547,1 5 1,5-5-1639,-4 4 2457,32-8 1,-3-1 0,3-9 0</inkml:trace>
  <inkml:trace contextRef="#ctx0" brushRef="#br0" timeOffset="260920">22434 8361 10861,'0'10'2428,"-5"5"-1528,4-13-450,-5 6 89,12-55-179,7 6 0,7-9 0,-3 4-180,-3-1 0,1 0-240,2 0 0,2-1 0,-3 13 240,-5 20 89,-11 15-179,0-8 540,0-2-450,0 0 2428,0 42-2653,4 15 0,3 2-3232,6-4 1638,-6 5 1,0-18 1432,3-63 1,-20 43 0,-3-9 0</inkml:trace>
  <inkml:trace contextRef="#ctx0" brushRef="#br0" timeOffset="261772">22360 8061 8072,'-19'0'3276,"29"-8"0,28-17-3719,-1-1 1,1-1-1197,-9 10 1,-3 0 1160,2-7 0,-11 9 0,-22 23 0,-9 2 0</inkml:trace>
  <inkml:trace contextRef="#ctx0" brushRef="#br0" timeOffset="262664">22114 7426 7533,'-26'8'3276,"14"-6"-346,24-10-2076,13-26 1,3-14-795,-6 9 0,0-2 0,0-1-105,-4 8 0,0-2 0,0 1 0,-2 1 15,0-3 0,-2 1 0,-1 5 1559,3-10-359,-11 49 269,8 35-870,-4-7 1,1 6 0,0-1-600,0-6 0,-1-2 0,0 1-1063,1 8 1,0 0 0,0-14-2185,3-18 2457,-3-10 1,-8-16 0,3 36 0</inkml:trace>
  <inkml:trace contextRef="#ctx0" brushRef="#br0" timeOffset="264003">22816 7461 7803,'-25'0'3276,"11"-15"-1901,23-20 0,10-13-1357,-8 14 0,2-5 0,0-3 0,1-1 0,-1 1 90,0 2 0,-1-1 0,1-1 0,-1 1 0,1 0 17,0-5 1,2-2 0,-2 1 0,-1 4 0,-2 9-126,-4-2 0,0 17 989,3 51 1,4 24-1035,-1-18 0,2 3 0,3-2 0,4-12-585,18-8 1,3-18 509,-11-16 0,0-11 0,-4-8 695,-11 0 1,-3-8 0,-2-4 0,-2 2 0,1 7-217,5-25 1,-2 30 629,-2 53 1,0 26 0,-3 6-595,-3-9 1,-1 5 0,-2 3 0,0 0-1,2-2-395,0-6 0,0-1 0,1 0 0,0-2 0,-2 0-820,-1 8 1,-1 4 0,1-10 0,4-24 559,19-48 0,-8 29 0,5-31 0</inkml:trace>
  <inkml:trace contextRef="#ctx0" brushRef="#br0" timeOffset="264508">23776 7003 7533,'-36'-26'3276,"9"14"0,-14 28-2582,27 13 0,6 12 1,9-1-635,12-1 0,10-1 0,5-11 704,17-13 1,2-17-346,-12-10 1,-1-10 0,-13-5-1410,-23-11 1,-16-7 0,-3 7 989,-1 5 0,-7 13 0,-22 25 0,12 16 0,51 5 0,0 1 0</inkml:trace>
  <inkml:trace contextRef="#ctx0" brushRef="#br0" timeOffset="266655">24329 6526 7533,'-3'-29'1638,"0"0"0,-3-13 483,-1 31-1492,5 30 1,5 25 0,1 10-1,2-7-599,5 2 0,3-1 0,-2 0-98,-5-4 1,-2 2 0,-1-3-1,-1-9-921,1 7 719,-26-56 0,-12-7 899,-2 24 1,-5 10 0,3 3 89,-2 8 1,7 7-360,8 3 0,4 5 0,14-3-121,22-8 1,13-2 0,2-4-390,2-5 0,2-3 0,1-7 30,5-8 0,2-7 1,-6-6 29,2-18 0,-9-6 0,-12 4 0,-6 1-180,-6 2 0,-4 13 90,-1 21 990,5 26 179,-3-9-989,3-11-180,-10-10 450,3-6-360,-3 24 180,3 11 0,4 5-225,4 6 0,4 0-180,3 3 1,6-7 269,5-18 0,2-7 135,9-7-90,-15-19 0,-2-5-180,1 2-1459,-4-9 1,1 0 623,11 3 1195,-17-1 0,-3-1 270,-1 1-990,-12-3 0,5-3 2070,-5 23-1351,6 2 2134,0 8-2313,0 0-270,0 8-179,0 2 359,0 0-450,0-2-2737,0-8 2702,0 7 0,6 3 0,1 8 0</inkml:trace>
  <inkml:trace contextRef="#ctx0" brushRef="#br0" timeOffset="267921">24993 6562 7533,'-5'-34'3276,"4"5"-616,-5 9-1940,1 62-405,2-19 0,-1 6 8,2 8 1,1 9 0,1 5 0,-1-1 0,-1-6-264,-2 0 0,-1-4 0,3 3 65,3-2 1,2 4 0,2 1 0,-2-3 0,-1-8-81,-5 0 0,5-7 90,16-5 0,8-7-405,5-12 0,5-6-225,3 1 1,2-6 494,-3-13 0,0-8 0,-5 1 0,-6 9 0,-7-5 719,-9-18 1,-8-9 0,-11 14-541,-27 22 1,-4 6 0,-1 10 809,13 25 1,6 13-832,10 5 1,6 8 0,2-6-69,-1-11 0,8-3-240,16 5 0,11 2 0,2-17-1489,1-29 1,1-7 1091,11 14 1,-3 0 0,-15-11 0,-8 2 0,-10 10 0</inkml:trace>
  <inkml:trace contextRef="#ctx0" brushRef="#br0" timeOffset="268838">26016 6473 7533,'5'-24'1638,"0"-1"0,3 0 0,-11-7 0,-9 7-957,-10 29 1,-6 12-472,-4 4 0,-3 5 0,2 0-165,-3 2 0,3 5 170,12-3 1,1 6 0,1 3 0,2 3 0,4-2 305,6 1 1,4 1 0,2 1 0,1 0 0,-1-1-181,-2-1 1,-1 0 0,0 0 0,3 0 0,2 0-396,5 3 0,2 1 0,3-1 0,0-3 0,1-8-36,2 4 0,5-13-1549,10-18 1,-2-10-1639,-13-7 2457,3-6 1,-10 26 0,-1 12 0</inkml:trace>
  <inkml:trace contextRef="#ctx0" brushRef="#br0" timeOffset="270287">26126 7020 7083,'6'-37'3276,"-5"4"0,5 31-2272,-6 4-465,0 8-539,0-3 180,0-7 540,0 0 1259,-6 55-1800,3-13 1,-1 1-180,0-6 0,1-2 90,4-1 0,4-13-135,10-47 0,5-23-15,-3 12 0,1-4 1,0 0 88,-3 0 1,0 0 0,0 7 195,4 7 0,-3 9-225,-11 14 270,-5 32 0,0 17-1,7-8 1,4 1 0,4-13-1079,26-27 719,-17 39 0,-1-8-210,-1-55 0,1-27 1,-1 5 1288,-4 18 0,-1 1-854,3-19 0,-2 18 855,4 63-1260,-14-3 0,-1 6 0,0 0-1369,3 11 1,2-4 982,5-4 1,3-13-1,-1-30 1,-8-22 0</inkml:trace>
  <inkml:trace contextRef="#ctx0" brushRef="#br0" timeOffset="270836">26803 6279 8072,'4'-47'1638,"22"46"0,5 8 1638,6 11-2457,-9 2 0,6 8 0,2 4 0,-6 2 0,-2 3 0,-4 4 0,-2 3 0,-2 0-220,-4-5 1,-1 1-1,-2 1 1,-3 1-1,-4 2-599,-5 1 0,-4 2 0,-3 2 0,-3 0 0,-1-4 0,-1-4-820,-4 1 1,-3-5 0,-2-2 0,-1-2 154,-5 1 0,-2 0 0,0-4 1,5-6-2613,-10 7 2859,32-19 0,-5 13 1,6-7-1</inkml:trace>
  <inkml:trace contextRef="#ctx0" brushRef="#br0" timeOffset="274887">14976 11800 8072,'-13'-19'2789,"-3"-5"-1800,15 15 1,-5-1 899,17-6 89,35 22-1738,-9-7 0,6-2 0,3 1-330,-7 3 0,1 2 0,2 0 0,0-2-360,5-4 0,1-1 1,0-1-1,-4 1-643,-3 3 1,-3 1 0,-4-3-450,2-7 1,-16 5 462,-27 12-720,-17 11 1799,3 2 0,4 13 0,11-6 0</inkml:trace>
  <inkml:trace contextRef="#ctx0" brushRef="#br0" timeOffset="275458">15075 12030 6903,'-24'-10'3276,"-1"-6"0,33 6-1650,28 4 0,10 3-1536,-18 2 0,4 2-540,6 1 0,10 3 1,3 0-1,-3 1 1,-10 1-1190,-4 4 1,-2 0 1194,13-1 1,6 0 0,-17-5 0,-25-5-1,-21-10 1</inkml:trace>
  <inkml:trace contextRef="#ctx0" brushRef="#br0" timeOffset="276255">15543 11571 7533,'-13'-22'1638,"-1"-1"0,19-12 1638,0 17-1650,21 24 0,10 12-1237,1 3 1,4 7 0,0 1-503,-7-4 1,0 1 0,0 1 0,-1-1-278,8 6 0,-2-1 0,-3-2-150,8 3 1,-18-7 449,-32-17 900,-4 0-661,-14 14 1,-11 11 0,-2 0-195,3-7 0,-2 2 0,-2-1 0,3 0-775,2-3 1,1 1 0,1 0 0,0-1 272,-11 7 1,0 0 0,16-9 0,20-12 0,6 17 0</inkml:trace>
  <inkml:trace contextRef="#ctx0" brushRef="#br0" timeOffset="279588">16724 12136 10321,'-14'-16'2519,"3"-4"-2340,16-6 1,7-7-120,-3 4 0,1-3 0,2-3-173,2-2 1,2-5 0,0-1 0,0-1 148,-3 2 0,1-1 0,-2-1 0,1 0 0,-1 1 233,2-5 1,-1 1 0,-1 1 0,0 1 119,0-7 1,-1 1 0,0 9-390,-3 13 0,2 7 0,14 6 630,8 40 89,-11-5 1,0 7-480,-3 10 0,-1 7 0,-3-2-106,2-1 1,-3 4 117,-3-3 0,0 8 0,0 4 0,-2-2 0,-2-4-162,-3 3 0,-3-3 0,1 3-216,2-5 0,2 4 0,0 1 0,0-2 0,-2-7 36,0-3 0,-1-5 0,0-2-1549,1 9 1,1-17-1639,2-31 0,-6 6 2924,-6-6 0,-11 0 0,-9-2 0</inkml:trace>
  <inkml:trace contextRef="#ctx0" brushRef="#br0" timeOffset="279888">16822 11889 7533,'-4'-36'3276,"48"17"-4366,-1 17 0,9 6 0,-3 2 340,-14-3 1,-1 2-1,-1 0 750,4 3 0,0 2 0,-9-2 0,-8 0 0,3-8 0</inkml:trace>
  <inkml:trace contextRef="#ctx0" brushRef="#br0" timeOffset="280756">17733 11289 6633,'-7'-33'3276,"2"19"-3047,4 34 1,2 23-1,-1-4-49,0 8-105,-1-15 0,-1 11 0,-1 6 0,1 1 0,0-2 0,1-8-944,4 6 0,0-6 0,0 2 869,-5-3 0,-2 2 0,1-2 0,3-5 449,8 7 0,0-20-1618,-1-64 674,-14 4 0,-6-2 945,0 6 0,-9 9 369,-9 20 0,-11 10 0,-3 6 0,7 4 273,6 6 0,4 6 0,-2 2-273,-4-3 0,-4 2 0,4 1 0,13 2 273,15 12 0,12 3 0,11-11-485,9-17 0,9-9 0,2-3-1700,4-2 1,2-4 0,-1-1-1,-6 0 1,0-1 0,-5-6 436,8-23 1,-18 9-1,-43 47 1,-6 5 0</inkml:trace>
  <inkml:trace contextRef="#ctx0" brushRef="#br0" timeOffset="281705">17980 11942 7533,'-7'-28'3276,"-4"-5"0,31 60-2184,-14 2 0,-2 8 0,2 1-446,6 1 0,1 3 0,5-2 1,3-8 42,11-4 1,5-8-1,-3-15-1589,-5-20 1,-2-13 0,-4-4-151,-2-2 1,-5-5 0,-3-1 1049,-3-10 0,-4 0 0,-9 24 0,-24 54 0,34 17 0</inkml:trace>
  <inkml:trace contextRef="#ctx0" brushRef="#br0" timeOffset="282087">18520 11853 9152,'-18'-19'3276,"17"58"-2184,2-3 0,2 8 0,0-1-398,1-4 0,1-1 1,0-1-1788,0 2 1,1 1 0,-1-9 272,2-2 1,17-37 0,2 8 0</inkml:trace>
  <inkml:trace contextRef="#ctx0" brushRef="#br0" timeOffset="282787">19026 11889 7803,'5'-47'3276,"-3"13"0,-8 26-654,-24 8-2262,-10-3 0,-4-1-585,14 2 0,0 2 135,-11-5 0,12 10 585,38 26 0,15 10 164,-5-10 1,3 2 0,-1-1-601,0-1 1,1 0 0,-4 3 360,3 12 0,-4 3 0,-17-9-600,-31-9 0,-11-7-90,12 2 0,-2-5-1369,-18-9 1,4-14-1639,15-25 2932,38 11 1,42 16 0,-14 0 0,0 0 0</inkml:trace>
  <inkml:trace contextRef="#ctx0" brushRef="#br0" timeOffset="283521">19247 12100 7533,'24'-17'1092,"1"-1"0,-3 1 0,1-1 546,15-9 0,-8-5 0,-25 0 0,-12-1-481,-9-3 1,-11 8-1878,-19 22 1,-6 15 898,8 10 1,5 13 639,18 1 0,3 7 0,5 3 0,3-4-883,6-1 0,5-2 1,1 0 123,-4 1 0,2-1 0,9-7 569,28-5 1,9-17-2269,-3-27 1,-1-7-1,-3 21 1,-2 1 982,4-20 1,-15 10-1,-37 41 1,-9 11 0</inkml:trace>
  <inkml:trace contextRef="#ctx0" brushRef="#br0" timeOffset="284188">19788 11959 7533,'22'-32'1092,"0"-1"0,0 7 0,-2 2 2184,1-10 0,-54 22-2928,-3 17 0,-6 6-229,8-1 1,0 2 0,4 5 375,-5 20 0,18 5 269,31-5 1,15-2-735,-4-12 0,4-3 0,1 0 569,5 2 1,2-1 0,-16 3-1725,-22 3 1,-12 0-515,-9 3 1,-9-5 1271,1-10 0,-3-3 0,2-3 0,1-3 0,5-5 0,3-10 0</inkml:trace>
  <inkml:trace contextRef="#ctx0" brushRef="#br0" timeOffset="284546">18644 11536 7533,'-29'-29'655,"-1"1"0,0-5 1,49 27-1,27 14 0</inkml:trace>
  <inkml:trace contextRef="#ctx0" brushRef="#br0" timeOffset="288322">20711 11201 7533,'0'-20'3276,"0"-19"-2325,0 33-411,11-33 899,-8 35-1169,3-12 180,-30 16-495,-2 13 0,-2 6 225,-5 0 0,0 9 359,8 6 1,1 11 0,1 3-1,5-1-292,4-7 1,2 0-1,3 1 1,1 5 21,1-1 1,1 4 0,2 2 0,0 2 0,3-2 0,1-2 35,4-1 1,1-1 0,2 0 0,3-2 0,1-1 125,2-2 1,2 1 0,2-2 0,0-3 0,0-4-492,3 1 0,1-5 0,1-9-1579,11-9 1,-7-14 818,-20-26 1,-4-3 0,-6 11 0</inkml:trace>
  <inkml:trace contextRef="#ctx0" brushRef="#br0" timeOffset="289103">21056 11836 7533,'-27'-20'3276,"16"-11"0,24 50-2621,-10 9 0,-4 12 1,-3 7-1,0 2 0,2-3-336,2-3 0,0 1 0,1-1 0,-1 2 0,-1 0-454,-2-3 0,0 2 0,-2 1 0,0-1 0,1-3 1,1-3-959,-1 20 1,1-6 0,5-28 686,8-50 0,-2-19 0,1 14 0,0-1 0</inkml:trace>
  <inkml:trace contextRef="#ctx0" brushRef="#br0" timeOffset="289738">21007 11765 7263,'-21'-37'1638,"25"12"0,8 1 0,8 6 0,7 7-819,9 10 0,9 9 0,2 4 0,-7 4 273,-7 4 0,-5 5 0,3 0-366,4-4 1,5-2 0,-3 3 0,-12 5-967,-14 14 0,-12 6 0,-8-8-1064,-16-11 0,-5-3 1214,9 7 0,-4-1 202,-7-14 0,-8-1 1,-1-3-1,9-5-1911,-12-2 160,0 9 1,14 2 818,34-8 1,27 9 0,-7 0 0</inkml:trace>
  <inkml:trace contextRef="#ctx0" brushRef="#br0" timeOffset="290121">21683 12065 7533,'22'-43'3276,"6"37"0,-12 49-2612,-23-14 0,-8 4 1,-4-1-1758,-3 4 1,-4-1 0,-1-4 545,-8 8 1,3-17 0,11-32 0,41-13 0,0-1 0</inkml:trace>
  <inkml:trace contextRef="#ctx0" brushRef="#br0" timeOffset="291437">22483 11712 7533,'11'-35'3276,"3"15"0,5-11 0,-7 27-6382,-28-35 3106,5 33 25,-23-7 0,-10 2-25,2 13 0,-1 4-60,7-2 0,-2 1 0,3 4 240,-10 13 0,9 7 314,19-1 1,11 1-45,17-1 0,9-1 449,13 4 1,3-6-810,-10-18 0,2 0 1002,8 13 0,4 6 0,-9-1-617,0 10-655,-7 6 1,-13 2-631,-31-9 1,-11-5 764,11-8 0,-5-3-165,-12-3 0,-9-4 0,8-5-959,-8-14-470,6 3 1,4 0 417,14-5 1221,44 2 0,10 16 0,-4-3 0,0 0 0</inkml:trace>
  <inkml:trace contextRef="#ctx0" brushRef="#br0" timeOffset="292271">22877 11042 7892,'16'-45'3276,"32"57"-2621,-26 10 0,2 13 1,0 7-1,-3 4 0,-2-1-109,-6-2 0,-2 2 0,-3 3 0,-1 1 0,0 0 0,0 1-120,1-3 1,0 2 0,1 0 0,-1 1 0,-2-1 0,-3-1 0,-4-1-427,-3 2 0,-3 1 0,-2-2 0,-3-1 0,-3-5 0,-2-4-722,-7-1 1,-5-5 0,-1-4 0,4-1-918,-7 11 1,2-10-1639,-15-10 2457,50-10 1,19-24 0,-10-3 0</inkml:trace>
  <inkml:trace contextRef="#ctx0" brushRef="#br0" timeOffset="294037">23653 11007 7533,'-25'-26'3276,"11"14"-1875,9-3-142,31 15 1,15 8-901,0-3 1,6 2 0,-4 6-330,-7 10 0,-2 6 0,0-4 0,6-13 0,0-3 0,-13 9 239,-25 23 1,-17 11 0,-1-12-90,1-15 164,6 5 1,-2 11 0,1 10 0,0 3 0,1-1 0,3-5-237,3-3 0,2-2 0,2 0 0,-1 1 0,-1 4-41,-1-5 1,-2 2-1,0 3 1,0 1-1,0 0 1,0-1-1,1-2 1,1-3-724,1 8 1,1-1-1,0-3 1,0-2 0,-2-3 496,-3 8 1,-1-5 0,1-5 68,2-3 0,-1-11 270,-3-20-990,-4 33 630,9-35 1889,-9 11-1529,-12-2 0,-10-2 651,-8 0 0,-6-1 0,1-2-2470,-2 0 1,2-2 1219,6 3 1,-1 1-1,21-9 1,41-25-1,4 19 1,1 0-1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43:33.144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26470 11889 6453,'-23'-18'-629,"-3"24"629,6-10 0,-2 27 0,21-5 0,-5 10 0</inkml:trace>
  <inkml:trace contextRef="#ctx0" brushRef="#br0" timeOffset="28370">3052 8749 7533,'-18'-35'2069,"0"7"-360,1-5-180,7 5-360,-6 1 1350,6-6-2340,1 21 76,9 28 0,7 24 0,5 14 0,1 6 0,0-2 0,-4-12-196,-1-1 1,-1-5 0,2 11 38,-3-18 1,2 8 0,1 4 0,1 5 0,1 3 0,0 1 0,0 1 0,0 0 0,-1-2 0,0-3 0,-1-4 0,-2-5 0,-1-6-99,3 19 0,-4-11 0,3 7-7,0-5 0,3 10 1,1 4-1,0 0 1,0-7-1,-3-13 1,-2-17 455,-3-16-2088,14-24 1,3-13 1432,-8-10 65,-3 15 0,3-11 1,2-7-1,4-6 0,0-5 1,1-2-1,1 1 0,-2 1 1,-1 4-1,-2 6 1,-3 7 140,0-3 0,-3 8 0,1 0 0,2-9-41,-1 6 0,4-9 0,2-6 0,1-3 0,1-2 0,-1 0 0,0 2 0,-2 4 1,-3 6-1,-3 9 0,-4 9-769,-3-13-2467,12-8 2457,-16 66 1,-8 17 0,-2-1 0</inkml:trace>
  <inkml:trace contextRef="#ctx0" brushRef="#br0" timeOffset="28796">3175 9366 7533,'-25'0'1638,"-1"0"0,67-15-546,-7 7 0,6 2 0,2 0-1807,4-1 0,2 0 0,-3 1 715,8-1 0,-12 7 0,-25 9 0,-36 9 0</inkml:trace>
  <inkml:trace contextRef="#ctx0" brushRef="#br0" timeOffset="30081">3828 9490 7173,'-20'0'3276,"-11"-16"0,27 12-24,19-12-2442,17 32-496,-2 7 1,9 10 0,0 2 0,-8-4-360,-5-7 0,-11 5-99,-14 7 0,-9 13 0,-4 1 0,-3-8 1,0-21-3134,-14-33 2457,-4 24 1,-11 13 0,4-1 0,20-17 163,45-46 1,24 47-1,-21-3 1,1 0 0</inkml:trace>
  <inkml:trace contextRef="#ctx0" brushRef="#br0" timeOffset="30417">4304 9613 7533,'6'-44'819,"1"-1"0,-1 1 0,2-3 0,-10 19-164,-16 40 0,-13 24 1,-6 13-1,2 1 0,7-10 41,7-11 1,4-2-1,6 5-1152,7 8 0,5 11 0,4 1 1,5-8-1,4-16 456,10-18 0,7-8 0,12 6 0,7 0 0,-14-2 0,-20-4 0</inkml:trace>
  <inkml:trace contextRef="#ctx0" brushRef="#br0" timeOffset="35024">5488 8855 6993,'-5'-18'2519,"3"0"-361,-25-7-1168,11 5-1080,-6 3 0,-3 1 360,-7 4 509,17 33 1,3 17-1,2 5-794,4-7 0,2 4 0,1 4 0,1 2 0,0 0 0,0-1 255,-1 0 0,0 1 0,1 0 0,-1 0 0,0 0 0,0 1-22,1-4 0,-1 2 1,0 1-1,0-1 1,0-2-1,-1-2 1,-1-4-249,-5 17 0,-1-6 0,-1-5 120,-3-2 0,3-3 1439,7-2 0,4-4-1259,5 0 719,27-13 1,9-7-2629,-14-11 1,0-2-1,7 1 1,-1 0 818,12 0 1,-48 8 0,2 2 0</inkml:trace>
  <inkml:trace contextRef="#ctx0" brushRef="#br0" timeOffset="35909">5882 9084 7533,'-20'-6'3276,"4"43"-2621,12-7 0,3 9 1,2 6-1,1 0 0,0-2-539,1 7 0,2-1 0,-1 1 0,0-1 423,-3 3 1,-1 2 0,1-4-1,1-8-224,4 1 0,-2-21-743,-4-42 1,-4-27 0,-1-12 0,2 3 499,2 9 0,1-2 0,0-1 0,1-1 0,2-1 185,0 7 0,1-2 0,1-1 0,0 0 0,2 0 0,1 3 0,2 2-347,2-6 0,1 0 0,2 3 0,4 7 0,5 9 479,16 4 1,6 13 0,-2 14-75,-13 14 0,0 10 0,-3 7 0,-9 0-518,-8 3 1,-7 5 0,-5 0-1,-5-2 225,-4 0 1,-4 0-1,-5-3 1,-4-7-893,-10-4 1,-5-8 0,2-5 869,-13-1 0,21-6 0,42-4 0,12 5 0,0 0 0</inkml:trace>
  <inkml:trace contextRef="#ctx0" brushRef="#br0" timeOffset="36673">6707 8731 7533,'-30'-5'1092,"0"0"0,-8 22 0,2 13-273,13-3 0,2 4 0,1 5 0,2 2-352,3-3 0,2 4 0,0 1 0,2 2 0,2 1 0,0-1-287,2 0 0,2 2 0,1-1 0,1 1 0,2-1 0,0 0-73,1 5 1,2 0 0,1-1 0,1-2 0,4-4-1201,6 5 1,3-5 0,3-7 560,4-3 0,1-13 0,6-25 1,-8-13-1</inkml:trace>
  <inkml:trace contextRef="#ctx0" brushRef="#br0" timeOffset="37073">6694 9313 8792,'4'-2'1638,"30"29"0,1 19 0,-33 0 0,-8 6-1664,8-9 1,2 1 0,-8-4-1614,-15 1 1,-4-11 1314,3-16 1,39-28 0,15-8 0,9 0-1,0-1 1</inkml:trace>
  <inkml:trace contextRef="#ctx0" brushRef="#br0" timeOffset="37349">7015 9419 7533,'-35'26'327,"-1"-1"1,1 1 0,60-20-1,5 3 1,-36 39 0,2-4-1,45-52 1,-1-1 0,1 1-1</inkml:trace>
  <inkml:trace contextRef="#ctx0" brushRef="#br0" timeOffset="37788">7199 8784 7533,'2'-27'1092,"1"-1"0,34 32 0,4 12 2184,-11-2-2730,-11 7 0,3 12 0,2 7 0,0 4 0,-5 0 0,-5-3-29,-6-1 0,-5 0 0,-3 0 0,-3 1 0,1 4-453,-2-1 0,-1 5 0,-1 1 1,-2 1-1,0-1 0,0-3 0,0-3-884,-1 8 1,0-3 0,-1-3 0,-6-3 350,-6-2 1,-6-1 0,1-5 0,9-8 0,5-1 0,8 1 0</inkml:trace>
  <inkml:trace contextRef="#ctx0" brushRef="#br0" timeOffset="39265">7605 8837 7533,'-18'-25'3276,"32"-3"-1638,15 9 0,8 3-372,-1 2 1,0 8-1357,-5 14 0,-4 16 202,-15 3 0,-4 13 1,-1 9-1,-3 5 1,-2 4-1,0-1 1,-1-3-1,1-5 53,-1-2 0,-1-2 0,-1-2 0,-1 1 0,1 2 0,1 3-130,1-7 1,0 4 0,0 2 0,0 2 0,1 0 0,0-1 0,0-1 0,0-3 0,-1-3 0,1-5 189,1 11 0,1-5 0,-1-5 0,-2-7-135,-2-1 0,-5-9 1889,-23-5-1215,-2-21 1,-3-6-630,6 3 0,-2-3-315,-14-11 0,1 1-2789,-2 7 2969,14-8-3277,31 38 2634,14-14 1,28-2 0,-4-10 0</inkml:trace>
  <inkml:trace contextRef="#ctx0" brushRef="#br0" timeOffset="41099">8934 9666 7533,'-12'-18'2968,"5"-23"-449,29 18-945,-1 37 0,-3 17-1552,-15 6 1,-8 12-1,-6 2 1,0-4-473,-2-2 0,-3-3 0,-3 0-370,0 2 1,-2 3 0,-2-5 0,-1-16 163,-11-18 1,13-12-1,35-4 1,25 18 0</inkml:trace>
  <inkml:trace contextRef="#ctx0" brushRef="#br0" timeOffset="42576">9673 8872 7533,'-18'-35'3276,"10"15"-1245,8 20-52,41 185-1890,-30-144 1,1 3 0,2 0 0,-1 2 0,0-1 0,-1-1-75,-2-1 0,-1-1 0,0 0 0,0 0 0,1 0 0,0 2 293,2 0 0,1 4 1,0 1-1,1-1 1,-1-4-1,0-5 1,-2-7 410,4 2 1,0-5-450,6 17 0,0-18-585,-5-52 0,-3-21 270,-3 7 0,-1-8 0,0-1 0,-1 2 45,-1 1 0,0 1 0,2-5 102,-1 8 1,2-5 0,1-3 0,0-2 0,1 1 0,-1 3 0,-1 4-58,1-2 0,0 5 0,-1 1 0,1-3-225,0-4 0,1-4 0,0 0 0,-1 3 0,0 7-1459,4-10 1,-2 14 1091,-7 23 1,-12 34 0,-5 13 0,1-6 0,-1-1 0</inkml:trace>
  <inkml:trace contextRef="#ctx0" brushRef="#br0" timeOffset="42983">9796 9331 6633,'-28'0'1638,"66"-4"0,17 0 1638,-15 2-3790,-1-1 1,11-1-1,2 0 1,-10-1 513,-7 2 0,-4-3 0,1-5 0,-6-4 0,-8-12 0</inkml:trace>
  <inkml:trace contextRef="#ctx0" brushRef="#br0" timeOffset="44537">10411 9507 7533,'-12'-9'2069,"-12"1"1207,26-16-886,-11 18-1221,36 8 1,13 12-1665,-10 24 1,-13 12 374,-15-10 0,-9 2 0,-3-2 299,-2-6 1,-2-1 0,-6-6-1273,-11-5 1,-5-4 0,12-11-2185,19-11 2808,23-12 1,10 11 0,12 4 0,-3-1 0,0-3 0,0 1 0</inkml:trace>
  <inkml:trace contextRef="#ctx0" brushRef="#br0" timeOffset="44869">10878 9525 7533,'-37'-22'1638,"-1"1"0,-4 9-819,10 32 0,-7 18 0,4 7 0,14-7 819,17 1 0,15-1-1614,6-7 1,8 3-1,4-4 1,-2-12 0,4-14-1,2-10 1,5-3 0,-1 0-1,0 0 1</inkml:trace>
  <inkml:trace contextRef="#ctx0" brushRef="#br0" timeOffset="46033">11654 8749 7533,'-44'-22'1092,"-1"1"0,11 5 0,-1 2 148,-5-6 0,3 15-934,20 30 0,6 20 0,5 11 0,1 5 0,1-5-172,1-9 1,3 1 0,0 1 0,1 1 0,0 2 0,-2 0-79,-1-6 0,-1 3 0,0 0 1,-1 1-1,1 0 0,-1 0 1,2-2-1,-1-2-161,3 6 0,0 0 0,1-1 0,-1-3 0,-1-4 0,-3-5 854,-4 0 1,-3-6 0,4-3 464,2-2 1,9-5 89,26-9 0,10-9-2943,-2-2 1,2-6 982,8-4 1,-3-5-1,-4-16 1,-37 3 0</inkml:trace>
  <inkml:trace contextRef="#ctx0" brushRef="#br0" timeOffset="46962">12294 9084 7533,'-41'-12'819,"-1"1"0,1-1 0,-5-1 0,1 16-388,18 16 1,-3 13-1,-1 9 1,1 6-1,1 0 1,4-3-1,3-8-191,-6 8 0,7-5 0,10 8 158,11-6 0,5 10 1,6 5-1,3-1 0,4-4 1,3-9-1,3-15-188,19-10 0,8-18 0,4-11-95,-19 1 1,4-4 0,2-5-1,0-3 1,-2-2 0,-4-1-1,-7-1-160,4-12 0,-8-4 0,-7-3 0,-8-4-424,-8 8 1,-6-6 0,-4-3 0,-3 0 0,-2 3 0,0 6 0,0 8-1171,-10-5 1,-5 10 1265,-1 3 1,-3 2-1,10 17 1,18 35-1,11 12 1,2-3-1,0-1 1</inkml:trace>
  <inkml:trace contextRef="#ctx0" brushRef="#br0" timeOffset="47233">12207 9419 7533,'26'37'1092,"0"-1"0,1 1 0,-8-2-1748,5-6 1,11 8-1,5 3 1,-4-4 0,-10-11-1,0-4 1,8 10-1,-13-7 1,-28-24 0</inkml:trace>
  <inkml:trace contextRef="#ctx0" brushRef="#br0" timeOffset="47902">13020 8925 7892,'-28'-11'1092,"0"1"0,-8 23 0,1 15 0,9 2 0,3 7 0,2 6-658,6-4 1,1 5 0,2 3 0,2 1 0,2-1-58,3-2 1,2 0 0,2 1 0,3-2-1,2-1-287,7 8 0,4-2 0,2-1 0,0-5-120,-2-2 0,1-3 0,6-10-1609,23-10 1,-8-12 818,-32-6 1,16 0 0,-21 0 0</inkml:trace>
  <inkml:trace contextRef="#ctx0" brushRef="#br0" timeOffset="48401">13032 9454 7533,'8'-45'1638,"18"37"0,3 12 0,-1 28 0,-8 13-147,-8-4 0,-10 2-2361,-15 1 1,-10 2 0,-3-8-770,-7-12 1,7-5 1450,23 2 1,34-33 0,17-13 0,-5 7 0,0 0 0,1 1-1</inkml:trace>
  <inkml:trace contextRef="#ctx0" brushRef="#br0" timeOffset="48620">13389 9543 7533,'-22'-19'819,"0"0"0,1 45 0,2 23 0,10-8 2457,21-6-2867,-1 1 1,3 6-1,5-16 1,19-30-1,1-17 1,-10-14 0,1 1-1</inkml:trace>
  <inkml:trace contextRef="#ctx0" brushRef="#br0" timeOffset="49516">13463 8872 7533,'0'-27'1092,"0"-1"0,4 0 0,3 6 1568,12 10-2296,-8 25 0,2 16 0,2 13 0,1 9 0,-1 4 0,1 2 0,-1-3 0,-2-7 0,-2-9 103,4 5 0,-3-8 1,-1 10-460,-5-9 0,2 7 0,-1 7 0,1 5 0,-1 1 1,-1 1-1,0-2 0,-3-4 0,-1-5 0,-3-9 1,-3-9-189,-9 0 0,-6-5-913,-5 16 1,-5 4 0,8-14 272,13-21 1,21-23 0,20-5 0</inkml:trace>
  <inkml:trace contextRef="#ctx0" brushRef="#br0" timeOffset="50702">13894 8555 7533,'-19'-18'1638,"41"1"0,15 1 0,-9 6 0,5 6-1230,8 11 0,10 7 1,-1 4-1,-10-2-408,-8-3 0,-7 9 67,-12 8 1,-1 11-1,-3 10 1,-1 6-1,-2 1 1,-2-1-1,-1-6 1,-2-8-23,-3-1 0,-3-7 0,-2 0 0,1 8-345,2-6 1,-1 7 0,1 4 0,-1 3-1,0 2 1,1-1 0,0-2 0,1-4 0,1-6-1,1-6 360,2 4 0,2-7 0,-2 4 237,-3 10 1,-3 9 0,0 2 0,-1-5 0,2-12-658,2-13 1,-1-1 449,-1 16 0,-1 6 0,-8-14 899,-14-22 1,-7-12-1530,-8-8 0,-6-7 0,3 0-1099,2 3 1,1-2 1228,1-3 0,-1-3 1,23 4-1,37 7 1,12 2-1,2-1 0,0 0 1</inkml:trace>
  <inkml:trace contextRef="#ctx0" brushRef="#br0" timeOffset="51442">15875 9243 8072,'-6'-41'1092,"0"-1"0,-4 9 0,-3 14 2184,-8 34-2992,24 34-463,13-23-2340,-32-24 2519,10-18 0,-15 43 0,30 16 0,0-1 0</inkml:trace>
  <inkml:trace contextRef="#ctx0" brushRef="#br0" timeOffset="51850">15863 9701 7533,'-8'25'1638,"1"-1"0,-18-6 0,63-4 0,2-12-957,-54-25 1,-5-7-52,34-5-3907,-19 27 3122,11 17 1,15 11 0,-3-8 0,-22-22 0</inkml:trace>
  <inkml:trace contextRef="#ctx0" brushRef="#br0" timeOffset="53560">16945 8872 7533,'-9'-25'1638,"1"-1"0,0-5 1472,-3 29-2930,11 10-906,2 25 1,3 22-1,0 5 1,-1-10 815,-3-12 0,2 4 80,0-9 1,1 8 0,0 6 0,2 5 0,0 3 0,1 0 0,1-1 0,0-3 0,2-6 0,0-7 648,7 6 0,2-7 0,2-3 0,-1 3-493,-1 8 0,1 7 0,0-2 1,0-12-1,0-23 33,2-27 1,0-22 0,-1-11 0,-1-1-507,-7 11 1,0-4 0,-2-3 0,0-3 0,0-1 0,-1 0 0,1-1 0,-1 2 168,2-2 1,-1-1-1,1-1 1,-1 0-1,0 0 1,0 2-1,1 1 1,-1 3-311,3-9 0,0 2 0,0 2 0,0 2 0,1 3-532,2-6 1,3-3 0,-4 12 0,-9 24-2458,-14 44 2734,0 1 0,2 4 1,5-15-1</inkml:trace>
  <inkml:trace contextRef="#ctx0" brushRef="#br0" timeOffset="54040">16982 9296 7533,'-28'0'819,"0"0"0,51-11 0,29-5 0,1 3 273,-11 9 0,1 2 0,3-1-728,-6-3 0,5-1 0,0 0 0,-3 0 0,-8 2 0,8 2 0,-21 0 0,-37 2 0</inkml:trace>
  <inkml:trace contextRef="#ctx0" brushRef="#br0" timeOffset="56120">17745 9331 7533,'-23'-43'3276,"14"21"-1638,44 18 0,12 8 1638,-17 2-2655,8 4 1,8 4 0,-14 9-1012,-26 10 0,-12 6 1,-1-3 74,6-7 0,-7-1-505,-18 2 1,-14 2 0,-2-2 0,7-10-2458,-11-11 2184,3-5 1,-5-1 0,25-2 921,44 0 0,14-2 1,-3-2-1,3-2 0,2 2 1,0 0-1,0 0 0</inkml:trace>
  <inkml:trace contextRef="#ctx0" brushRef="#br0" timeOffset="56500">18361 9278 7533,'-42'-23'1638,"-1"-1"0,9-1-1092,5 35 0,-12 14 0,-5 10 0,4 4 0,12-4 0,19-8 546,37-5 0,21-6 0,-14 8-2185,-40 24 1,-18 9 0,21-16 747,32-28 0,18-11 0,1-6 1,-12-3-1,-2-16 0,-61 34 0</inkml:trace>
  <inkml:trace contextRef="#ctx0" brushRef="#br0" timeOffset="57803">19542 8590 7533,'-26'-17'1092,"1"-1"0,-14 3 0,-3 2 58,3 3 1,-3 3-492,-2 2 1,-5 3-1,4 9-359,8 11 0,4 9 0,3 8-360,10-3 0,2 5 0,2 4 0,1 4 0,1 1 0,1 0 194,3-5 1,1 2 0,1 1 0,1 2 0,1 0 0,0 1 0,0 0 0,1 0-352,-1-1 0,2 1 0,0 2 0,0 0 0,0 0 0,1-1 0,0 0 1,0-3-1,1-1 247,0 7 0,1-2 0,0-1 0,0-3 0,-1 0 0,-2-3 59,-5 11 1,-3-2 0,1-5 0,3-12 1080,4-2 468,38-15 0,15-9-1861,-8-12 1,3-7-1,0 1 133,-2 5 0,0 1 0,-3-3-1549,19-13 1,-22 9 944,-54 34 0,8-25 0,-6 16 1</inkml:trace>
  <inkml:trace contextRef="#ctx0" brushRef="#br0" timeOffset="58817">19813 9102 7533,'-44'15'3276,"18"-24"-2457,14 34 0,5 24 0,2 10 0,1-2-349,2-12 1,2 2-1,0 0 1,0-1 0,0-2-449,-3 0 1,-1-1-1,1-3 1,2-2-383,3 24 0,1-26 141,-2-48 1,-2-20-1,0-15 1,0-9 0,1-3-1,1 2 1,2 8 308,1 0 0,1 2 0,2-1 0,1 1 0,1-1 0,2-1 67,-2 4 0,0-4 1,0-3-1,2 1 1,1 3-1,2 7 0,3 8 1,4 13 584,17 11 0,8 16 0,-3 8 0,-15 3-1147,-17 7 1,-10 9 511,-1 0 1,-1 10 0,-4 2 0,-4-4 0,-7-8-1201,-23-4 1,-11-9 0,10-5-2185,7 3 2808,61-3 1,2-17 0,7-6 0,-3-1 0,-8-2 0,0 1 0</inkml:trace>
  <inkml:trace contextRef="#ctx0" brushRef="#br0" timeOffset="59338">20588 8731 7533,'-11'-41'1638,"-18"59"0,-10 19-546,7-14 0,-2 2 0,1 7-437,8 4 0,1 5 1,1 5-1,3 3 0,2-1-109,3-5 0,2 3 0,2 1 0,2 0 0,3 0 0,3-3-307,5 3 1,5-1-1,2 0 1,1-2 0,1-1-1060,0 4 1,1-1 0,1-3 0,4-7 163,16 2 1,-2-11-1,-14-12 1,-17-5 0</inkml:trace>
  <inkml:trace contextRef="#ctx0" brushRef="#br0" timeOffset="60126">20749 9331 7533,'-7'-33'1638,"1"-1"0,5 7 0,28 8 0,7 14-764,-9 31 0,-4 19 0,-7 0-1818,-6 4 0,-12 0 104,-8-7 0,-7 1 1,0-6 839,-2-7 0,2-13 0,4-25 0,50 4 0,-1 1 0,1 0 0</inkml:trace>
  <inkml:trace contextRef="#ctx0" brushRef="#br0" timeOffset="60466">21191 9331 7533,'-39'2'1638,"0"0"0,0 19-546,25 17 0,8 13 0,5-6-1400,4-15 0,8-3 308,20 9 0,12-1 0,-9-20 0,-11-50 0,-1 7 0,-1 1 0</inkml:trace>
  <inkml:trace contextRef="#ctx0" brushRef="#br0" timeOffset="60908">21339 8749 7533,'20'-23'819,"-1"1"0,8 37 0,4 20 0,-4 5 0,-8-1 0,-5 7 0,0 1 0,1-1 0,5-3 0,2-2 0,-2 2 0,-8 5-399,-10-7 1,-4 5 0,-4 4-1,-2-1 1,-3-1 0,-1-7-1,-1-7-630,-6-2 0,-3-8 1,-1 3-611,-1 11 1,-1 7 0,-1-3 0,1-10 251,-6-9 0,6-13 0,14-18 0,32-12 0</inkml:trace>
  <inkml:trace contextRef="#ctx0" brushRef="#br0" timeOffset="61934">21905 9701 7533,'-12'-7'1638,"22"-20"0,12-11-819,-1 1 0,3-5 0,3-2 0,-3 2-591,-3 9 0,-1 0 1,0 2-1,0-1 356,1-5 1,1-4 0,-1 8 0,0 18 809,4 29 1,-1 18-1755,-3 8 0,-3 9 0,0-3-733,-2-14 1,-1-1 0,-1 0 545,-2 5 1,-2 0 0,2-14 0,17-22 0,4 0 0</inkml:trace>
  <inkml:trace contextRef="#ctx0" brushRef="#br0" timeOffset="63026">23111 8943 7533,'-40'-19'1638,"0"1"0,2 0-983,12 34 0,-7 16 1,-1 12-1,4 2 0,10-2-167,12-5 1,9 0-1,3 2 1,1 1 0,-6 1-430,-8 1 1,-6 2 0,-1 2 0,2-2 0,8-3 0,13-5 224,15-5 1,11-1 0,9-4 0,3-5 0,-2-6 0,-4-7-420,-1-10 0,-3-8 0,1-8 1,2-3 429,-2-2 1,4-5-1,3-3 1,-2-4-1,-4-2 1,-6-1 0,-11 0-674,-11-10 0,-12-4 0,-8-2 0,0 1 1,4 1 341,8 6 0,4-1 0,-1 2 0,-4 1 0,-10 5-620,-15-1 1,-11 0-1,-4 5 1,2 7 0,10 12-2622,-2 16 2734,-8-8 1,9 6 0,37 19 0,2 7 0</inkml:trace>
  <inkml:trace contextRef="#ctx0" brushRef="#br0" timeOffset="63419">23172 9402 9602,'28'17'297,"-1"1"1,2-2 0,3 2 0,-1 1 0,3 3 0,-1 2 0,0-2 0,-4-3-1,-1-1 1,1 0 0</inkml:trace>
  <inkml:trace contextRef="#ctx0" brushRef="#br0" timeOffset="64325">24170 8837 7533,'-3'-25'1638,"0"-1"0,-31 10-871,3 23 0,-5 11 0,2 6-246,10 2 1,1 5 0,1 4-1,1 3 1,1 1-178,0 3 1,0 2 0,0 4 0,3 0 0,3 1 0,4-2-241,6 0 1,4 0 0,3 1 0,2-2 0,1 0 0,0-3-555,2 9 1,0-2-1,4-4 1,6-6-644,11-3 1,5-6 0,-3-13 272,0-20 1,-9-21 0,-15 3 0</inkml:trace>
  <inkml:trace contextRef="#ctx0" brushRef="#br0" timeOffset="64836">24157 9384 7533,'-13'-30'3276,"40"-1"-1638,6 46 0,3 15-102,1 4 0,-9 7-2481,-23 6 1,-13 2-585,-12-2 0,-9-8-110,-6-23 1,4-7 1554,17-3 1,37-15-1,16-5 1,2 4 0,0 0-1</inkml:trace>
  <inkml:trace contextRef="#ctx0" brushRef="#br0" timeOffset="65257">24674 9419 8072,'-12'-37'1638,"-10"15"0,-7 11-1469,-6 29 1,-6 18 0,2-6-36,1-19 1,2 1 45,-6 18 0,1 9 0,24-4-1273,41-10 1,23-3 0,-8-4-132,-5 4 1357,0-12 0,11 1 1,-2-5-1,-16-10 1,-19-27-1,5 0 0,0 1 1</inkml:trace>
  <inkml:trace contextRef="#ctx0" brushRef="#br0" timeOffset="65720">24846 8837 7533,'-5'-25'1638,"17"41"0,7 19-983,-7-4 0,1 8 1,0 5-1,-2 2 0,-2-3 0,-3-1 0,-3 1 1,-1 0-1,-1 0 0,0 2-809,1-1 0,1 3 0,-2 1 0,0-1 0,-4-3 1,-4-6-940,-10 12 1,-7-7 0,-1-8 1009,-6-10 1,7-7 0,19-2 0,25-16 0</inkml:trace>
  <inkml:trace contextRef="#ctx0" brushRef="#br0" timeOffset="66870">25006 8837 7533,'-1'-40'1638,"1"0"0,28 6-819,4 15 0,10-3 0,4 3 0,-4 7 273,-5 10 0,-2 6 0,1 2-950,10-5 0,0 2 0,-14 12-52,-23 21 0,-17 14 0,-1 9 149,7-19 1,0 5 0,-1 6 0,0 2 0,0 1 0,-1 1 0,0-2 0,-1-3-1,0-4-344,-3 2 0,-1-5 0,-1-1 0,0-1 1,1 3-1,3 3 45,3-1 0,2 5 0,1 5 0,2 0 0,-1 0 0,1-3 0,-2-6 0,-2-8 0,-1-10 690,-17 16 89,-13-21 180,-9-23 1,-3-2-765,19 4 0,-1 1-1095,-25 1 1,-7 1 0,30 1-2318,48 5 2621,-57 3 1,63-13-1,12-4 1,-11 2 0</inkml:trace>
  <inkml:trace contextRef="#ctx0" brushRef="#br0" timeOffset="103641">2981 11412 11580,'-10'0'3276,"2"0"-1694,16-7-413,10 5-780,12-5 1,10-3 0,-4 3-390,-10 5 0,3 0 45,9-3 0,10-2 0,-1 0 0,-12 3 225,-2 2-90,9-4 0,-13 4-360,-37 10 270,6-6-720,-14 45-26,14-14 1,1 11-1,2 4 1,0-1 0,-1-6 676,-3 0 1,0-4 0,1 7 99,1-6 0,0 8 0,1 5 0,1 3 0,-1-1 0,0-2 1,1-6-1,-1-7-1,0 3 0,0-7 0,0 3-98,0 7 0,0 6 1,0-2-1,0-8-112,0-3 1,0-9 628,0-15-179,0 11 2916,0-24-1865,-8 0-886,-2-8-166,-21 1 1,-15 2 0,3-1-225,7 0 0,-2 1-585,-6 1 0,-9 2 1,2 1-1,9 0-270,10 3 1,7-2-2558,-6-16 0,40 10 2621,14-6 1,2 1-1,-8 11 1,11 0 0</inkml:trace>
  <inkml:trace contextRef="#ctx0" brushRef="#br0" timeOffset="104151">3387 11959 7533,'-28'-17'3276,"-5"-1"0,5 8-2184,-2 9 0,-8 5 0,1 1-1400,1 3 0,0 2 1,0-1 97,0-2 0,-1 0 0,6 1-1429,0 5 1,15-3 1209,45-10 1,7-6 0,5-3 0,0-1 0,0 0-1</inkml:trace>
  <inkml:trace contextRef="#ctx0" brushRef="#br0" timeOffset="104918">3739 11977 7533,'-19'-43'3276,"11"21"-1638,42 28 0,12 19-546,-23 9 0,-7 10 0,-4 2-81,-1-1 1,-5 2-1,-9-2-1034,-10-9 1,-7-1 0,-3-2-1,-1-6-1616,-14 4 1,-1-13 1169,7-13 1,13-4 0,42-1 0,17 0 0,0 5 0,0 0 0</inkml:trace>
  <inkml:trace contextRef="#ctx0" brushRef="#br0" timeOffset="105488">4339 11977 8162,'-5'-30'1638,"0"1"0,-10 4 0,-7 8 0,-5 10-819,-1 19 0,-3 13 0,-1 7 0,1-3 0,1-3 0,1 0 0,1 1 0,3 4 0,2 7 0,0 4 0,8 0 0,12-5-343,17-6 1,11-4 0,2-3-567,10 5 0,5-11 90,3-21 0,4-7 0,-24 7 0,-34 15 0,3-8 0</inkml:trace>
  <inkml:trace contextRef="#ctx0" brushRef="#br0" timeOffset="109087">5452 11254 7533,'-27'-21'1638,"0"0"0,-3-10-533,5 5 1,-1 1 513,1-2-1350,-18 25 1,24 29 0,5 20-225,8-13 0,1 8 0,2 6 0,0 4 0,0 1 0,1 1 0,-2-3 0,0-5 254,-2 2 1,-1-3 0,0-1 0,0 0 0,1 1 0,0 4-201,2-5 1,1 3 0,0 2 0,1 2 0,-1 0 0,1-2 0,-1-2 0,-1-4 0,-1-5 102,-3 10 1,-2-6-1,0-4 1,1-5-158,-1 1 0,3-3 225,-1 4 0,10-6 1368,29-16 0,3-4-147,-12 16-2151,11-22 1,9-7-1,-6-3-2617,2-4 1638,-12 2 1,-2 0 818,-3 1 1,-32 32 0,-3 5 0</inkml:trace>
  <inkml:trace contextRef="#ctx0" brushRef="#br0" timeOffset="110211">5636 11606 7533,'-19'-19'3276,"12"3"0,3 55-2891,5-8 1,2 8 0,1 5 0,-1 1-371,-2-2 0,-1 5 0,0 1 0,-1 2 0,1-2 0,1-1 254,1 3 1,0 0 0,1-2 0,-1 0 0,0 0-252,-1-1 0,-2 2 0,1-1 0,0-6 0,1-10 432,5 15-1170,-8-74 1,-2-11 539,3 13-144,-2-5 0,-1-14 0,-1-6 1,-1 0-1,2 6 503,1-4 1,0 4 0,0-6 154,1 7 0,0-5 0,0-3 0,1-3 1,0 1-1,1 3 0,1 4 138,4-8 0,1 4 1,1 1-1,0 0-427,-4-1 0,-2-1 0,4 4 0,9 11-15,16 12 0,8 9 0,-1 12 120,1 17 0,-1 14 0,0 3 277,-2-4 0,0 3 0,-2 2 1,-10 3-496,-9 1 1,-6 3-1,-7 0 1,-6-2-46,-10-1 1,-8-1-1,-5-3 1,-2-6-728,-5-6 1,-4-7 0,0-2 269,-4 1 0,1-1 1,20-12 569,49-31 0,-1 53 0,4-12 0,-1 1 0</inkml:trace>
  <inkml:trace contextRef="#ctx0" brushRef="#br0" timeOffset="110640">6559 11412 7533,'-12'-43'1638,"5"12"0,-4 9 0,-25 37 0,-7 25-983,17-8 0,1 7 1,0 5-1,1 3 0,2 1-187,7-9 0,1 3 0,1 1 0,2 1 0,-1 0 0,0 0 0,0-2 61,-5 4 0,-3 0 1,0 0-1,3-1 1,6-2-1,10-3-1185,11 2 1,9 0-1,6-3 1,2-8 0,-3-10 455,9-15 0,3-8 0,-1 7 0,2 1 0,-7-4 0,2-9 0</inkml:trace>
  <inkml:trace contextRef="#ctx0" brushRef="#br0" timeOffset="111450">6781 11871 7533,'-14'-25'1638,"-1"1"0,26-9-546,20 47 0,9 23 0,-18 2-369,-35-11 0,-19 1 0,0 2 0,16 0-1543,29 5 1,19 1 0,-1-1 0,-17-2 626,-33 6 0,-15-2 1,20-18-1,35-25 0,17-17 1,3 2-1,-2 11 0,-1-1 1,0 0-1,1 0 0</inkml:trace>
  <inkml:trace contextRef="#ctx0" brushRef="#br0" timeOffset="111738">7186 12012 7533,'-16'-47'1092,"0"0"0,-20 32 0,-2 18-533,14 22 0,3 13 0,0-1-529,-3-10 0,0-2 0,8 4 259,13 14 1,10 5 0,12-14-290,15-26 0,10-14 0,-3 2 0,-3 12 0,0-2 0,1-12 0,0 0 0,1 0 0</inkml:trace>
  <inkml:trace contextRef="#ctx0" brushRef="#br0" timeOffset="112224">7384 11324 7533,'-7'-12'819,"17"28"0,14 21 0,3 12 0,-6 0-273,-10-7 0,-4 3 0,-1 3 0,-3 2 0,0 0 0,0 0-78,-1-6 0,-1 2 0,-1 0 0,0 0 0,-1 0 0,-1-1 0,-1-1-727,0 5 0,0 1 0,-1 0 0,-2-3 1,-4-5-1,-4-6 259,-19 9 0,-7-11 0,8-15 0,14-19 0,26-19 0</inkml:trace>
  <inkml:trace contextRef="#ctx0" brushRef="#br0" timeOffset="113607">7692 11201 7982,'21'-34'819,"1"1"0,17 21 0,10 8 0,-7 2 819,-15 1 0,-1 2-644,16 9 0,6 5 1,-15 0-1355,-18 2 630,-20 3 44,0 10 1,-2 12 0,1 8 0,2 2-180,3-14 0,1 4 0,2 2 0,0 1 0,0 2 0,-1-1 0,0 0 0,-1-1-174,-3 4 0,-1 1 1,0-1-1,-2 0 1,2 0-1,1-1 1,2 1 50,3 1 1,4 1 0,0 1 0,1-1 0,-1-3 0,-3-5 0,-4-5 646,-6 10 1,-3-7 0,-6-20 59,-9-32 1,-3-9-720,4 12 0,-3 0-900,-13-10 1,-7-5-1,8 7-2338,0 10 1599,9-3 1,10 5-1639,31 13 2532,12-1 0,-12-31 0,-4-7 0</inkml:trace>
  <inkml:trace contextRef="#ctx0" brushRef="#br0" timeOffset="114793">9045 12136 7533,'5'-26'3276,"2"61"-2184,-9-5 0,-5 4 0,-4 0-2185,-9 2 1,-5-1 0,3-2 1040,5 11 1,1-9 0,-3-20 0,52-35 0,0-1 0</inkml:trace>
  <inkml:trace contextRef="#ctx0" brushRef="#br0" timeOffset="115903">9968 11377 7443,'-4'-26'1638,"-1"-1"0,7-2 1638,28 60-2730,-20-3 0,-1 10 0,0 7 0,-1 4 0,1 0 0,1-1-164,1-3 0,1 1 0,1 1 0,0 1 0,0-1 0,0 1 1,-2-2-358,-2-2 1,-1 1 0,-1-1-1,1-1 1,-1 1 0,2-2 0,0 0 258,4 7 1,1 6 0,1-2 0,0-6 0,0-13 0,-3-19 254,6-29-1079,4-15 1,1-12 305,-13 7 0,-3-4 0,-1-5 0,0-2 1,2-1 245,0 3 1,1-4 0,0-1 0,0 0 0,0-1 0,0 2-1,-1 1 63,0 2 0,-1 2 0,0 0 0,0 0 0,0 2 0,0 0-21,0-6 0,2 0 0,-1 1 0,-2 5 0,-2 7-1493,-3-1 0,-4 11-1838,-4 15 0,2 8 2716,-1 8 1,-17 25 0,7-9 0,0-1 0</inkml:trace>
  <inkml:trace contextRef="#ctx0" brushRef="#br0" timeOffset="116336">10140 11871 7533,'-38'-8'1638,"70"7"0,21 0-665,-8-3 1,3 0-1364,-5 4 0,3 0 1,-1 0 523,-2 0 1,0 0 0,-24 0-1,-29 0 1,10 0 0</inkml:trace>
  <inkml:trace contextRef="#ctx0" brushRef="#br0" timeOffset="117321">10878 11942 7892,'-7'-33'1092,"0"1"0,21 8 0,6 5 2184,3 3-2184,17 29 0,10 18 0,-23 3-1458,-40-5 1,-22 4-1,-3 1 1,14 0 425,23 2 0,8 0 0,-8-2-60,-27 4 0,-10-2 0,21-16 0,58-32 0,0 3 0,0 1 0,0-1 0</inkml:trace>
  <inkml:trace contextRef="#ctx0" brushRef="#br0" timeOffset="117740">11469 11924 8072,'-22'-20'819,"-1"1"0,-10 14 0,-7 9 0,0 5 0,3 1 0,-1 4 0,1 4 0,4 4 0,1 7 0,0 5 0,9 1 0,12-1 273,21 0 0,13 0 0,5-4-2185,1-3 1,4-3 0,4-7 545,15-6 1,3-8 0,-14-5 0,-19-8 0,-49 12 0</inkml:trace>
  <inkml:trace contextRef="#ctx0" brushRef="#br0" timeOffset="119071">12307 11289 7533,'-20'0'3276,"-9"-8"-1515,14-2-502,-11-6 0,-4-1-359,-7 3-571,-4 6 1,-8 1 0,8 14-60,20 17 0,8 12 0,-2 2 71,-3-5 1,-3 2 0,0 2 0,2 3 0,4 4-208,6-6 1,2 3 0,2 3 0,2 1 0,1 2 0,-1-1 0,1-1 0,-2-1-84,-1 3 1,1 0-1,0-1 1,-1 0-1,0 0 1,0-1-1,-1 0 24,-1 4 0,-2 1 0,1-1 0,-1-2 0,0-2 0,2-5-15,-6 11 0,2-6 0,9-8 1578,10-8 0,11-9-2311,18-16 1,12-13 0,-4 3-947,-2 6 0,-1 1 526,-3-1 1,2 0 0,-14-1 272,-21-1 1,-17 25 0,18-23 0</inkml:trace>
  <inkml:trace contextRef="#ctx0" brushRef="#br0" timeOffset="120324">12860 11730 7533,'-3'-29'1638,"0"1"0,2 1-443,-1-11 0,-6 3 335,-21 21-1231,-4 10 1,-9 3 0,0 6-600,1 12 0,0 7 1,-1 4 568,7-6 1,-3 1 0,1 3 0,3 3 0,7 4 323,7 8 1,6 5 0,4 3-1,2-1 1,-1-4-534,-8 3 0,2-3 0,13 2 179,13-8 1,8 6 0,7 1 0,4-2 0,2-8 0,1-11-60,11-12 0,5-13 0,2-7 0,0 3-108,-5 7 0,2 2 0,0-1 0,-2-7 0,-4-9-619,-6-11 1,-2-9 0,-2-7 0,-2-2 0,-4 1 0,-3 4 494,-1 1 1,-4 2 0,-4 0 0,-6-5 66,-5-3 0,-4-6 0,-4-3 0,-4 1 0,-5 6 0,-5 8-835,-16 6 1,-9 9 0,-3 4 0,6-3-274,8-8 1,3-2 0,-4 6 272,-4 6 1,-8 3 0,6 6 0,16 11-1,24 38 1,1-7 0,4 14 0</inkml:trace>
  <inkml:trace contextRef="#ctx0" brushRef="#br0" timeOffset="120676">12823 12012 9422,'21'28'819,"-1"-1"0,3 2 0,2 2 0,1 1-1912,3 5 1,1 2 0,0-1 867,-3-3 0,0-1 0,-6-7 1,-5-2-1,-16-36 0</inkml:trace>
  <inkml:trace contextRef="#ctx0" brushRef="#br0" timeOffset="121306">13721 11448 7533,'-2'-30'1638,"-1"1"0,-20 19-83,-8 17 0,-4 13-736,10 8 0,0 9 0,1 5 0,2 0-449,4-6 0,0 1 0,3 2 1,1 1-1,4 2 154,3 5 1,3 5 0,4 2 0,1-1 0,2-3-1,2-6-434,2-3 0,3-4 0,1-2 0,4 1-450,7 11 0,4 2 1,2-6-1,-3-15-2917,16-18 2457,-8-2 1,-33-1 0,0 3 0</inkml:trace>
  <inkml:trace contextRef="#ctx0" brushRef="#br0" timeOffset="121817">13771 11959 8342,'22'-15'1638,"0"1"0,0-2-546,5 31 0,6 17 0,-9 1 546,-14-1 0,-10 3-1976,-9 5 1,-8 3-1,-4-6 68,-12-6 1,-4-7-1370,-2-9 1,14-5 1164,37-4 1,17-18 0,8-7 0,2 4-1,-1 0 1</inkml:trace>
  <inkml:trace contextRef="#ctx0" brushRef="#br0" timeOffset="122154">14115 12012 7533,'-35'24'1092,"0"-1"0,0 1 0,-5-5 0,37 18 0,13 13 0,7-13 546,5-24 0,6-9-1092,17-1 0,7-5 0,-18-1 0,-25 1 0,-4 4 0</inkml:trace>
  <inkml:trace contextRef="#ctx0" brushRef="#br0" timeOffset="123034">14374 11412 7533,'-10'-23'1638,"0"-1"0,-2-17 0,39 56 0,12 23-983,-21-10 0,0 7 1,-2 4-1,-2 4 0,-2 0-816,-6-1 0,-2 4 0,-3 2 0,0 2 0,-2-1 0,2-1 0,2-3 179,4 6 0,3-2 0,0-1 0,-5-1 0,-6 1 12,-8-5 0,-5 5 0,-3-1 0,-3-5 0,1-7 0,2-13-880,-15-11-2427,22-18 2743,20 1 1,9-16 0,6-3 0,-1 10 0,1 0 0</inkml:trace>
  <inkml:trace contextRef="#ctx0" brushRef="#br0" timeOffset="123877">14644 11412 7533,'21'-31'655,"-1"0"0,11 19 1,10 7-1,2 2 0,-2 1 437,8-2 0,-2 1 0,0 6 0,-1 5 0,-1 6 0,-15 7-1386,-19 28 1,-22 2 293,-14-27 0,-3 3 302,19 5 0,4 11 1,3 7-1,3 4 0,0 1 1,1-3-1,-1-7-33,-1-2 1,1-4 0,0-1 0,1 2 0,1 4-259,0 0 0,2 4 1,1 2-1,0 3 0,0-1 1,-2-2-1,-1-3 0,-3-5 124,-2 10 0,-2-4 0,-4-5 0,-4-3 75,-7 1 0,-5-4 0,-6-15-278,-3-24 1,-5-15-1,-3-4 1,4 4 1138,0 6 0,1 1 0,1-5-1891,-2-9 1,-2-9 0,6 5 0,19 17 163,15 15 1,25 8-1,6 11 1,0-1 0</inkml:trace>
  <inkml:trace contextRef="#ctx0" brushRef="#br0" timeOffset="124419">16293 11836 7533,'-20'-18'546,"1"0"0,28 22 0,17 2 0,7 16 0,0-1 0</inkml:trace>
  <inkml:trace contextRef="#ctx0" brushRef="#br0" timeOffset="124576">16305 12153 7533,'-43'-8'655,"44"6"0,28-5 1,9 7-1,-1 0 0</inkml:trace>
  <inkml:trace contextRef="#ctx0" brushRef="#br0" timeOffset="127305">17426 11395 0,'-40'-8'3276,"11"-2"-1638,47-6 0,18-1-819,0 8 0,8 4 0,4 1 0,-2 0-486,-6 1 1,1 0 0,0 0 0,1 2 0,-2 1 175,12 0 1,1-1 0,-4 6-1,-12 11-599,-16 13 0,-8 11 0,-6 2 1,-3-6 518,-6-3 1,-6 5-251,3-7 1,-1 8 0,-2 6 0,0 5 0,-1 1 0,1 0 0,1-3 0,2-4 0,1-8-30,2 13 0,3-9 0,0 9 240,-1-8 0,0 9 0,1 5 1,-1 3-1,0-2 0,0-4 1,0-8-1,-1-10 60,-2-3 0,0-4-450,3 13 0,-1 3 0,-4-22-360,-24-60 540,18 35-180,-17-11-1093,-11 7 1,-11 3 0,7 2 887,-7-1 205,6 1 0,-8-2 0,4-3-1639,1-8 1,9 1 1229,9 7 184,-14-13 0,9-5-3052,33 6 2457,1 1 1,23 11 0,10 18 0</inkml:trace>
  <inkml:trace contextRef="#ctx0" brushRef="#br0" timeOffset="127777">17991 12030 8972,'-38'-18'1638,"-1"16"0,-1 2 1638,-7-6-3250,5 15 0,-14 7 0,3 0 0,18-10-3303,20-12 2867,-21 15 0,-10 8 1,23-7-1,58-20 1,21-4-1,-20 9 0,0 0 1</inkml:trace>
  <inkml:trace contextRef="#ctx0" brushRef="#br0" timeOffset="129902">19124 11271 7353,'0'-43'3238,"-6"22"-270,-28-11-2968,15 22 270,-12-2 0,-5-1 314,3-3 1,3 12-457,16 22 1,4 14-1,2 11 1,2 6 0,-1 4-1,0 0 1,-3-5 100,-1-5 1,-1 0 0,-2 2 0,0 0 0,-1 1 0,2 0 0,0 1 0,1-1 0,3 1-244,1 1 1,3 0 0,1 1-1,0 0 1,2 0 0,-1 0 0,0 0-1,0-1 1,-2 0-77,-2 5 0,-1 2 0,0 1 0,0-1 0,-1-3 0,1-4 0,1-6 1,0-9 493,-2 4 1,2-7 0,0 5 0,6-4 2871,22-3-4369,13-21 1,12-6 0,-3 0 623,-9 3 1,0-2 0,10-4 0,4-3 0,-18-3 0,-25-2 0</inkml:trace>
  <inkml:trace contextRef="#ctx0" brushRef="#br0" timeOffset="132034">19505 11695 7533,'-19'-26'3276,"-15"30"-2055,18 23-1101,8 2 0,2 12 0,0 7 0,0 3 0,1-2 0,2-6 127,-1-1 0,2-3 1,0 0-1,1 2-49,0 9 0,0 10 0,1-3 0,0-14 0,2-26-408,3-42 0,2-29 0,0 2 41,1 8 1,-1-6 33,-3 15 0,-1-8 0,-1-5 0,1-3 0,0-1 0,0 2 0,1 3 0,1 6 382,3-5 1,1 5-1,1 2 1,-1-3 93,-3-4 1,-2-6 0,1 1 0,6 8 0,10 13 313,13 15 0,12 10 1,4 8-1,-5 7 0,-11 7-485,-16 11 0,-11 10 1,-2 4-1,7-3-278,14-6 0,9 0 0,2-1 0,-10-1 1,-17 1-549,-24 3 1,-18 3-1,-10-3 1,-1-5 0,10-9-984,3-13 1,-1-5 545,-18 3 1,-7-1 0,30 0 1070,70 3 1,-6 2 0,1-2 0,-1 1 0</inkml:trace>
  <inkml:trace contextRef="#ctx0" brushRef="#br0" timeOffset="132568">20428 11395 7443,'-19'0'1638,"-4"8"0,-5 7-546,-4 7 0,-3 5 0,0 9-546,8-4 0,-1 5 0,1 4 0,1 4 0,3 1 0,6-1-516,8-2 0,5 2 1,3 2-1,2 0 0,0 0 1,-2-1-1,-2-3 0,-9 7 1,-6-1-1,1-1 1,6-3-1,10-2 0,26-1 1,0 0-1,0 1 0,0-1 1</inkml:trace>
  <inkml:trace contextRef="#ctx0" brushRef="#br0" timeOffset="133407">18213 12153 6993,'-33'-19'2788,"10"3"-4400,17 0 1972,6 12 2916,33 4-2186,-14 21 0,-2 9-795,6 13 0,-12 4-1165,-23-12 1,-12 0-1,-1-3 960,-5 4 0,-1-7-1729,1-9 1,3-11 1655,9-18 0,49-3 0,16 0 0,-20 2 1,0 1-1</inkml:trace>
  <inkml:trace contextRef="#ctx0" brushRef="#br0" timeOffset="133868">18520 12171 7533,'-16'-35'1638,"-8"39"0,-5 11 0,-8 5 0,2 9-546,8 5 0,5 8 0,10-2 155,20 10 1,17-6-1248,7-21 0,8-6 0,0-4 0,-6-3 0,-1-3 0,0-5 0,13-9 0,1-1 0</inkml:trace>
  <inkml:trace contextRef="#ctx0" brushRef="#br0" timeOffset="134809">20453 11959 7533,'-5'-33'3276,"9"3"-1638,18 38 0,6 12 0,-2 10 0,-6 8-2216,-5-2 1,-3 4-1,-10-4-142,-21 9 1,-14-9 359,-2-22 0,3-5-2917,12 3 3000,33-24 1,21 8 0,15 3 0,-1-2 0,-13-7 0,0 1 0,0-1-1</inkml:trace>
  <inkml:trace contextRef="#ctx0" brushRef="#br0" timeOffset="135141">21031 11906 7533,'-35'-6'819,"0"-1"0,0 1 0,-10 16 0,-1 11-164,12-3 0,-5 5 1,0 2-1,6 3 0,10 0 437,12 6 0,9 2 0,7-1-1490,7 8 0,8 0 1,8-11 397,13-15 0,9-11 0,-1-6 0,-10-2 0,-1-4 0,-5-3 0,-8-5 0,-1 0 0</inkml:trace>
  <inkml:trace contextRef="#ctx0" brushRef="#br0" timeOffset="135600">21166 11412 7533,'26'29'409,"0"0"1,0 0-1,0 0 1,-8 7-1,-3 4 1,-3 3 0,-1 2-1,-2 3 59,-2-3 0,0 3 0,-1 2 0,-2 1 0,-3 1 0,-1-2 0,-4-1 0,-3-5 0,-2 0 0,-3 0 0,-2-1 0,-1-2 0,-1-1 0,-1-2-401,-4 5 0,-3 0 0,-1-3 1,-1-6-1,-2-6-1160,-15-3 1,-3-7 0,24-14 901,31-16 1,23-21 0,-3 19 0,0 0 0</inkml:trace>
  <inkml:trace contextRef="#ctx0" brushRef="#br0" timeOffset="136434">21757 12418 7533,'-2'-18'1638,"21"-17"0,14-10-819,-11 12 0,2-3 0,1-2 0,1 2-164,0-1 1,0-1 0,1 1-1,-1 2-475,4-12 0,1 1 0,-3 25 1458,2 41 0,-3 19-2341,-5-3 1,-2 6 0,0-1-391,2 0 1,0 0 0,-1-1 545,-3-2 1,-2-2 0,1-8 0,15-7 0,-25 23 0</inkml:trace>
  <inkml:trace contextRef="#ctx0" brushRef="#br0" timeOffset="137410">23160 11606 7533,'-15'-27'1638,"0"0"0,-5-9-758,-11 27 1,-5 10-731,8 11 0,1 8 0,-2 5 457,-3 6 0,-3 6 0,3 4 0,6 5-278,10-4 1,3 4 0,3 4 0,4 0 0,2 0 0,5-4-150,2 2 0,3-2 0,5 0 0,4-4 0,7-2-210,3-6 0,7 1 0,4-2 0,2-6 0,1-7 0,-1-11-105,1-12 0,2-11 0,1-9 0,0-5 0,-3-2 0,-3-1 344,-1-1 1,-1-4 0,-2-2 0,-4-3 0,-6-2 0,-8-2-491,-9 3 0,-8-4 0,-5-4 0,-4 0 0,-3 1 0,0 1 0,-1 4 0,2 6-539,-1-5 1,-1 5 0,-2 4 0,-8 4 740,-16-2 1,-11 2 0,2 10 0,16 20-1,21 25 1,11 15 0,2 1 0,4 1-1,0 1 1,-1-1 0</inkml:trace>
  <inkml:trace contextRef="#ctx0" brushRef="#br0" timeOffset="137666">23124 12030 9961,'25'25'655,"0"1"0,0-1 1,2 11-1,-1 2 0,1 4-328,0-2 1,2 3 0,-1 0-1,-3-3 1,2 2 0,-3-3-1,-6-4 1,-13-8 0,1 1-1</inkml:trace>
  <inkml:trace contextRef="#ctx0" brushRef="#br0" timeOffset="138516">24268 11448 8072,'-32'-14'1638,"1"0"0,-3-3-973,5 24 0,-6 11 1,-1 9-1,7 7-256,14-1 1,3 9-1,5 6 1,2 4-1,1 2 1,1-1 0,1-4-1,-2-4-201,-1 4 0,0-4 1,1-2-1,1 2 1,4 2-209,1 2 0,0 8 0,2 2 0,2-2 0,2-5 0,4-11 0,3-15 0,22-10 0,0-22 0,-13-25 0,0 0 0</inkml:trace>
  <inkml:trace contextRef="#ctx0" brushRef="#br0" timeOffset="138893">24206 12047 7533,'-13'-19'3276,"23"-13"-2184,16 34 0,12 12 0,-4 6 309,0 12 0,-11 8-2570,-20 9 0,-13 0-470,-5-9 1,-8-7 1474,-19-12 0,11-15 0,43-24 0,15-5 1,10 11-1,1-1 0,-1 1 0</inkml:trace>
  <inkml:trace contextRef="#ctx0" brushRef="#br0" timeOffset="139202">24710 12100 7533,'-41'-2'1092,"1"-1"0,-1 0 0,-3-4-273,21 29 0,-3 17 0,7 4 0,15-10-2458,40-8 1,14-1 1504,-25 9 0,-1 6 0,2-15 1,20-25-1,-6-16 0,-24-20 0</inkml:trace>
  <inkml:trace contextRef="#ctx0" brushRef="#br0" timeOffset="139618">24870 11518 7533,'3'-26'655,"0"-1"0,14 40 1,9 23-1,1 11 0,-8 0-109,-12-5 0,-5 5 0,-5 3 0,-1 1 0,-1 2 0,2-2-78,3-4 0,1 1 0,0 0 0,-1 1 0,-1-1 0,-2 0 0,-2-1-351,-4 1 1,-1 2 0,-1 0 0,-3-2 0,-1-3 0,-2-5 0,-1-7 0,-13 5 0,-4-9 0,4-14 0,-7-19 0</inkml:trace>
  <inkml:trace contextRef="#ctx0" brushRef="#br0" timeOffset="140620">25104 11359 7533,'8'-45'819,"25"36"0,19 9 0,7 4 0,-5-3 0,-11-3 0,0-2 0,-1 1 0,0 3 0,4 4 0,2 3 0,-3 0 0,-6-2-471,12-8 0,-21 6-146,-41 16 0,-22 11 1,-6 6-1,11 5 8,17-2 0,6 7 0,5 3 0,1 3 0,-2 0 0,-3 0-95,-4-10 0,-1 0 0,-2 1 0,0 1 0,0-1 0,0 1 0,2 0 1,2 1-60,2 0 0,3 2 0,0 0 0,2 1 1,-1-1-1,1-2 0,-2-3 0,-1-3 79,0 14 0,1-2 0,-5-7 0,-11-12 45,-12-14 0,-11-10 0,-1-6 0,5-4-1819,-5-13 1,0-3 545,-3 14 1,-3 3 0,11-2 436,14-11 1,35 38-1,11 9 1,9-6 0</inkml:trace>
  <inkml:trace contextRef="#ctx0" brushRef="#br0" timeOffset="167188">2946 14217 9152,'-8'-10'2159,"6"2"-540,-6 8-225,37-3 0,13-2-1214,-17 4-180,8-1 0,14-1 0,5 1 0,-1 0 0,-12 3 0,-8 2 0,-2 2 90,11-4 0,8 0 0,-3 1 0,-17 3 629,-18 5-629,-20 6-90,-7 10 0,-1 12-656,9 2 1,3 10-1,1 4 1,1-1 0,-2-7 646,-3 0 1,0-5 0,2 6 46,4-9 1,1 5-1,0 4 1,2 0 0,0 0-1,-1-5 1,1-4 171,0 6 0,0-6 0,0 1-210,0 5 0,0 1 0,0-3 0,0-5 0,0-1 0,0-7 0,0 5 539,0-27-539,0-7 3276,0 0-1900,-39 0-1376,21 0 389,-21-3 1,-16-3 0,6 0-570,13 1 0,0-2-660,-12-3 1,-4-1 0,9-1-61,16 2 1,6 0-2378,-2-8 2457,25 11 1,29 30 0,-1 7 0</inkml:trace>
  <inkml:trace contextRef="#ctx0" brushRef="#br0" timeOffset="167790">3422 14834 10591,'-10'-25'3276,"-21"13"-2359,-5 9 0,-9 3 0,2 3-2556,1 5 1,0 4 1419,1-4 1,-1 0-1,15 3 1,23 7 0,49-10-1</inkml:trace>
  <inkml:trace contextRef="#ctx0" brushRef="#br0" timeOffset="169134">3881 14852 8342,'-46'-10'3276,"19"2"0,4 0-2184,49 10 0,30 5 0,-7 6-564,-12 8 0,-9 11-1158,-14 12 1,-7 10-1,-3-5 765,3-6 0,-12-4 202,-25-6 0,-17 1 1,-1-6-1,14-13-3614,17-15 2730,17 0 1,64-24 0,-28 15 0,0-1 0,0 0 0</inkml:trace>
  <inkml:trace contextRef="#ctx0" brushRef="#br0" timeOffset="169499">4410 14852 7533,'-38'16'1092,"0"-1"0,0 1 0,5-24-437,22 34 0,5 22 1,4 9-1,6-4 0,7-19-187,14-21 0,7-5 0,10 26 0,3 9 0,-21-24 0,-24-23 0</inkml:trace>
  <inkml:trace contextRef="#ctx0" brushRef="#br0" timeOffset="171104">5464 14093 8072,'-12'-17'1638,"-1"-4"0,-3 1 0,-7 7 0,-3 2-552,-8-13 1,-2 7-1987,-6 23 1,3 17 569,17 10 1,5 12-1,4 5 554,7-13 1,2 3 0,2 4 0,0 1 0,1 1 0,-1 0-85,-1-4 1,0 1 0,0 1 0,0 1 0,0 0 0,0 0 0,0 0 0,0-1 128,0 5 1,-1 1 0,1 0 0,-1-1 0,1-1 0,-2-2 0,0-3-18,-2 5 0,0-2 0,-1-3 0,0-2 0,1-5 1232,-11 22 0,13-20 45,53-40-1529,-12 8 0,6 4 0,-4-4 0,-7-11 0,-2 2 0,8 14 0,-1-1 0</inkml:trace>
  <inkml:trace contextRef="#ctx0" brushRef="#br0" timeOffset="172051">5796 14340 7533,'-30'-17'3276,"15"30"-2798,8 16 0,2 15 0,2 8 0,2 2 0,0-7-411,1-7 1,2-2 0,0 0-1,0 5-396,-1 2 0,0 5 1,0 3-1,0-1 0,0-5 1,1-8 553,2 14 0,-2-26 14,-7-76-464,2 16 0,-1-9 0,0-7 0,1-2 1,0 0-1,1 5 351,1-2 0,1 3 0,1-1 0,1 0 0,3-3 86,0 4 1,1-4 0,1-1-1,2-1 1,2 4 0,1 5 0,4 7 56,12-8 1,4 10 0,3 17 809,6 23 1,3 18-1,-11 8-1349,-17 3 0,-9 7 1,-2 1 119,6 5 0,-3 2 0,-13-4 323,-13-13 1,-11-2-1,-2-4 1,4-10-1704,-18-12 1530,17 12 0,12 1 0,30-7 0,19 5 0,1 1 0</inkml:trace>
  <inkml:trace contextRef="#ctx0" brushRef="#br0" timeOffset="172551">6436 14182 7533,'0'-30'1638,"0"1"0,-11 19-983,-6 22 0,-8 18 1,-3 10-1,2 4 0,4-1-109,9-5 0,3 3 0,3 2 0,0 1 0,-1 1 0,-3-2-331,-3-2 0,-4 1 0,-1 0 0,0 0 0,2 0 0,3-1 0,7-1-871,6 12 1,6 3-1,5-4 1,3-5 0,1-12 601,8-10 1,3-7-1,6 3 1,-2-11 0,-7-26-1</inkml:trace>
  <inkml:trace contextRef="#ctx0" brushRef="#br0" timeOffset="173020">6363 14746 7533,'18'-35'3276,"13"31"-1638,11 18 0,-5 15-237,-31 17 0,-13 8-1971,-1-16 1,-3 1-1,-3-4-1069,-15 4 1,4-6 1452,21 4 1,24-44-1,14-17 1,3 1-1,-1 8 1,-1 0-1,1 0 1,0 1-1</inkml:trace>
  <inkml:trace contextRef="#ctx0" brushRef="#br0" timeOffset="173319">6732 14817 7533,'-44'8'1092,"0"-1"0,13-6 0,10 6-1912,23 21 1,17 16 0,5 2 0,-3-11 774,-6-9 0,5-9 0,15-11 0,9-10 0,-11-10 1,-20-28-1,-1 0 0</inkml:trace>
  <inkml:trace contextRef="#ctx0" brushRef="#br0" timeOffset="173710">6904 14323 7533,'25'-16'1638,"1"0"0,-4-11-983,-7 43 0,5 23 1,-1 14-1,-1 4 0,-7-4-109,-7-10 0,-5 3 0,-2 0 0,-3 1 0,0 0 0,0 0 0,0 0 0,0 0 0,-1 1 0,-1-1 0,-2-1 0,0-1-1202,-2 6 1,0 2-1,-2-3 1,-3-5 0,-1-9 108,-11-4 1,-2-7 0,14-17 0,18-16 0,32-11 0</inkml:trace>
  <inkml:trace contextRef="#ctx0" brushRef="#br0" timeOffset="175060">7359 14164 7803,'33'-20'819,"-1"1"0,0 6 0,3 2 0,0 3 273,0 2 0,2 3 0,-8 12-496,-15 20 1,-8 15-1,-4 7 1,2-1-1,6-12-536,13-12 0,4-6 0,-5 11 164,-13 1 1,-4 11 0,-2 8 0,-3 4 0,-2 4 0,0 0 0,-1-2 0,1-4 0,1-7 0,1-9-255,4 2 0,0-8 0,-1 6 55,0 3 1,1 9 0,0 6-1,0-1 1,-3-3 0,-2-10 0,-5-13 513,-18-3-555,-7-20 0,-13-6 0,-1-4 0,9-2 16,12-1 0,2-3-1093,-25-7 1,-7-3 0,22 3-2185,29 8 2621,10 2 1,8-31-1,-3 15 1,0-1 0</inkml:trace>
  <inkml:trace contextRef="#ctx0" brushRef="#br0" timeOffset="178863">8909 15099 12660,'-7'18'45,"-2"14"0,-3 8-1138,-1-9 1,-2 1 0,0-1 843,-4 15 1,2-4-1,4-11 1,6-13 0,24-39-1</inkml:trace>
  <inkml:trace contextRef="#ctx0" brushRef="#br0" timeOffset="180884">9968 14270 7263,'-32'-10'1638,"49"-2"0,13 1 0,16 7 0,6 4-546,-7-5 0,3-2 0,-2 3-531,-8 1 1,-1 1 0,-7 7-742,3 26 495,-29 5 0,-10 13 0,-2 6 0,3 1-181,4-10 1,1 2 0,1 2 0,0 1 0,0 1 0,-1-1-110,0-4 1,-1 0 0,0 1 0,0 0-1,0 0 1,0-2 0,1-1 34,1 3 0,2 0 0,0 0 0,-1-3 0,-2-4 0,-4-6 389,-9 16 1,-11-18 270,-11-24 0,-3-12-675,12-1 0,1-4 224,-16-2 1,-1-3-1035,11 1 1,-1-2-329,-1 0 1,-2-2 0,3 1-547,-1 0 1,3-1 1169,1 0 1,14 1 0,36 2 0,15 2 0,4-4 0,0 1 0</inkml:trace>
  <inkml:trace contextRef="#ctx0" brushRef="#br0" timeOffset="181284">10386 14870 7533,'-29'-14'819,"1"0"0,-7 15 0,-4 6 0,-2-1 273,-6-4 0,-2-1 0,1 4-1268,4 7 1,2 4 0,11-3 175,13-3 0,37-9 0,15-2 0,4-3 0,1 1 0,-1 0 0</inkml:trace>
  <inkml:trace contextRef="#ctx0" brushRef="#br0" timeOffset="181884">10669 14834 7533,'-32'-37'3276,"41"19"-2184,14 32 0,10 18 0,-4 3 0,-7-4 0,-3 2 0,-6 3-739,-8 0 1,-3 4 0,-6 0 0,-5-5-1104,-13-1 1,-8-4 0,0-4-890,-4-2 1,9-7 1228,20-11 0,27-9 1,24-7-1,0-1 1,-6 5-1,0-1 0,0 1 1</inkml:trace>
  <inkml:trace contextRef="#ctx0" brushRef="#br0" timeOffset="182218">11211 14940 7533,'0'-48'1092,"0"0"0,-5 17 0,-7 11 0,-16 28 0,-10 18 0,2 3 0,9-7 0,3 2 0,1 4-273,-2 11 0,-2 9 0,8-2 0,16-10 819,30-6 0,14-9-3277,2-2 1,4-9 1091,-9-9 1,2-4 0,-12-7 0,-15-13 0,-35 13 0</inkml:trace>
  <inkml:trace contextRef="#ctx0" brushRef="#br0" timeOffset="183277">12184 14252 8162,'-24'-23'819,"0"-1"0,0 1 0,3-3 0,-2 5 273,-7 4 0,-4 3 0,3 11-455,4 20 0,3 13-278,4-1 1,-1 6 0,2 5 0,1 3-309,7-6 0,0 2 1,2 3-1,1 2 1,-1 1-1,1 2 1,-2-1 127,1-2 1,-1 3 0,1 1 0,-1 1 0,0 0 0,0-1 0,1 0 0,0-3 0,1-1-165,-2 4 0,1-2 0,1-1 0,0-1 0,2-1 0,0 1 531,1 2 0,-2 5 0,2 0 0,2-5 0,5-10 0,5-15 495,26-17-1861,5-3 1,13 0 0,3-1 0,-11-2-820,-9-3 1,-1-2 1091,20 0 1,7 0 0,-28-4 0,-42-7 0,-11 0 0</inkml:trace>
  <inkml:trace contextRef="#ctx0" brushRef="#br0" timeOffset="184283">12786 14534 7533,'-7'-19'1638,"-14"-12"0,-12 7-819,-6 28 0,-8 14 0,-2 10 0,7 6-273,18-1 0,4 7 0,3 5 0,2 2 0,-2-2 0,-2-4 96,-10 1 1,-7 0 0,2-3 0,11-2 0,19-5-433,24-5 0,18 0 0,11-4 0,5-4 0,-4-8 0,-9-8-61,2-14 1,-5-13 0,-4-14-515,-16 7 1,-1-10 0,-1-7 0,-1-5 0,-3-1 0,-2-1 0,-3 4 0,-3 6 0,-3 8-729,-7-9 1,-8 9 0,-7-2 978,-7-1 1,-11-6 0,-2 2 0,7 12 0,16 22 0,20 30-1,8 15 1,-2 2 0,1 0 0,0 1 0</inkml:trace>
  <inkml:trace contextRef="#ctx0" brushRef="#br0" timeOffset="184552">12651 14834 7533,'27'32'273,"1"0"0,0 0 0,-1 0 0,8 2 0,1 0 0,-1-3 0,6 5 0,-1-3 0,-5-7 0,-4-11 0,0 1 0</inkml:trace>
  <inkml:trace contextRef="#ctx0" brushRef="#br0" timeOffset="185503">13623 14340 7533,'-38'-2'1638,"0"0"0,-2-9-1897,14 31 1,-6 20 0,-1 10 0,4-2 0,5-10 348,5-10 0,4 4-45,7 3 0,0 11 0,2 8 1,0 4-1,2 1 0,1-5 0,3-7 1,1-11-631,6-1 0,6-4 611,6 9 1,7 13-1,4-1 1,-3-11 0,-6-23-1,5-42 1,4 10-1,0-1 1</inkml:trace>
  <inkml:trace contextRef="#ctx0" brushRef="#br0" timeOffset="185901">13536 14817 7533,'-17'-36'1638,"55"44"0,14 20-546,-26-5 0,-3 6 0,-3 3-248,-2 4 0,-3 4 1,-7 0-1938,-9-1 1,-6 0 0,-3-6 623,-9-5 1,8-13 0,41-30 0,18 2 0,0 0 0,-1 0 0</inkml:trace>
  <inkml:trace contextRef="#ctx0" brushRef="#br0" timeOffset="186170">14053 14905 7533,'-34'-16'819,"-1"-1"0,1 1 0,-15 16 0,15 16-580,42 17 0,20 13 0,0-2 0,-9-2 0,5-2 0,8-12 0,1-1 0,-1 1 0,0-1 0</inkml:trace>
  <inkml:trace contextRef="#ctx0" brushRef="#br0" timeOffset="186541">14152 14323 7533,'45'6'364,"-1"0"0,-32 19 0,-6 13 0,-5 9 0,-3 8 0,-1 2 0,-1-1 0,2-2 0,4-8 291,4 3 0,3-3 1,-1-2-1,-1 1 0,-3 6-574,-5-7 1,-1 5-1,-2 4 1,-1 2-1,-2-1 1,0-3-1,-2-4 1,-1-7 0,0-10-307,-15 13 0,0-23 225,3-36 0,45 5 0,9-15 0</inkml:trace>
  <inkml:trace contextRef="#ctx0" brushRef="#br0" timeOffset="187629">14644 14270 7533,'-5'-31'819,"-1"1"0,29 14 0,14 4 0,0 1 273,-4-5 0,-1 1 0,-2 13 0,-2 24 0,-5 19 0,-2 5-546,-7-10 0,-2 4 0,-1 3 0,-2 2 0,-2 2 0,-2-1-285,-4 0 0,-3 0 0,-2 2 0,-2 1 0,1 0 0,1 1 0,2 1-294,2-5 1,2 2 0,1 0 0,1 2 0,0-1 0,0 0 0,-1-1 0,-1-3 0,-1-3 196,0 5 1,0-2 0,-1-2 0,-1-2 0,-4-2 0,-3-3 54,-9 9 1,-3-3 0,-6-6-1,-3-14-99,-16-17 0,-5-16 0,0-4-990,6 2 1,1-3-1,4-2-223,3-6 1,3-2 0,19 11 623,27 15 1,23-9 0,9-3 0,-7 4 0,0 1 0,-1 0 0</inkml:trace>
  <inkml:trace contextRef="#ctx0" brushRef="#br0" timeOffset="188352">17130 14746 7533,'-26'-27'1529,"25"9"-1529,5 10 0,19 47 0,-17-14 0,1-1 0</inkml:trace>
  <inkml:trace contextRef="#ctx0" brushRef="#br0" timeOffset="188525">17130 15028 7533,'7'12'819,"0"-14"0,17-12 0,0 1 0</inkml:trace>
  <inkml:trace contextRef="#ctx0" brushRef="#br0" timeOffset="190273">17905 14235 7533,'44'-15'468,"0"1"0,0 0 0,-1 0 0,0 11 0,0 4 0,-2 3 0,-2 0 624,-1-5 0,-3 1 0,-7 12-437,-12 20 0,-6 15 1,-7 8-1,-2 1 0,-1-8-64,-2-2 1,-5-3 0,0 9-920,2-16 0,-1 7 0,-1 4 1,0 4-1,0 1 0,0 0 1,0-1-1,1-3 0,2-5 1,1-6-198,2 18 1,3-10-1,-2 4 652,-2 4 0,-2 10 0,-1-1 0,1-15 0,3-29 143,1-20 667,0-6-37,-11 8-676,-20-3 1,-16-4 0,-5-1 0,9 3-360,6 2 0,-1 0-685,-9-5 1,-11-4 0,5 1 0,20 3 341,24 4 0,46-20 0,2 19 0,0 1 1</inkml:trace>
  <inkml:trace contextRef="#ctx0" brushRef="#br0" timeOffset="190776">18324 14958 7533,'-12'-23'1638,"-1"1"0,-1-6 0,-12 18 0,-8 5-546,2 3 0,-3 2 0,-3 2-1880,-17 1 1,-2 2-1,20-6 788,29-4 0,17 3 0,36-3 0,0 1 0,0-1 0,-1 1 0</inkml:trace>
  <inkml:trace contextRef="#ctx0" brushRef="#br0" timeOffset="191487">18816 14870 7533,'-35'-28'1638,"12"2"0,13 3 1638,33 15-1638,19 7 0,5 12-546,-16 18 0,-3 11 0,-9 3-1773,-9-5 1,-8 2 0,-7-1 747,-8-4 1,-8 1 0,-3-2-1,0-7-1706,-18 0 1,2-9 1091,7-6 1,54-20 0,14-2 0,-4 6 0,-1 0 0</inkml:trace>
  <inkml:trace contextRef="#ctx0" brushRef="#br0" timeOffset="191911">19308 14905 7533,'3'-29'1092,"1"1"0,-9-1 0,-6 9 546,-23 30 0,-9 17-546,12-8 0,-1 3 0,1 4-273,0 0 0,-2 4 0,5 1 0,13-1 819,22 20 0,19-7-1598,8-17 0,10-9-40,0-8 0,6-6 0,-4-4 0,-3-6 0,-9-1 0,-13 8 0</inkml:trace>
  <inkml:trace contextRef="#ctx0" brushRef="#br0" timeOffset="193135">20453 14340 7533,'-23'-11'1092,"0"-1"0,-2 2 0,-3-2 0,-6-4 0,-5-4 0,0 5 0,6 6 0,-1 2 0,1 10-381,-7 15 1,1 12 0,8 10-479,16-1 1,7 9 0,4 4 0,1 2 0,-2 0-209,0-13 1,0 1 0,0 1 0,0 1-1,1 0 1,-1 0 0,2 2 57,0-1 1,1 2 0,0 1 0,1 1 0,0-1-1,-2-1 1,0-2 0,-2-2 6,-3 9 0,-3-3 0,-1-2 0,1-2 0,0-3 479,-5 10 1,1-4 0,10-7 239,14-5 1,13-9-810,14-18 0,14-10 0,3-4 0,-8 2 0,0 3 0,-1 0 0,4 0 0,1 0 0,-1 0 0</inkml:trace>
  <inkml:trace contextRef="#ctx0" brushRef="#br0" timeOffset="194174">20724 14817 7533,'-33'-38'3276,"9"21"-2330,18 40 1,6 24 0,1 2-588,-2-6 1,1 2 0,0 2 0,1-1 247,0 6 0,0 6 1,1-11-1,-1-28-1552,0-39 1,0-19 764,3 5 0,1-7 0,2-5 0,0-2 1,-3 2 97,-2 3 1,-2-1 0,-2 0 0,2-1 0,1 0-1,4 1 292,3-3 0,2-4 0,2 1 0,1 3 0,3 5 0,1 9 445,7 1 0,2 8 0,4 11 304,8 13 0,3 11 1,-5 9-481,-9 12 1,-7 9 0,-7 4-863,-8 0 1,-6 5 0,-5-1 0,-8-7-711,-10-4 1,-8-6 0,-2-8-547,-19-3 1,15-18 1591,37-19 0,40 28 0,1-4 0,1 1 0,-1-1 0</inkml:trace>
  <inkml:trace contextRef="#ctx0" brushRef="#br0" timeOffset="194654">21585 14446 7533,'-9'-25'1638,"1"-1"0,-17 3-546,-7 34 0,-9 19 0,4 7-437,14-5 0,3 4 1,1 4-1,1 2 0,0 0-109,0-3 0,-1 1 0,0 0 0,2 2 0,1 0 0,3 0-137,1 4 1,1 2-1,1 1 1,4-1-1,4-4 1,5-4-1503,15 6 1,10-6 0,-4-3-547,-7 14 1,4-14 982,15-31 1,-4-12-1,-21-4 1,-5-7 0</inkml:trace>
  <inkml:trace contextRef="#ctx0" brushRef="#br0" timeOffset="195021">21524 14958 7533,'-13'-26'1638,"45"25"0,11 14 0,-12 13 0,-8 9 0,-13 11 0,-11 4-2096,-5-16 0,-5 1 1,-3-4-1182,-13 3 1,-3-9 1091,2-10 1,63-19 0,20-7 0,-19 1 0,0 0 0</inkml:trace>
  <inkml:trace contextRef="#ctx0" brushRef="#br0" timeOffset="195355">22003 14993 7533,'-37'-30'1092,"0"-1"0,6 29 0,-2 12 0,-5 16 0,-2 12 0,10 2 0,15-7 0,7 2 0,11-1-895,14-3 0,12 0 0,4-3 1,-7-8-1,14-3 0,-4-28 1,1 0-1,-1 0 0</inkml:trace>
  <inkml:trace contextRef="#ctx0" brushRef="#br0" timeOffset="195818">22176 14429 7533,'27'-30'1092,"-4"41"0,3 15 0,-2 8-546,-10-2 0,-2 6 0,-2 6 0,-2 2 0,-2 0 0,-2-1 0,-2 0 0,-4 1 0,-2 0 0,0 0 0,-2 1 0,1-1 0,1 1 0,0 2 0,1-1 0,-3-1 0,-2-3 0,-5-5-78,-11 4 0,-7-5 0,1-5 0,9-9 0,8-7 0,23-9 0</inkml:trace>
  <inkml:trace contextRef="#ctx0" brushRef="#br0" timeOffset="196578">22791 15381 7533,'21'-29'1092,"-1"2"0,6-6 0,2-3-437,-4 3 0,2-4 1,1-1-1,0 1 0,0 1 164,1-6 0,-1-3 0,1 9 0,1 20-1573,1 27 0,3 19 0,-3 5 0,-6-5 79,-7-7 1,-2 3 675,3 14 0,4 14 0,2 2 0,-2-9 0,-3-22 0,3-27 0,3-7 0,1 0 0</inkml:trace>
  <inkml:trace contextRef="#ctx0" brushRef="#br0" timeOffset="197542">24157 14764 7533,'-17'-32'546,"0"1"0,-1 0 0,-13 35 0,-9 17 0,1 10 0,9 3 109,10 1 0,5 6 1,5 5-1,5 0 0,8-3-109,7-5 0,8-1 0,4 0 0,3 0 0,-1-1 0,-3-1 257,1 17 1,-3 4 0,2-10-1,9-24-725,0-26 1,10-14 0,5-12 0,2-8-1,-2-4 1,-7-2 0,-10 2 0,-14 6-319,-19 0 0,-15 0 0,-9-1 0,-4 0 1,4-1-1,9-2-307,13-6 1,9-5 0,3-1 0,-2 2 0,-5 6 0,-11 9 218,-23 2 0,-14 7 0,1 11 1,14 16-1,19 28 0,9 13 1,5-8-1,0 0 0,1 0 1</inkml:trace>
  <inkml:trace contextRef="#ctx0" brushRef="#br0" timeOffset="197970">24145 15117 8972,'-11'35'819,"27"-10"0,16 6 0,4 0 0,-7-5-2098,-2 3 1,1-3 1278,7-1 0,9 3 0,-5-3 0,-19-5 0,-24-4 0,-4-16 0</inkml:trace>
  <inkml:trace contextRef="#ctx0" brushRef="#br0" timeOffset="198872">25031 14517 7533,'5'-42'1638,"1"0"0,2-4 1638,-45 52-1283,8 34-1584,15-12 1,-3 11-1,-2 8 1,-2 5-1,1 2 1,0-2 0,3-4-1,3-8-149,0 0 0,1-5 1,4-1-1,1 8-317,4 0 1,0 9 0,3 4 0,0 3 0,3-2 0,0-4 0,3-6 0,2-10-1249,8 8 1,9-10 1304,14 1 0,7-3 0,-9-18 0,-8-34 0,-14-2 0,0-1 0</inkml:trace>
  <inkml:trace contextRef="#ctx0" brushRef="#br0" timeOffset="199370">25080 15117 7533,'0'-36'1638,"13"13"0,7 3 0,4 9 0,4 8-546,2 11 0,3 7 0,-3 4 65,9 8 1,-12 8-1518,-19 1 0,-9 4 0,-8-4-585,-20 0 1,-11-7-149,10-10 1,-2-2 0,7-2 813,5 2 1,65-25 0,-8 2 0,0-1-1,-1 1 1</inkml:trace>
  <inkml:trace contextRef="#ctx0" brushRef="#br0" timeOffset="199709">25597 15134 7533,'-33'-25'1638,"0"-1"0,6-11-546,-5 43 0,-9 16 0,7 7 0,13 12 0,9 8 0,8-2 470,13 1 0,11-4-1562,0-9 0,5-2 0,3-11 0,11-15 0,0-14 0,-11-13 0,1-1 0</inkml:trace>
  <inkml:trace contextRef="#ctx0" brushRef="#br0" timeOffset="200812">25806 14534 7533,'26'22'3276,"-12"-14"-2457,3 14 0,5 15 0,-1 8 0,-7 2-351,-10-6 0,-4 6 0,-4 3 0,-2 2 0,-2-1 0,0-2 0,1-4-653,0-2 0,-2-4 1,0-1-1,-1 0 1,0 4-163,1 1 0,1 7 0,-1 2 0,0-1 0,-2-6 0,-1-9 0,-3-13-200,-15-14 1,10-10 0,41-7 0,4 3 0,0 0 0</inkml:trace>
  <inkml:trace contextRef="#ctx0" brushRef="#br0" timeOffset="202004">26151 14376 7533,'-26'-20'1092,"45"16"0,22 5 0,1 2-741,-6 2 1,2 2 0,0 1 0,1 0-352,1-3 0,0-1 0,0 1 0,-3 2 769,8 2 1,-3 3 0,-18 6 219,-37 21 1,-16 12-1005,18-14 0,1 5 0,1 4 0,0 3 0,1 1 0,0-1 195,-1-3 1,1 2 0,1 1 0,-1 0-1,1 1 1,1 0 0,0-1-66,1 1 1,1 1 0,0 1-1,1-1 1,0-1 0,1-2-1,1-3-79,0 2 0,1 0 0,0-3 0,1-4 0,0-7 324,5 30-1529,-6-63 4445,-44 47-2792,8-38 1,-12-7 0,-2 0 0,9 5-2124,4 18 1,0-1 905,-6-18 1,-10-5 0,7-2 0,27 3-907,52 6 1,16-1 982,-15-3 1,10 2-1,-2-4 1,-11-12 0</inkml:trace>
  <inkml:trace contextRef="#ctx0" brushRef="#br0" timeOffset="202270">26901 15840 7533,'-34'0'0,"6"0"0</inkml:trace>
  <inkml:trace contextRef="#ctx0" brushRef="#br0" timeOffset="252261">28267 14376 8972,'25'-2'1638,"1"0"0,1 6-1229,-12 15 1,3 14-1,2 12 1,0 6-1,1 5 1,-1 1 0,-1-2-1,-1-7-265,-2-1 0,-1-2 1,0 0-1,-1 0 0,-1 0 1,1 2-1,1 1-154,-1-4 0,-1 2 0,0 2 0,1 0 0,-1 0 0,1-1 0,1 0 0,-1-2 0,2-3-55,2 5 1,0 2 0,2 0 0,-1-3 0,1-7-1,-1-8 1,0-14-1765,30-19 1424,-10 26 0,-6-8-2872,-22-57 3007,-26 46 0,-4-1 0,8 22 0</inkml:trace>
  <inkml:trace contextRef="#ctx0" brushRef="#br0" timeOffset="252861">27910 16175 7533,'-34'13'1092,"-1"0"0,1 0 0,9-34-795,29 3 1,10-6 0,8-5 0,6-6 0,5-3 0,4-3 0,2-1 0,1-1-1,-1 0 1,-2 2 0,-3 3-379,-5 3 1,0 0 0,0 0 0,1 0-1,0-1 1,0 1 0,0-1 0,1 0 0,0-1-1,0 1 1,0-1 0,1 0 0,0 0-139,-1 2 1,1-2-1,1 1 1,0-2-1,1 1 1,0-1-1,0 0 1,0 1-1,0-1 1,-1 1 0,0 1-1,-1 0 1,-2 1-1,0 1 1,-2 1-108,8-11 1,0-2-1,0-2 1,-2 2-1,-1 2 1,-2 5-1,-3 6 1,-4 8-1,-4 11 605,17 14 0,-21 10 0,5 10 0,0-1 0</inkml:trace>
  <inkml:trace contextRef="#ctx0" brushRef="#br0" timeOffset="254002">28108 9313 7533,'-6'43'468,"0"0"0,0 0 0,0-1 0,0 1 0,0 0 0,15 4 0,14-19-177,-2-30 1,8-9-1,7-9 1,5-7-1,4-5 1,1-3-1,1-2 1,-1 0-1,-2 2 1,-5 3-1,-5 6-291,9-6 0,-7 5 0,-1 0 0,1-4 0,6-9-86,-18 15 1,2-5 0,3-3 0,1-3 0,1-4-1,2-1 1,0-1 0,1-2 0,1-1 0,-1 1 0,0 0-1,-1 0 1,0 3 0,-1 1 0,-2 3 0,-2 3 0,-1 4-1,-3 4 1,-3 4 241,17-10 1,-5 10-1,-3 3 1,-1-2 0,9-15-1,-2 0 1,-11 22 0,-14 41-1</inkml:trace>
  <inkml:trace contextRef="#ctx0" brushRef="#br0" timeOffset="255165">28243 11695 7533,'-19'-10'1092,"3"36"0,2 22 0,4-5-257,5-17 1,3 3-387,0 6 1,-1 10 0,1 6 0,1-1 0,2-6-1,2-12 1,13 7-404,-2-40 1,5-7-1,7-5 1,4-7-1,5-4 1,4-5 0,3-3-1,2-3 1,3-3-1,0-1 1,2-2-1,-1 0 1,0 0 0,-1 1-1,-2 2 1,-3 1-1,-2 3 1,-4 4-1,-5 3-46,11-9 0,-5 4 0,-3 3 0,-3 0 0,1-1 0,1-1 0,3-3 0,5-4 0,-13 11 0,3-2 0,3-4 0,1-1 0,2-3 0,2-1 0,0-1 0,1-1 0,1-1 0,0 1 0,0 0 0,-1 0 0,-1 1 0,-1 2 0,-1 1 0,-2 3 0,-2 2 0,-3 2 0,-2 4 0,-4 3 0,-2 5 0,12-7 0,1 1 0,-1-1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48:48.458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2011 3457 7533,'-17'-20'1638,"1"-1"0,-6-2 0,24 45 0,10 24-1341,-6-16 1,3 8 0,1 7 0,1 5 0,1 3 0,0 2 0,1 1 0,0-2-1,-1-3 1,-1-4 0,-1-6 39,3 7 0,-1-6 0,-1-3 0,1 3 0,1 6-321,-4-6 0,1 8 1,0 7-1,0 3 1,1 0-1,-1-1 0,1-4 1,0-8-1,0-10 1,0-13-1,1-15 98,-1-18 1,2-16-1,0-14 1,1-10-1,-1-7 1,1-5-1,-2-2 1,1 2-1,-2 4 1,-1 7-1,-1 10 88,1-5 1,-3 8-1,1 0 1,2-8-121,-1 9 0,2-6 1,2-5-1,2-4 1,0-1-1,0-2 1,-1 1-1,0 3 1,-1 3-1,-3 6 1,-2 6-1,-4 8-1721,-2-9 1,-4 11-1021,2-3 1669,0 13 990,0 38 0,-8 7 0,4-4 0,-1 1 0</inkml:trace>
  <inkml:trace contextRef="#ctx0" brushRef="#br0" timeOffset="725">2099 4039 7533,'40'0'0,"1"0"0,-1-1 0,1 1 0,-1-1 0,-2 2 0,-1-1 0,1 1 0,0-1 0</inkml:trace>
  <inkml:trace contextRef="#ctx0" brushRef="#br0" timeOffset="1489">3210 4198 7533,'-15'-10'3276,"60"2"-3003,-8 6 0,8 1 0,0-3 0,-9-3 0,1-1 0,0-1 0,0-1 0,2-1 0,-1-1 0,1 0 0,0 0 0</inkml:trace>
  <inkml:trace contextRef="#ctx0" brushRef="#br0" timeOffset="2384">4039 4216 7533,'-19'-10'3276,"11"2"-2306,35-6 1,18-3-792,-9 4 1,1-1 0,-6-6-1273,-12-14 1,-8-8 0,2 6 695,20 3 0,-15 9 425,-37 16 0,-21 6 0,-11 5 0,0 5 0,12 7 444,11 11 0,6 9 0,2 5 1,-2-2-276,-4-6 1,-6 1 0,2 0 0,7-1 0,15 1 499,20 8 0,17 2 0,10-4 0,0-10-1517,-2-13 1,3-9 0,3-4 0,0 1 517,-3 1 0,3 0 0,0-2 0,-3-2 0,-4-5 0,1-9 1,-6-5-1,-5 0 0,5-20 0</inkml:trace>
  <inkml:trace contextRef="#ctx0" brushRef="#br0" timeOffset="2823">4692 3598 7533,'-10'-27'1638,"0"-1"0,-5 17-546,10 33 0,6 25 0,3 7-1257,-1-13 0,2 7 0,2 4 0,0 2 0,-1 0 0,0-2 0,-1-6 111,-3-2 0,-1-3 0,0-2 0,1 0 0,2 4-493,2 9 1,3 9 0,0 1 0,2-6 0,-1-15 0,0-23 173,1-26 0,15-10 1,-9-9-1</inkml:trace>
  <inkml:trace contextRef="#ctx0" brushRef="#br0" timeOffset="3511">5058 4180 7533,'-14'-43'3276,"3"61"0,17-24-3152,-3 31 1,-3 26 0,4-7 774,13-1-899,-13-7 0,0-6-719,7-18-1,-11-28-629,0 32 1529,0-12-180,0 12 0,28-16 0,6 0 0</inkml:trace>
  <inkml:trace contextRef="#ctx0" brushRef="#br0" timeOffset="4244">5317 4128 7533,'-16'-14'1638,"11"43"0,6 16-533,2-1 1,8-9-387,23-26-314,-19-34 0,-3-12-765,5-11 0,3 13 180,21 51 899,-3-24 1,8-11 0,-4 5-226,-7 11 1,1-2-428,-3-13 1,3-8 0,0 3-1,-4 18-1160,0 31 1,-5 21 0,-4-1 682,-3-5 0,-4 2 1,-4 1-1,1 9 1,-4-7-1,-11-24 0,-25-42 1</inkml:trace>
  <inkml:trace contextRef="#ctx0" brushRef="#br0" timeOffset="4499">4984 3757 7533,'19'-16'149,"18"29"1,11 10 0,-1-12 0,0 0 0,1 0 0</inkml:trace>
  <inkml:trace contextRef="#ctx0" brushRef="#br0" timeOffset="4674">6153 4427 7533,'-29'-9'1092,"36"1"0,40 8 0</inkml:trace>
  <inkml:trace contextRef="#ctx0" brushRef="#br0" timeOffset="17156">2311 5927 7263,'-18'-10'2249,"0"-6"-1440,9 14 1260,1-13-630,8 13-1259,0-6-360,23 39 529,-13-5 1,2 10 0,0 9 0,1 6 0,0 3 0,0-1 0,-1-1-1,0-7 1,-1-7-290,6 10 0,-2-8 0,2 9 119,-6-12 1,2 8 0,1 7 0,0 2 0,1 2 0,-1-2 0,-2-4 0,-1-6 0,-3-10 0,-2-11 0,-2-2 1349,11 19-2076,-5-54 1,1-22 0,2-13 0,1-5 0,-2 2 0,-1 10 178,0 0 0,-1 5 0,2-8 467,-2 8 1,2-7 0,0-5 0,2-4 0,0 0 0,0 1 0,0 2 0,-2 6 0,0 7-550,5-10 1,0 8-1,-2-3 247,-3-2 1,-1-5 0,0 3-1,0 11-1775,12-4-1299,-23 39 2457,0 0 1,0 23 0,0 7 0</inkml:trace>
  <inkml:trace contextRef="#ctx0" brushRef="#br0" timeOffset="17607">2417 6473 8162,'-30'-15'3276,"14"11"0,34-20-2184,13 18 0,12 4 0,-3 1-2273,-4-4 0,0 0 1181,11 1 0,5 2 0,-10 0 0,-2 2 0,-9 0 0</inkml:trace>
  <inkml:trace contextRef="#ctx0" brushRef="#br0" timeOffset="18941">3122 6544 7713,'-18'-10'3148,"9"2"-899,1 8-271,8 0-1528,0 0 719,-8-7-719,6-3 269,27 1 1,13 8-270,6 15 0,0 11-360,-13 2 0,-1 4 0,-3 1-90,10 8 0,-19 3 292,-35-8 0,-19 3 1,-6-2-1,8-8-202,11-11 0,-1-5-1183,-23 6 1,-8-2 0,23-11-2185,30-9 2734,18-11 1,13-1 0,-2 6 0,-1 1 0</inkml:trace>
  <inkml:trace contextRef="#ctx0" brushRef="#br0" timeOffset="19621">3757 6473 7533,'4'-27'1638,"0"0"0,-2-17 0,-18 25 0,-7 5 0,-1 9 0,-3 6-1706,-8 5 0,-5 4 0,3 8 270,9 4 1,2 6-1,2 3 1,2 1 561,1 1 1,2 2-1,3 1 1,5 1 54,6 5 0,4 2 0,5-1 0,6-5-52,9 2 0,6-5 0,8-10-1587,2-17 1,6-8 0,2-4 0,-6 4 350,9 11 1,-7-5 0,-5-18 0,-13 5 0,-41 34 0,0 1 0</inkml:trace>
  <inkml:trace contextRef="#ctx0" brushRef="#br0" timeOffset="21177">4971 5874 8972,'-7'-26'2788,"-9"-1"-1259,-8-8-989,-9 7-315,-2 19 0,-2 8-270,11 7 0,0 6 0,-14 11 0,5 15 209,23-4 1,5 10 0,4 6 0,1 2 0,0-3 0,-1-8-135,-6 1 0,1-6 0,1 8 72,5-3 1,1 8 0,2 4 0,1 2 0,-1-2 0,-1-4 0,-1-8 346,-3 2 1,-2-6 0,0 2-338,2 4 1,-1 2-1,1 1 1,-2-3-233,-2 3 0,-2-2 0,0-3 794,-6 1 1,7-4 963,16-5 0,7-7 1563,18-6-4294,0-17 1,8-3 0,-2-3-547,-4-2 1,-2-2 982,12-2 1,-7 0-1,-23 1 1,-16 8 0</inkml:trace>
  <inkml:trace contextRef="#ctx0" brushRef="#br0" timeOffset="22209">5415 6315 7533,'-20'-18'3276,"8"24"-2864,7-10 457,0 31 1,4 30-1,1 0-622,-1-18 1,1 0-1,0 1 1,0-1 134,0 3 0,1 3 0,-1-5 1,-1-10 336,-3-7-1019,4-46 0,2-30 1,0-6 209,-2 20 0,0-5 0,-1-3 0,0-2 0,1 0 0,0 2 0,2 5 252,-2-2 0,0 2 0,2 2 0,3 1 0,6 0-103,6-1 1,6-2 0,3 0 0,3 4 0,0 9 0,-2 12 1109,20 17 1,2 22-788,-7-3 0,4 8 1,-5 4-1,-17 3-944,-21 1 0,-13 5 0,-8 0 0,0-4-68,-9 7 0,-5-3 1,-3-7-464,3-9 1,-2-5 0,0-7 623,-9-8 1,17-8 0,46-6 0,15-4 0,-4-1 0,0 1 0</inkml:trace>
  <inkml:trace contextRef="#ctx0" brushRef="#br0" timeOffset="23443">6263 5980 7173,'10'-28'1092,"0"1"0,0-4 0,-3 3 2184,-5-1-3332,-22 35 1,-12 17 0,1 8 579,8 2 1,0 8 0,0 5 0,1 4 0,1-1-1,1-3-210,2-6 1,0 0 0,0-1 0,2 1 0,2 1 0,1 2-71,2 2 0,0 3 0,1 3 1,2-1-1,4-2 0,3-5 0,6-7-634,14 7 1,7-9-1,5-5 390,1-3 0,2-5 0,-2-5 0,-4-10 0,-5 0 0,4 19 0</inkml:trace>
  <inkml:trace contextRef="#ctx0" brushRef="#br0" timeOffset="23991">6263 6509 7533,'0'-45'1638,"18"23"0,8 8 0,11 17 0,3 8 0,-1-4 0,-7 10-1646,-18 18 0,-9 12 0,-5-6 8,-2-14 0,-8-1-1093,-25 12 1,-11 2 0,26-14 828,45-22 1,-12-22 0,24 2-1,0 1 1,0-1 0</inkml:trace>
  <inkml:trace contextRef="#ctx0" brushRef="#br0" timeOffset="24291">6669 6526 7533,'-25'-30'1092,"-1"0"0,-3 39 0,5 15 546,13 18 0,13 8-2731,7-12 1,6 0 0,4-4 919,14 7 1,5-18 0,2-34-1,-5-17 1,-23-1 0,0 0 0</inkml:trace>
  <inkml:trace contextRef="#ctx0" brushRef="#br0" timeOffset="24977">6805 5662 7533,'-12'-27'3276,"27"17"-2457,4 26 0,7 18 0,2 10 0,-3-3 0,-2-1 0,-3 2 0,0 1 0,2 1-554,1-5 0,3 0 0,-1 2 0,-2 3 0,-6 4-26,-9-6 1,-4 4 0,-1 4 0,-3 2 0,-1 0 0,-2 0 0,0-3 0,-1-5 0,1-5-173,-1 2 1,-2-6-1,-1 0 1,-2 4-113,1 0 0,-2 5 0,0 4 0,-2 1 0,-1-1 0,0-3 0,0-7 0,-1-9-1594,-13 4 1,-2-10-1,-2 1 1,2-6 893,6-11 0,17-14 0,6-3 0</inkml:trace>
  <inkml:trace contextRef="#ctx0" brushRef="#br0" timeOffset="26958">7334 5803 7533,'-1'-17'3276,"2"7"-1515,34 2-1192,4 10 1,10 5 0,-5 0-2209,-7-2 1,0 1 1283,8-4 0,3 0 0,-17 12 971,-29 17 1,-18 13-1,3 6-282,12-9 0,3 7 0,2 3 0,1 3 1,0-1-1,-3-2 0,-2-6-262,-6-2 0,-2-4 0,-1-2 0,0 3 0,4 5-36,3-4 0,2 7 0,2 4 0,1 2 0,0 1 0,0-1 0,1-3 0,-2-4 0,-1-8 0,-1-7-261,-3 5 0,-2-4 382,1 8 0,-1 8 1,1-2-1,-1-13 203,-2-9 2916,2-17-1181,5-8-1555,0 0-1620,-55 8 1125,20-7 0,-4 0-1138,5 1 1,-3 1 0,6 0-2185,-10-3 2621,20 0 1,45-3-1,14-2 1,9-5 0</inkml:trace>
  <inkml:trace contextRef="#ctx0" brushRef="#br0" timeOffset="29858">8750 6068 7533,'-19'-16'2428,"6"12"-1348,8-27 269,5 19-989,0-6-810,0 50 29,2 3 0,1 11 1,0 4-1,0-7 466,-2 3 0,1 4 239,-1-12 1,1 8 0,0 6 0,0 4 0,-1-1 0,1-3-1,-1-7 1,-1-9 210,-3 8 0,0-3-316,3 0 1,1 11 0,0 1 0,-1-10 0,-3-17 180,-3-18-1979,6-18 1169,0 1-2032,0-23 2482,0 18 0,6-19 0,1 16 0</inkml:trace>
  <inkml:trace contextRef="#ctx0" brushRef="#br0" timeOffset="30797">8750 6403 7533,'-19'-8'3276,"6"6"-975,8-6 847,10 0-2159,23 6 1,11 2-1200,3-2 0,6-1 0,-1 1-150,1-1 0,0 1 1,0-1-734,-1-2 1,-1-1 0,-7-1-463,-9 3 0,-9-4-873,-16-7 2428,-5 15 0,-11 23 0,-2 7 0</inkml:trace>
  <inkml:trace contextRef="#ctx0" brushRef="#br0" timeOffset="31515">8823 6668 7533,'-32'-10'3276,"3"2"0,61 8-1638,-3 0 0,6 0-597,0 2 1,3 1-1,2 0-1289,-2-2 1,2-1 0,-1 1 0,-4-1-878,10 0 1,-5 0-515,1 1 1,-15-4 1467,-29-5 1,7 0 0,11-2 0</inkml:trace>
  <inkml:trace contextRef="#ctx0" brushRef="#br0" timeOffset="36241">10177 6033 7533,'-20'-30'3276,"3"-1"0,17 29-2093,0-6 77,0 16 449,0 9-1260,0 6 1,0 5-338,1 5 1,1 7-1,-1 2 1,1-6-158,-2 6 0,1 3 19,0-11 0,1 9 1,0 4-1,0 2 0,-1-1 1,1-4-1,-1-8 835,0 3 1,-1-7 0,0 3-698,2 11 0,0 6 1,0-3-1,-2-12-3389,-6 3 0,-6-66 2621,4 12 1,3-11-1,4-4 1,8-11 0</inkml:trace>
  <inkml:trace contextRef="#ctx0" brushRef="#br0" timeOffset="37051">10079 6068 7533,'-21'-30'1638,"-1"1"0,0 4 0,29-8 0,14 3 0,10 19 0,10 8-992,-1 2 0,7 1 0,2 5 1,-6 5-528,3 10 1,-5 7 0,-6 6-390,-10 5 0,-6 4 1,-6 0 239,-2-7 0,-5-1 0,-11-1-173,-22-1 1,-15-1 0,-4-3-1,11-8-696,-1 0-740,-10 7 1,7-7-1202,28-20 2840,22 0 0,19-8 0,15-2 0</inkml:trace>
  <inkml:trace contextRef="#ctx0" brushRef="#br0" timeOffset="37782">10953 5927 7533,'-7'-26'3276,"1"-1"-1638,-25 22 0,-4 6 85,14-5-1746,-5 13 1,-9 10-1,-1 5 1,5 4 336,7 9 1,4 7 0,3 3 0,-2-2 22,-5-4 1,0-1-1,1 2 1,7 5-417,10-1 0,5 7 0,3 2 0,3-1 0,0-4 0,-1-8 19,-3-3 0,1-7 0,7 1-760,10 5 1,9 4 0,0-7 0,-9-17-1,-7-18 1,10 8 0,-22 2 0</inkml:trace>
  <inkml:trace contextRef="#ctx0" brushRef="#br0" timeOffset="38773">11199 6456 8792,'0'-26'3276,"0"-1"0,-6-1-2722,5 11-1094,-34 15 1,-13 12 494,15 8 0,-2 7 674,-5-1 1,-4 2 0,6 4-151,13-1 1,4 3 0,10-1-435,17 14 0,16-9-360,17-23 0,8-15 75,-8-9 0,1-8 0,-3-5 690,-1-10 0,-3-5 0,-10 2-181,-11-2 1,-11 15-899,-18 36 629,9 30 0,10 12-720,5-21 0,4-1 1,5-3 719,21 4 0,4-9 0,-13-15 0,-3-5 0,7-2 0</inkml:trace>
  <inkml:trace contextRef="#ctx0" brushRef="#br0" timeOffset="39424">11494 5786 7533,'-18'-34'1638,"48"48"0,9 6 1638,-20-24-2184,11 20 0,8 17 0,-5 6-273,-12 2 0,-4 6 0,-5 4 0,-2 0-544,-5-8 1,-2 1-1,-3 0 1,-1 2-1,-1 0-380,1 0 0,-2 1 0,0 2 0,-2-1 1,-2-2-1,-2-3-417,-5-2 0,-2-2 1,-3-1-1,0-4 0,-1-4 402,-5 0 0,-1-6 0,1-2 120,-4 4 0,9-5 0,18-7 0,-3 19 0</inkml:trace>
  <inkml:trace contextRef="#ctx0" brushRef="#br0" timeOffset="57007">706 3792 7533,'0'-17'3276,"0"-9"0,0 38-2806,-1 15 1,0 17-1,-1 8 1,0-1 0,0-7-352,-1-6 1,-1-4 0,1 5-667,0 1 1,0 9 0,0 3 0,1-3 0,1-8 0,3-13-2731,6-6 3004,-4-3 0,19-50 0,-13 11 1</inkml:trace>
  <inkml:trace contextRef="#ctx0" brushRef="#br0" timeOffset="57616">864 3457 7533,'4'-38'1092,"0"0"0,19 11 0,3 3 546,-14-6 0,4 9-546,20 25 0,11 20 0,-3 11-546,-19-4 0,-4 10 0,-1 5 0,-1 2 0,-1 2 0,0-4-471,1-2 1,0 0 0,0 0-1,-2 1 1,-2 2 0,-2 2 25,-3-4 0,-1 3 0,-1 2 0,-2 1 0,-2 0 1,-1-1-1,-2-3 0,-2-3-173,-5 7 0,-2-2 0,-3-2 0,-3-3 0,0-4 162,-8 7 0,-3-5 0,-1-4-900,4-7 1,-1-3 0,3-8-2468,-1-10 527,-5-1 2784,34 23 1,4-42 0,14 14-1</inkml:trace>
  <inkml:trace contextRef="#ctx0" brushRef="#br0" timeOffset="60391">635 9084 7892,'-10'-20'1710,"2"5"-721,1 7 810,-3-2-180,16-23-990,16 16 1,12 2 0,0 2-181,13-4 1,0 10-855,2 20 1,-14 15-689,-34 13 1,-19 12 0,-2-4 604,3-12 0,-3-3 0,-4 3 1009,-3 0 1,-5 5 0,-3 0-1,3-3 1,5-9 332,-3-4 1,13-3-316,26 5 1,15 3 0,2-5-2179,6-2 1,7-7 1238,-4-9 0,7-3 0,0-2 0,-7 0 0,-1 3 1,-9-2-1,-9-6 0</inkml:trace>
  <inkml:trace contextRef="#ctx0" brushRef="#br0" timeOffset="60889">1182 8590 8702,'0'-19'3276,"31"42"-2457,-6 6 0,4 12 0,1 7 0,-4 1-352,-9-11 0,-3 3 0,0 2 0,-2 2 0,0 0 1,-1 1-937,0 0 1,0 3 0,-1 0 0,-1 1 0,-1-1 0,-1-1 0,-2-4 45,0 4 0,0-3 1,-3-1-1,-3-1 0,-6-1 291,-8 2 0,-6 0 0,-3-1 0,-3-6 0,2-7-1507,-13-3 1,-2-7 1625,7 2 0,-2 3 0,3-3 0,-5-1 0,5-3 0,-1 1 0</inkml:trace>
  <inkml:trace contextRef="#ctx0" brushRef="#br0" timeOffset="62076">2205 8749 7713,'12'-45'1638,"7"28"0,9 6-546,13 12 0,9 9 0,-2 3-368,-8-1 0,-1 1 1,-1 3-815,1-1 0,-2 1 0,-9 8 299,-14 16 1,-12 9 0,-2-3-255,-2 0 0,-2 4 237,2-11 1,1 8 0,-1 4 0,0 4 0,0-2 0,-1-3 0,-1-8 76,0-1 1,-2-6 0,1 0 0,-1 3-126,2 12 0,2 8 0,-1 0 0,-4-10 0,-7-19-54,-14-21 0,-6-12 44,-11 4 1,3-8-135,21-9 0,-1-1-1034,-23 5 0,4 10-1305,23 11-938,-23-6 2814,34 6 1,14-31-1,3-7 1</inkml:trace>
  <inkml:trace contextRef="#ctx0" brushRef="#br0" timeOffset="62546">2611 9296 7533,'-18'-19'1092,"0"0"0,-24 10 0,-6 9 546,8 3 0,0 5-2731,2 3 1,-2 2 0,4-1 174,6-2 0,5-1 918,2 7 0,56-32 0,-9 6 0,-1 1 0</inkml:trace>
  <inkml:trace contextRef="#ctx0" brushRef="#br0" timeOffset="64889">3298 9296 16618,'44'0'-180,"-8"0"0,4 0-1459,9 0 1,2 0 1194,-3 0 1,-2 0 0,-9 0 0,-5 0-1,-9 0 1</inkml:trace>
  <inkml:trace contextRef="#ctx0" brushRef="#br0" timeOffset="65397">3951 9208 8342,'0'-20'3276,"0"4"0,0 16-473,0 71-3793,0-32 1,0 5 0,0 0-104,2-1 1,1 1 0,0-1 663,-2 2 1,0 0 0,7-18-1,17-27 1,3-39 0</inkml:trace>
  <inkml:trace contextRef="#ctx0" brushRef="#br0" timeOffset="66026">4163 9402 7533,'0'-34'1638,"0"1"0,31 23 1638,-15 28-2184,-2 12 0,1 11 0,-3-6-756,-2-4 563,13 0-1019,-6-58 0,0-27 1,0 2 298,2 5 1,5 8 30,5 13 0,5 5 0,-6 15-345,-14 25 0,-3 13-685,3 2 1,1 7 0,0 2 0,-4-6 163,-5 1 1,0-6-1,19 7 1,-7-68 0</inkml:trace>
  <inkml:trace contextRef="#ctx0" brushRef="#br0" timeOffset="66381">4763 8731 7533,'-20'-13'1638,"21"30"0,6 16-1092,-4 2 0,0 9 0,0 6 0,0 3 0,1-3 0,1-5 42,3-1 0,2-3 0,0 0 1,-2 3-589,-3 3 0,1 7 0,-1 3 0,-2-5 0,-2-7 0,-2-15 0,-8-7 0,-11-21 0</inkml:trace>
  <inkml:trace contextRef="#ctx0" brushRef="#br0" timeOffset="66599">4621 9208 7533,'-14'-34'655,"-1"1"0,33 8 1,17 0-1,5 3 0,-5 6 983,4 4 0,4 6-1311,-2 1 1,9-1 0,2 1-1,-4 3 1,-10 4 0,-8 7-1,-6 4 1,6 8 0,-1 1-1</inkml:trace>
  <inkml:trace contextRef="#ctx0" brushRef="#br0" timeOffset="67298">5144 9419 14369,'0'32'1638,"0"-1"0,0-17-1081,2-33 0,2-22 0,1 1-18,4-6 1,1 0-510,-5 1 0,-1-3 0,7 13-2638,29 12 969,-13 36 1,1 9-1639,10 1 2896,-8 6 1,-9-3 0,-20-20 0,-2 18 0</inkml:trace>
  <inkml:trace contextRef="#ctx0" brushRef="#br0" timeOffset="67907">5550 9243 8522,'-32'-8'3276,"7"16"-2184,4 27 0,2 20 0,9-4-680,10-4 0,15-6 67,13-17 1,11-6 0,-3-5-345,-2-2 0,0-12 520,-6-17 0,5-13 1,-2-7-1,-5-1 0,-11 6 983,-16-7 0,-7 0-1484,18-1 1,3-2 0,-14 5-1248,-21 11 1,-12 5 0,2 6 623,8 10 1,-2 1 0,-20-10 0,-2-2 0,21 8 0,-1-1 0</inkml:trace>
  <inkml:trace contextRef="#ctx0" brushRef="#br0" timeOffset="68309">4198 8890 7533,'-12'-31'0,"1"-1"0,5 2 0,0 0 0</inkml:trace>
  <inkml:trace contextRef="#ctx0" brushRef="#br0" timeOffset="70576">2293 10707 7982,'-8'-10'1350,"6"2"-901,-6 0 1,8 6 270,0-5-450,0 7 1978,0 0-89,-7 399-2069,6-360 0,0-8 0,1 7-90,-2 7 0,-1 15 0,0 6 0,1-1 0,0-9 0,3-17 0,2-23 0,12-53 0,-5-10 0,0 0 0</inkml:trace>
  <inkml:trace contextRef="#ctx0" brushRef="#br0" timeOffset="72474">2223 10724 7353,'-2'-41'3276,"35"18"-2184,5 13 0,11 3 0,-1 6 0,-5 4 0,0 4 0,-5 11-1779,-11 10 1,-3 10-1,-3 2 1,-1-5 641,8-1 0,-11 0 35,-27 5 0,-15 8 0,-6-1 0,3-11 774,-2-10 1,-1-7-1800,-10 3 1,0-5-91,13-6 1,5-8 1124,-1-20 0,38 11 0,-2 7 0</inkml:trace>
  <inkml:trace contextRef="#ctx0" brushRef="#br0" timeOffset="73555">3263 10724 7533,'-19'-35'3276,"3"8"-256,16 9-2750,-39 42-270,19-7 0,-1 5-180,-9 8 0,-3 6 0,1 0 60,9-6 0,1 0 0,1 4 637,1 1 0,-1 4 1,2 1-1,2-1-8,2 7 1,4 0 0,0-1-540,0-8 0,0 0 0,8 1 345,10 1 0,7 4 0,3-3 0,0-10 45,14 6-121,-6-7 1,4 4 0,-1-9-1879,-1-17 1,-3-4 818,8 7 1,1 5 0,-25-5 0</inkml:trace>
  <inkml:trace contextRef="#ctx0" brushRef="#br0" timeOffset="74558">3634 11130 7533,'-16'-25'3276,"-4"13"0,-7 4-3172,-14 18-194,-4 0 90,10 9 0,-1 1 0,11-13 0,1 2 180,-7 20 0,5 6 494,15-7 1,3-1-585,-10 14 270,25-4 0,10-3 269,3-15 1,7-7-780,7-7 0,6-7 0,-3-3-120,5-3 0,-3-9 809,-5-17 1,0-8 0,-10 14-1079,-12 22-721,14 21 1,-2 13 1034,-26 5 0,-1 3 225,22-1 0,11 1 0,-9-21 0,-13-31 0,23-3 0</inkml:trace>
  <inkml:trace contextRef="#ctx0" brushRef="#br0" timeOffset="75025">3898 10636 8162,'33'5'819,"-1"0"0,-4 19 0,-1 13 0,-6 8-351,-10-8 0,-3 6 0,-3 5 0,-1 2 0,-2 1 0,-2-1 0,0-4-181,-2 0 0,-2-1 1,-1 0-1,-2-2 0,0 0 1,-2 0-774,-1 6 0,-1 2 0,-1-2 1,-3-5-1,-3-8 486,-63 35 0,81-71 0,10 0 0</inkml:trace>
  <inkml:trace contextRef="#ctx0" brushRef="#br0" timeOffset="76407">5156 10707 7533,'-19'-8'1638,"11"30"0,4 17-1016,2-1 0,2 8 0,1 7 0,0 0 0,-1 0-323,-2-8 1,-1 1 0,0 0 0,0 1 0,1 0 0,0 0-136,1 2 1,1 2 0,0 0 0,0-1 0,-1-3 0,-2-5-165,-4 18 0,-2-6 0,2-31-3277,6-44 2730,-3-18 1,17 10 0,7 1 0,-3 9 0,0 0 0</inkml:trace>
  <inkml:trace contextRef="#ctx0" brushRef="#br0" timeOffset="77061">5181 11042 7533,'-33'-20'1638,"66"8"0,20 1 0,-9 1 0,5 2-1927,-5 4 0,6 2 0,0 0 1,-7-2-972,6-5 1,-6 3 1259,-6 7 0,-12 6 0,-25 2 0,-7 9 0</inkml:trace>
  <inkml:trace contextRef="#ctx0" brushRef="#br0" timeOffset="77606">5230 11324 7533,'-49'0'3276,"16"0"0,32 0-1638,37 0 0,26 0-627,-17 1 1,2 0-1,1-3-1831,-8-3 1,2-3 0,-2 0 0,-2 6-820,15 11 1,-9-1 818,-7-18 1,-37 28 0,7-20 0</inkml:trace>
  <inkml:trace contextRef="#ctx0" brushRef="#br0" timeOffset="81151">6498 10636 7353,'-25'-8'3276,"11"6"0,36-13-2457,12 12 0,14 5 0,3 2 0,-6-1-786,4-3 0,-1 2 124,1 0 1,9 1-1,-8 4 1,-21 6-608,-37 30 360,-1-15 0,-1 7 144,1 2 0,-1 9 0,0 5 0,1 2 0,3-3-90,4-1 0,2 0 0,2 0 0,1 0 0,-2 0 162,-1 0 0,0 1 0,-1-1 0,2 0 0,1-3 8,3 6 1,2 2 0,0-8 0,-4-16-225,-5-16 810,-3 2-810,-1-18-270,-1-6 360,0 8 315,-23-4 0,-5 0-405,9 2 382,-13 3 0,-16 1 1,-2 1-1,13-1-651,-5 2-734,9 1 1,-4 2 0,23-3-2185,28-4 2756,33-8 1,-21-10 0,6-9-1</inkml:trace>
  <inkml:trace contextRef="#ctx0" brushRef="#br0" timeOffset="81729">6842 11201 9152,'-7'-18'3276,"2"0"0,5-15 0,-6 12-4694,-36 9 0,-10 6 1508,7 0-415,6 7 0,-11 2 0,4 5 1,18 4 324,28 23 0,-46-20 0,69-4 0,1 0 0</inkml:trace>
  <inkml:trace contextRef="#ctx0" brushRef="#br0" timeOffset="85515">7236 11201 9062,'-6'-20'1799,"-1"4"-1709,1 16 719,0 0 900,1-7-1259,3-3-630,-9 0 450,10-6-180,-5 14 1079,6-5 630,6 7-809,23 7-811,0 17 1,5 12 0,-3 0-330,-8-6 0,-3 0 1,-4 4 126,-4 5 1,-3 5-1,-4 0 1,-6-6-23,-13 10 0,-15-12 15,-11-22 0,-11-10 0,7-4-285,10-1 0,8-8 315,7-17 0,14 3 0,44 29 0,3 0 0,1 0 0</inkml:trace>
  <inkml:trace contextRef="#ctx0" brushRef="#br0" timeOffset="85997">7740 11218 8072,'-5'-33'3276,"-2"11"-165,-22-11-2572,-9 48 1,-6 15 179,13-13 1,0 1 0,5 8 67,8 12 0,5 10 0,3 2 0,0-8-607,-12 2 0,14-5-270,28-9 0,16 2 0,5-6 0,-4-12 90,0-24 0,0-6 0,14 13 0,-5 0 0,-22-11 0</inkml:trace>
  <inkml:trace contextRef="#ctx0" brushRef="#br0" timeOffset="87390">8885 10654 7533,'-12'-10'1638,"-11"-12"0,-4-3-533,3 12 1,-2 1-702,-15-14 1,-2 8-360,-5 28 0,5 20 472,23 3 0,6 12 1,3 5-1,0 0-499,-1-5 0,1 2 0,0 1 0,1 1 0,2-1 90,2 0 0,1 1 0,1 0 0,1-2 0,-1-1-108,0 3 0,1-2 0,-2-2 0,-2-3-180,-4-6 0,-2-3 0,0-1 150,2 2 0,0-1 0,0 0 269,-1 1 1,1 0 0,4-2 1199,8 6 1,8-5 269,12 0-720,19-32 1,8-10-2629,-11 3 1,1 1 982,7 2 1,-4 4-1,-10 3 1,-28 21 0</inkml:trace>
  <inkml:trace contextRef="#ctx0" brushRef="#br0" timeOffset="88356">9119 11007 8702,'-19'-12'3276,"6"53"-2701,10-10 0,2 7 1,0 5-1,1 0-450,-1 1 1,0 3 0,1 2 0,0-5 0,2-7-756,3 4 1,1-9 449,-3-1 231,-3-45 1,-1-24-1,1-16 1,-1-10-1,0-3 1,2 5-1,1 12 376,1 1 0,2 5 1,2 0-1,2-3-203,1 1 1,0-5 0,2-2 0,2 3 0,3 8 0,4 14 75,10 9 0,5 12 0,1 11-31,3 13 1,3 13 0,-3 6 0,-8-1-330,-9-5 0,-7 1 0,-8 4-300,-10 2 0,-8 6 1,-6 2-1,-2-5 0,-2-9 225,-16-5 1,-5-7-959,1 2 1,-1 0 0,11-8 272,16-13 1,49 0 0,3 0 0</inkml:trace>
  <inkml:trace contextRef="#ctx0" brushRef="#br0" timeOffset="88949">9907 10707 7533,'-3'-31'1638,"0"1"0,7-1 1638,-8 7-2415,-12 35 1,-6 11-907,-7 7 0,-3 5 427,7-3 0,-3 5 1,1 2-1,2 2 103,7-4 1,1 1 0,2 1 0,2 1 0,3 1-181,4 4 1,3 3 0,3-1 0,2 0 0,3-3-711,3 1 0,4-1 0,2-2 1,3-5 404,7 3 0,3-5 0,0-7 0,-3-9 0,-6-4 0,-15-5 0</inkml:trace>
  <inkml:trace contextRef="#ctx0" brushRef="#br0" timeOffset="89824">10030 11165 7533,'-7'-25'1638,"1"-1"0,37-5 0,0 28 0,3 12-614,1 16 0,1 13 0,-10 3-2117,-13-4 1,-6 1 0,-11-1 445,-14-5 1,-9-2-1,4-2 647,9 8 0,3-15 0,-3-49 0,62 30 0,0 0 0,0 0 0</inkml:trace>
  <inkml:trace contextRef="#ctx0" brushRef="#br0" timeOffset="90190">10584 11201 7533,'-29'-34'1638,"-7"29"0,-5 12 0,1 14 0,3 9-546,14-3 0,2 3 0,12 1-2185,20 9 1,16 2 0,1-8 545,1-6 1,5-9 0,19-5 0,-9-16 0,-34-33 0</inkml:trace>
  <inkml:trace contextRef="#ctx0" brushRef="#br0" timeOffset="90809">10571 10689 7533,'22'28'1092,"-1"0"0,1 0 0,-5 4-624,-3-6 0,6 10 0,2 7 0,1 3 0,-2 1 0,-6-4 0,-8-6 624,-12 9 0,-11-6 0,0 5-1748,8 0 1,1 6-1,-1 1 1,-2-3 0,-4-8 374,-8-3 1,-4-6-1,-1-6 1,-7-5-1,14-7 1,54-8-1</inkml:trace>
  <inkml:trace contextRef="#ctx0" brushRef="#br0" timeOffset="91947">10830 10654 7533,'-4'-30'1638,"1"-1"0,3-16-819,28 37 0,18 8 0,6 5 0,-7 2 273,-10 3 0,-3 3 0,3 2-881,3-3 0,7 0 0,1 1 0,-7 3 0,-13 5-481,-11 22 1,-16 10 323,-3-10 0,-5 5 0,-4 4 0,1-1 0,1-3-54,0-6 0,1-3 0,0 2 0,1 3 51,3-2 0,0 4 1,0 2-1,1 2 1,1-2-1,0-2 0,1-6-1144,-1 14 1,1-6 0,1-3 347,4-4 1,0-2 0,-7-5 814,-15 1 0,-5-11 1908,-7-22-1528,-6 0-120,2-1 0,-8 0 0,5 3-1969,8 6 1,1 0 38,-23-8 0,13 3-1677,36 13 3219,19-16 0,30 0 1,-6 0-1</inkml:trace>
  <inkml:trace contextRef="#ctx0" brushRef="#br0" timeOffset="92123">11494 11765 7533,'-21'-17'989,"27"7"1,22 2-1</inkml:trace>
  <inkml:trace contextRef="#ctx0" brushRef="#br0" timeOffset="109236">847 13653 7173,'-10'0'630,"-6"0"269,14 0 630,-13 0-360,5-8-89,0 6-1,-6-14 1170,6 6-1350,-7-7 91,15-1-450,20 0-406,23 11 1,10 5-270,-5-4 1,-2 12-946,-16 20 1,-4 12-1,-2-6 721,14-1 291,-44-3 1,-15 10-1,-7-3 1,2-11 1011,-13-19 1,10-2-675,35 44-1,11-19 1,7 3-135,-1 0 0,4 4 0,-3 2 0,-12-1 194,-17 6 1,-13-1 0,-6-2-990,-2-1 1,-6-1 0,-2-8 659,1-10 0,-2-6 0,11-10 0,17-19 0,40 16 0,0 0 0</inkml:trace>
  <inkml:trace contextRef="#ctx0" brushRef="#br0" timeOffset="109971">1235 13212 7533,'6'49'121,"0"0"0,0 1 1,0-1-1,0 0 0,0 1 1,0-1-1,0 1 0,0-1 1,0 0-1,-2-3 0,-2-6 1,-1-2-1,-2 1 1,-1 6-1,0-4 0,0 6 1,-1 4-1,-1 3 0,0 1 1,-1-3-1,-2-3 0,-1-5 1,-2-8-1,-1-10 0,-20-5 1,1 1-1</inkml:trace>
  <inkml:trace contextRef="#ctx0" brushRef="#br0" timeOffset="115432">2346 13300 7982,'0'-18'3276,"-8"-15"-1155,6 11-142,2 20-1991,3 13 1,5 20 0,3 13 0,2 11 0,1 5 0,1 1-1,-2-4 1,-2-9 557,0-2 0,-2-1 0,-1-1 0,1-1 0,2 0 0,2 0 0,3 8 0,2 6 0,1-1 0,2-6 0,0-14 0,2-21-849,4-27 0,3-21 0,1-15 0,-3-4 0,-5 5 393,-8 3 0,-6-1 0,-2-1 0,0-3 0,4 0-270,2 1 0,4-7 0,2-2 0,-1 2 0,-2 4 1,-4 11-1,-5 12-270,-7 7-2827,0-3 2702,0 24 0,0 24 0,0 5 0</inkml:trace>
  <inkml:trace contextRef="#ctx0" brushRef="#br0" timeOffset="115962">2505 13741 7533,'-38'-10'3276,"21"2"-1638,52 7 0,26 2-1274,-15-2 0,4 1 0,-3 1 0,-10 3 0,-2 1 0,-1 2 0,6 3 0,0-1 0</inkml:trace>
  <inkml:trace contextRef="#ctx0" brushRef="#br0" timeOffset="116347">3193 13917 7533,'-22'-27'3276,"63"1"-2808,4 21 0,4 8 0,-8 4 0,-1 4 0,-5 7 0,0 1 0</inkml:trace>
  <inkml:trace contextRef="#ctx0" brushRef="#br0" timeOffset="117292">4145 13811 7533,'-10'-35'3276,"3"15"0,14 67-2775,-5-3 1,-2 6-1042,3-3 1,0 4-1,-1-3 540,-2-12 0,-1-2 0,2-3 0,1 4 0,4-13 0,4-24 0</inkml:trace>
  <inkml:trace contextRef="#ctx0" brushRef="#br0" timeOffset="117975">4357 13970 9691,'-20'12'3276,"5"19"-975,30 10-1401,20-72-1993,-9-3 1,2-9 0,-3 0 917,-9 11 0,-2 0 0,1 0 641,6-7 1,2 1-1,-4 21 1423,-2 58-2039,-6-12 0,2 4 0,-1 1-943,0 3 1,1 2 0,-1-1-1,-2 2 1,-1-1 0,-1-2 436,2 0 1,-4-6-1,-6-5 1,0-18 0</inkml:trace>
  <inkml:trace contextRef="#ctx0" brushRef="#br0" timeOffset="118509">4898 13406 7533,'-6'-28'3276,"5"3"0,1 62-2100,0 3 1,1 10-980,2-11 1,0 6 0,0 3 0,1 0 0,0-3-558,0 4 0,1-2 1,0 0-1,0-1-460,-1 0 1,1 1 0,0-3 0,1-9 700,6-4 1,-6-15 0,-22-28 0,-11-13 0</inkml:trace>
  <inkml:trace contextRef="#ctx0" brushRef="#br0" timeOffset="118889">4780 13882 7533,'-24'-29'1092,"-1"1"0,4 6 0,11 3 546,43 0 0,19 6 0,-7 10 0,5 1-819,-7-8 0,5-3 0,0-1 0,-5 4-760,8 3 0,-5 0-1698,-2-8 1,-15 4 818,-26 11 1,-26 26 0,5 11 0</inkml:trace>
  <inkml:trace contextRef="#ctx0" brushRef="#br0" timeOffset="119833">5267 13970 9242,'-14'-10'1979,"3"10"1297,6 41-2055,3-7 83,-2 15 1,3-16-226,6-47-1169,2 4 719,-2-17 1,-1-12 0,0 2-181,1 2 1,2 1 270,3-6 0,3 6-1,8 14-1079,20 4-2917,-3 16 0,11 8 2699,-21 10 0,-28 25 0,-14-16 0,1 1 0</inkml:trace>
  <inkml:trace contextRef="#ctx0" brushRef="#br0" timeOffset="120613">5661 13882 12300,'-13'-20'2608,"6"5"-3237,-9 15 1169,-8 31-91,4 2 1,1 4-135,3-2 0,5 1-1,5 16 1,12-4 449,17-19 1,9-11-1080,13-13 1,4-14 1123,-16-6 1,-1-7-1,-6-6 120,-4-11 1,-8-6 0,-10 2-1020,-14-4 0,-14 6-1549,-10 7 1,-6 13 982,6 18 1,5 10-1,13 9 1,36-16 0</inkml:trace>
  <inkml:trace contextRef="#ctx0" brushRef="#br0" timeOffset="121244">4269 13406 7533,'-7'-25'819,"0"1"0,3 0 0,39 44 0</inkml:trace>
  <inkml:trace contextRef="#ctx0" brushRef="#br0" timeOffset="125874">2452 15152 7533,'-26'-20'3276,"7"5"-1335,-7 22-772,16 19-809,3-12 584,12 17 1,5 8-631,-4 8 1,0 4-435,0-8 0,0 2 1,0 6-340,-3-12 0,0 5 0,-1 4 0,0 1 0,0-2 0,0-4 1,-1-5 487,0 6 1,0-7 0,-1 3 240,3 15 0,0 10 0,-1-11 0,-2-32-1080,-8-63 360,4 14 1,-1-3 449,-11-7 0,6 2 0,22 6 0,2 25 0</inkml:trace>
  <inkml:trace contextRef="#ctx0" brushRef="#br0" timeOffset="126679">2434 15169 7533,'-18'-18'1638,"-1"-1"0,-7-6 1638,26 1-1638,37 14 0,15 8-2074,-17 7 0,1 4 1,0-1 435,3-6 0,0-2 0,-3 8 286,5 16 1,-3 10-1,-13 4-616,-19 1 0,-12 3 1,-4 0 29,0 4 0,-4 1 0,-7-4 210,-2-13 0,-4-1 0,-3-3 1,0-4-1004,-2-1 1,0-6 0,0-6 883,-13-14 1,16 1 0,37 19 0,21 15 0</inkml:trace>
  <inkml:trace contextRef="#ctx0" brushRef="#br0" timeOffset="127709">3475 15081 7533,'18'-35'1638,"-40"33"0,-9 8 0,4 5 0,-1 7-1060,1 4 1,-4 7-1,-2 5 1,3 2-1,6 2-326,4 5 0,6 3 0,2 3 0,2 0 0,1-1 215,-1 0 1,1 0 0,1 0 0,4-1-1,4-1-269,4-3 0,4 0 0,3-1 0,2-4 0,0-6-243,9 14 0,5-17-3232,20-29 2457,-30-4 1,3-12 0,5 16 0</inkml:trace>
  <inkml:trace contextRef="#ctx0" brushRef="#br0" timeOffset="128741">3792 15628 9422,'-17'-16'3276,"7"-19"-2396,1 9 1,-6 5-1691,-28 23 1215,4 16 0,6 13 494,21 9 1,10 9-1,4-5-1034,2-5 0,10-11 105,16-22 0,11-11 0,-5-8 1334,-1-17 1,-9-8-1395,-5-15 0,-12 19-1799,-23 68 250,24 10 1,11 6 1479,0-8 1,3-4 0,8-3-1,-1-15 1,0-40 0</inkml:trace>
  <inkml:trace contextRef="#ctx0" brushRef="#br0" timeOffset="129428">4075 15081 7533,'-2'-36'1092,"0"0"0,13 11 0,5 5 2184,10 4-2457,1 30 0,9 17 0,-1 5 0,-8-5 518,-10-8 1,-5 5-1697,0 4 0,1 12 0,2 7 0,-1 6 0,0 0 0,-2-3 0,-2-7 0,-4-9 449,-1 7 0,-8 0-95,-1-6 1,-2 11 0,-2 5-1,-2 1 1,-1-3 0,-1-7-1,-1-14-1634,-11-5 1,-1-7 545,0 5 1,0 2 0,6-2 272,5 8 1,24-23 0,-2-2 0</inkml:trace>
  <inkml:trace contextRef="#ctx0" brushRef="#br0" timeOffset="140793">2364 16880 7533,'-18'-9'1529,"8"-15"-810,-6 12 631,7-21-361,-1 6 1080,2 7-1889,8 4-90,0 48 180,8-1-136,0 0 1,4 12 0,2 8 0,1 3 0,1 0 0,-1-7 296,1-2 1,0-2 0,1-1 0,0 1 0,0 2-342,-3-6 0,0 3 0,1 1 0,0 0 0,0-1 0,-2-3 0,1-3-113,2 7 1,0-1-1,-2-7 1,-4-12 1011,-2-13-989,-8-2-1529,0-8 2338,0-32-764,13-2 0,6-10 120,-7 7 0,2-8 0,1-5 0,1-1 0,-1 2 0,-1 5 14,1 0 1,-1 5 0,1-1 0,0-4-210,-2-1 0,2-7 0,-1-2 0,0 3 0,-1 5 1,-2 10-1610,2 3 1,-3 7-1639,2-15 2457,6 43 1,-26 31 0,-12 4 0</inkml:trace>
  <inkml:trace contextRef="#ctx0" brushRef="#br0" timeOffset="141341">2522 17180 7533,'-27'0'1638,"-1"0"0,72 8 0,-10-10 0,6-2-1431,0 3 1,3 2-1,-6 5 1,-5 7 0,-11 5-1,-27 31 1</inkml:trace>
  <inkml:trace contextRef="#ctx0" brushRef="#br0" timeOffset="143259">3193 17304 7533,'-42'-16'3276,"27"12"0,-17-19 0,32 21-3570,0-14 204,0 14 300,23 5 0,20 8 0,-7-1-300,-2-3-113,-10 21 1,5 17 0,-7 2-1,-17-10 713,-25-16 0,-14-7 0,4 6-570,11 20 0,5 8 0,-6-12-3217,-68-15 2621,88-21 1,33 10-1,-10-1 1,1 0 0</inkml:trace>
  <inkml:trace contextRef="#ctx0" brushRef="#br0" timeOffset="143807">3722 17304 8702,'-8'-36'3276,"-10"17"-1638,-9 16 0,-4 6-956,1 3 0,1 7-593,0 12 1,1 7 0,6 2 674,6 8 1,11 4-1095,8-7 1,6 2-1,6-6-1309,16 1 1,5-9 1299,-8-8 1,1-6 0,0-12 0,-3-2-1,-7 1 1</inkml:trace>
  <inkml:trace contextRef="#ctx0" brushRef="#br0" timeOffset="145342">4516 16863 7533,'-28'-8'3276,"10"-2"0,3-31-1193,5 17-2083,-8-3 0,-5 5-900,-9 26 990,9 13 0,3 10 240,10 5 0,6 7 0,1 5-330,1-4 0,2 5 0,0 2 0,1 0 0,0 0-90,-1-4 0,0 1 0,1-1 0,-1 1 0,1-1 108,-1 2 0,0 0 0,1 0 0,-1-1 0,-1-3 72,-1 8 0,-1-3 0,-2-4 45,-4 0 0,0-6 674,-1 9 829,26-26 0,8-4-1432,3-10 0,4-1-1299,6 6 1,3 2 0,-3-2 545,-1-9 1,-3 4 0,3 16 0,-8 5 0,-10 3 0</inkml:trace>
  <inkml:trace contextRef="#ctx0" brushRef="#br0" timeOffset="146611">4947 17233 7982,'-12'-25'2699,"5"13"-2632,5 35 1,4 31-1,1 11 1,-1-11 531,1-14 1,0-3 0,0 2-61,-2 7 1,1 8 0,-2-9-1,-2-26-584,-7-42 1,-1-24-28,5 8 0,0-9 0,3-4 0,1-1 0,3 4 197,3 3 1,3 0 0,1 1 0,2 0 0,1 1 180,-1 1 0,0-1 0,1 1 0,4 5 0,5 8-157,21 0 1,8 11 0,-4 13 299,-8 15 1,-2 9 0,-13 8-840,-18 17 1,-15 10-1,-4-4 540,5-12 0,-3-3 0,-5-1-1243,-13 8 1,-7-3 0,4-15 776,0-23 0,65 8 0,-7-3 0,0 0 0</inkml:trace>
  <inkml:trace contextRef="#ctx0" brushRef="#br0" timeOffset="147321">5759 16880 8792,'-31'-27'3276,"1"9"-1856,-1 31 0,-1 14-1240,8-1 0,1 6 0,3 8-402,9-5 0,1 8 0,3 5 0,0 2 1,1-1-1,-1-3 0,0-6 267,-4 0 0,0-6 0,1 0 0,5 5 13,6 1 1,3 8-1,3 3 1,2-1 0,1-4-1,0-8 1,0-13-3336,12-3 2621,5 11 1,-4-2-1,-16-21 1,-2-2 0</inkml:trace>
  <inkml:trace contextRef="#ctx0" brushRef="#br0" timeOffset="148023">5710 17374 7533,'-13'-33'3276,"51"11"-1638,-14 17 0,2 8-546,4 21 0,0 12 0,-4-3-834,-2-11 0,-8 3-888,-11 16 0,-8 8 1,-11-14 404,-15-24 0,-7-6-135,-6 12 1,7-1-2918,16-8 2730,7-8 1,43 0 0,16 0 0,-20 0 0,0 0 0</inkml:trace>
  <inkml:trace contextRef="#ctx0" brushRef="#br0" timeOffset="148360">6178 17339 7533,'-35'-23'1638,"0"-1"0,-5-1-1073,11 24 1,1 11 526,3 23 0,4 13 0,5-3-167,7-14 1,6 1-986,2 14 0,5 6 0,11-15-1579,19-28 1,8-10 1091,2 11 1,-3-4 0,-10-14 0,-11-4 0,-22 4 0</inkml:trace>
  <inkml:trace contextRef="#ctx0" brushRef="#br0" timeOffset="148840">6263 16863 7713,'16'-32'1092,"4"43"0,7 17 0,-3 6-273,-5 2 0,-3 7 0,-2 4 0,-1 1-273,-4-7 0,-1 2 0,-1 3 0,-1-1 0,-4 0 0,-2-2-749,-4 3 0,-2 1 1,-4-2-1,-3-3 1,-3-3-618,-6 1 1,-4-3 0,-2-4 0,1-5 736,-13 1 1,4-11 0,7-10 0,44 1 0</inkml:trace>
  <inkml:trace contextRef="#ctx0" brushRef="#br0" timeOffset="150091">6571 16828 7533,'0'-32'819,"-1"1"0,28 21 0,13 10 0,-2 4 819,3 4 0,0 7-819,-7 1 0,4 2 0,-3 4 0,-9 3-516,-10 19 0,-13 8-79,-6-12 1,-5 3 0,-2 3 0,1 1-153,1-3 0,0 1 0,-1 1 0,1 0 0,0 1 108,0-1 0,1 1 0,-1 0 0,2-1 0,2 1-109,2-1 1,3 1 0,0-1 0,0-2 0,-2-6-282,-1 0 0,-1-5 1,-3-4 928,-4 0 1,-4-7-450,-13-8 764,0-19 1,-4-6 14,-4 0 0,-5-1 1,3 2-2689,-5 7 1,6-2 1374,3-17 1,77 24-1,-1-2 1,-1-1 0,0 0-1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53:08.656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1817 9543 7083,'-28'-18'3276,"3"0"-2684,15 9 217,2-7-359,8 6 0,0 0 1169,0 2-1529,0 8 1259,32 87-1181,-21-55 1,1 6 0,3 6-1,0 2 1,0 1 0,0-1 0,-1-3-1,-2-4 79,4 9 1,-3-6-1,0 1 1,2 4-81,0-2 0,2 8 0,2 3 0,-1-1 0,-3-5 0,-3-10 0,-6-14-77,-6-8-1259,0-18 1079,31-96 112,-19 54 1,0-4-1,-1-4 1,2 0 7,-4 10 0,0-1 0,0-2 0,0 0 0,1 1 0,0 0 5,4-6 1,0-1 0,1 1 0,-2 2 0,-2 4-6,-3-6 0,-2 4 0,2 6-525,5 5 1,-3 12-406,-10 19 900,0-6 0,0 31 0,0 7 0</inkml:trace>
  <inkml:trace contextRef="#ctx0" brushRef="#br0" timeOffset="671">1923 9895 7533,'-20'0'1889,"-19"0"719,33 0 668,37-7-2396,4 1 1,7 2-1974,-2 5 1,5 2 0,-5-1 545,2-7 1,-7 6 0,-10 13 0,-11 3 0,-34 3 0</inkml:trace>
  <inkml:trace contextRef="#ctx0" brushRef="#br0" timeOffset="3862">2187 9613 7353,'-10'-10'2968,"-29"-5"-2788,24 21-23,-15 13 1,-12 13-1,-2 4 1,9-4 111,-2 12 1,21-17-270,33-41 0,17-17 0,-3 5 0,4 7 480,2-5 0,6-4 0,-21 17-436,-35 29 1,-15 15-9,1 0 0,-9 12 0,1 1 0,9-8 0,21-16-246,32-20 0,19-16 1,-8-3 613,-12-11 1,-10 11 1233,-15 38 0,-10 10-1342,-17-4 0,-1 1-296,12 18 0,10 2 0,5-9 0,12-13 0,31-45 0,-1 1 0,1-1 0,0 1 0</inkml:trace>
  <inkml:trace contextRef="#ctx0" brushRef="#br0" timeOffset="5062">3616 9754 11131,'-10'-9'3276,"10"32"-2036,4 17 0,2 6-1150,-1-13 0,0 1 120,-1 7 0,-1 5 0,-2-4-345,-5-2 0,0-5-1504,3-9 1,0-1-1471,-7 20 3109,16-53 0,-6-8 0,6-3 0</inkml:trace>
  <inkml:trace contextRef="#ctx0" brushRef="#br0" timeOffset="6210">3792 9560 8522,'-11'-25'1092,"-1"-1"0,-7 8 0,-7 5-630,-8 6 1,-9 3 0,-3 3 0,2 3-306,6 1 1,1 3-1,0 2 1,-2 5-128,2 1 0,-3 4 0,0 2 0,0 3 0,4 1 0,6 2-53,-1 6 1,5 2-1,7 5 1,7 5-248,10-8 1,5 6 0,5 4 0,4 3 0,1 0 0,2 0 0,-1-2 0,0-3 0,-3-6 269,1 10 0,-2-7 0,3-1 0,7 3 67,0-6 0,6 5 1,3 3-1,2 0 1,2-3-1,1-5 1,-1-10-1,-2-10 273,8-12 1,1-14 0,0-7 0,2-1-108,-1 3 1,3-3 0,0-2 0,-1-3 0,-2-4 215,-4-2 1,0-4 0,-2-2 0,-2-4 0,-3-1-1,-4-2 13,-7 3 1,-2-2 0,-3-3-1,-2-1 1,-3 1 0,-3-1 0,-2 2-359,-4-2 1,-4-1 0,-3 0 0,-2 2 0,-4 0 0,-2 3-761,-6-7 1,-5 2-1,-3 1 1,-1 5 0,-1 6 429,-9 0 0,-2 7 1,1 9-1,-10 3 0,10 14 1,17 17-1</inkml:trace>
  <inkml:trace contextRef="#ctx0" brushRef="#br0" timeOffset="8380">5107 9596 7982,'0'-10'1620,"0"-6"-1081,0 6 631,-6-7-541,5 7-359,-5 2-90,6 16 224,8 23 1,6 18-543,-4-13 1,3 9-1,1 4 1,1 4-1,0-1 1,-1-4-1,-2-5 160,1 0 1,-2-6-1,1 1 1,2 4 445,-1 3 0,3 9 0,0 5 0,1-2 0,0-9 0,0-15 0,-3-21-320,0-27 1,-2-23 0,0-15 0,-1-10 0,0 0 0,0 5 0,1 13-1242,5 1 1,0 7 0,-1-8 682,-5 7 0,-1-9 1,1-5-1,-1-2 1,-1 2-1,0 5 0,-1 8 1,-2 12-207,5-5 1,-22 52 0,-2 15 0</inkml:trace>
  <inkml:trace contextRef="#ctx0" brushRef="#br0" timeOffset="9534">5194 9948 8972,'40'-8'364,"1"-1"0,0 1 0,-10 1 0,0 2 0,12 1 0,5 3 0,-15 6 0,-22 15 0</inkml:trace>
  <inkml:trace contextRef="#ctx0" brushRef="#br0" timeOffset="11300">5686 9984 7982,'-14'0'3276,"-3"0"0,38-8-1638,14 30 0,-4 17-3277,-30 2 1,-2 4 734,28-2 1,-9-4 829,-40-10 1,-16-2 0,7-12-3204,13-17 2871,-8 2 0,65 9 0,-11 0 0,-1 0 0</inkml:trace>
  <inkml:trace contextRef="#ctx0" brushRef="#br0" timeOffset="11743">6116 10019 8792,'-19'-39'3276,"-15"7"0,-10 48-2452,8-12-15,8 19 1,-3 13-1,7-1-44,13-7 0,4 3-346,-1 8 1,2 4 0,9-6-1140,22-5 1,9-9 719,8-4 0,0-4 0,-2 8 0,-27-3 0</inkml:trace>
  <inkml:trace contextRef="#ctx0" brushRef="#br0" timeOffset="13537">6977 9596 7533,'-28'-13'1638,"0"0"0,5-7-848,-18 0 1,-1-1 198,17 0-404,-9 32 0,0 23-521,22-1 0,6 12 0,4 9 1,2 3-1,0 1 0,-1-4 0,-3-8-64,-4-3 0,-1-5 0,0-1 0,1 7 281,3-1 0,1 9 0,0 5 0,1 1 1,0-2-1,0-7 0,0-10 0,1-14 259,-4-8 1098,32 6 0,8-6 303,-8-17-2121,19 2 0,4 3 180,-20-1 0,-6 2 0,-1 12 0,22-1 0</inkml:trace>
  <inkml:trace contextRef="#ctx0" brushRef="#br0" timeOffset="14485">7359 9790 7533,'-13'-26'3276,"1"54"-4186,5 3 0,1 10 0,2-2 1045,-1 5 0,1 4 279,1-8 1,-1 10 0,0 3-1,0-1 1,3-7 0,1-12-775,10 4 950,-2-82-501,-7 10 1,-1-9 0,0-6 0,3-1 0,6 4 299,7 7 1,4-1 0,3 1 0,2 1 0,0 3 0,-3 4 269,9-14 1,-2 6 0,-4 24 290,-6 34 1,-3 19 0,-10 0-1311,-11-3 0,-10-1 1,-4-2-734,-9-1 1,-4-4 0,3-5 899,-4 0 0,69-28 1,3 7-1</inkml:trace>
  <inkml:trace contextRef="#ctx0" brushRef="#br0" timeOffset="15238">8073 9631 7533,'-12'-35'3276,"-33"23"-1638,18 26 0,0 13-1230,3 2 0,-2 7 1,1 2-1,3-2-348,3-4 0,3-1 0,0 6 389,3-1 1,-1 6 0,1 3 0,1 1 0,5-4-1,6-6 390,9 1 1,8-5 0,1 1-840,1 3 0,3 3 0,-1-1 0,-2-4 0,-1 6 0,2-8 0,2-18 0,0 0 0</inkml:trace>
  <inkml:trace contextRef="#ctx0" brushRef="#br0" timeOffset="16317">8159 10054 8072,'-19'-27'3276,"23"9"-1638,24 20 0,8 12-372,3 15 1,-7 10-2077,-18-4 1,-7 5 0,-7-5 674,-11 0 0,-9-5 539,-16 4 1,-1-17-3682,8-45 2730,58 11 1,5 11 0,5 4 0,-2 2 0,1 0 0</inkml:trace>
  <inkml:trace contextRef="#ctx0" brushRef="#br0" timeOffset="16823">8638 10089 7982,'3'-28'1638,"0"0"0,-2 0 0,-6-3 0,-6 5-4,-16 24-1769,-13 23 0,-2 7 495,13-12 0,6 6 732,4 17 0,6 10 0,14-8-1066,23-15 0,8-3-1665,-9 17 1,3-6 1519,15-19 1,-4-14 0,-24-17 0,5-3 0</inkml:trace>
  <inkml:trace contextRef="#ctx0" brushRef="#br0" timeOffset="17371">8774 9596 7533,'22'-26'3276,"-6"22"-2184,10 15 0,6 13 0,-5 6-273,-9 9 0,-6 10 0,-3 3 0,0 0-392,-1-11 0,0 0 0,-2 1 0,0-1 0,-1 0-495,1 7 1,0 0-1,-4-1 1,-8-4-473,-9-4 0,-7-1 1,-2-5-1,2-10-2248,-18-3 1149,12 5 1,1-1 1137,5-16 501,22-8 0,11 0 0,3 0 0</inkml:trace>
  <inkml:trace contextRef="#ctx0" brushRef="#br0" timeOffset="18377">9353 10301 13379,'18'-41'517,"0"0"0,-2 5 1,0-2-1,2 2-397,0 2 0,2 2 0,2 8 285,10 7 0,-2 16 44,-12 33 1,-5 15-900,0-10 0,0 2 1,-1-4-1190,2 0 1,-2-7 818,5 0 1,-11-28 0,0 19 0</inkml:trace>
  <inkml:trace contextRef="#ctx0" brushRef="#br0" timeOffset="19444">10423 9807 7533,'-7'-35'3276,"-4"8"-1425,5 1-142,-34 1-1709,10 13-60,-3 20 0,-8 11 0,7 9 879,15 4 0,6 9 0,2 3 0,-2-3-559,-5-5 0,-3-1 1,4 0-1,7 4 69,10 0 1,5 5 0,4 2 0,4-2 0,2-4 0,1-8-240,5-1 0,4-8 0,8-6-72,6-8 0,9-5 0,5-5 0,-4-3 0,-7-2 12,-6-2 0,-6-3 0,0-9 329,-3-7 1,4-9 0,-1-6 0,-4-3 0,-8 1 0,-11 5-1016,-15 1 1,-12 1-1,-8 1 1,1 0 0,5 0 462,8-7 0,4-1 1,-2 2-1,-8 7-627,-16 3 1,-11 4 0,1 8 0,11 13-2458,-3 33 2734,12-1 1,7 1 0,13-1 0,6-7 0</inkml:trace>
  <inkml:trace contextRef="#ctx0" brushRef="#br0" timeOffset="19833">10411 10107 9961,'-17'16'3276,"26"11"-3533,9-3 0,11 5 1,2 0-1,-4-3-598,1 1 1,-1-1 854,7 12 0,4 2 0,-16-22 0,-21-32 0,-2-7 0</inkml:trace>
  <inkml:trace contextRef="#ctx0" brushRef="#br0" timeOffset="20808">11272 9684 7353,'-38'-30'819,"13"41"0,-6 15 0,0 7 0,6-1 273,5 9 0,6 3 0,-1 5-655,0-13 0,-3 3 0,-1 3 0,2-1 0,5 0 1,7-3 169,10 6 0,8-1 0,5-3 0,2-5-1700,1 0 1,4-6 0,1-4 436,16-2 1,0-9-1,2-14 1,-51 10 0</inkml:trace>
  <inkml:trace contextRef="#ctx0" brushRef="#br0" timeOffset="21374">11384 10089 7533,'23'-7'1092,"1"-1"0,-21 40 0,-9 12 219,9 5-2181,-8-10 1,-5 3 0,2-21 869,2-29 0,27-4 0,13-1 0,-1 0 0,-1 1 0,1 0 0</inkml:trace>
  <inkml:trace contextRef="#ctx0" brushRef="#br0" timeOffset="21756">11753 10107 7533,'-14'-32'1638,"1"-1"0,-33 29-546,16 23 0,-1 11 0,4 2 546,2 5 0,12 2-1736,15-1 0,9 2 0,7-12-1541,13-22 1,5-8 1376,13 7 0,-7-6 0,-17-25 0,-28 9 0</inkml:trace>
  <inkml:trace contextRef="#ctx0" brushRef="#br0" timeOffset="22345">11900 9613 7533,'28'28'468,"1"-1"0,-1 1 0,-19 11 0,-8 9 0,-4 4 0,3-1 0,6-4 351,15-4 0,6-3 0,0 0 0,-9 3-164,-11 5 0,-5 5 1,-5 1-1,-6-6 0,-5-14-2294,-26-8 1,-1-10-1639,7 7 2945,-8-6 0,13-1 0,51 0 0,4-6 0</inkml:trace>
  <inkml:trace contextRef="#ctx0" brushRef="#br0" timeOffset="24045">12380 9578 7533,'-14'0'3276,"-8"-8"0,63-17-384,3 11-2922,-10 11 0,6 4 0,-10 9 390,-15 17 0,-6 8-270,3-1 0,2 4 0,-5 6 224,-7-5 1,-3 5 0,-2 3 0,-1 1 0,0-1 0,2-3-181,1 6 1,1-2 0,0 1 0,1 2-75,-1-7 0,1 4 0,0 2 0,-1-2 0,0-5 0,-2-6-285,-2 12 0,-9-14 1863,-27-14 0,-10-12-2736,9-9 0,0-6 63,0-5 1,3 0 1034,0 9 0,15 4 0,39 4 0,-1-4 0</inkml:trace>
  <inkml:trace contextRef="#ctx0" brushRef="#br0" timeOffset="25561">16576 9719 7533,'-21'-45'655,"17"65"0,4 26 1,1 15-1,1-2 0,-1-14 983,1-9 0,1 1-1463,-1 3 0,1 11 1,1 5-1,-1 1 0,0-6 1,-2-10 617,1 4 0,-4-12-4070,-9-13 0,8 13 2888,-8-74 1,15 9 0,3-3 0,0-7 0,0 0-1</inkml:trace>
  <inkml:trace contextRef="#ctx0" brushRef="#br0" timeOffset="26307">16589 9737 7713,'-19'-34'1638,"1"1"0,3 6 0,13-2 0,11 3-546,19 17 0,14 10 0,2 5-514,-4 0 1,1 4 0,0 3 0,-5 5-489,-1 10 0,-4 7 0,-5 2-330,4 1 0,-4 2 0,-20-3 258,-23-9 0,-18-2 0,-9-1 0,-1-2 0,7-5 221,3-2 1,2-4 0,-3-3-1333,-14-2 1,-2-5 0,15-5-2185,20-9 2824,54 12 1,4 12 0,-14 1 0,0 0 0</inkml:trace>
  <inkml:trace contextRef="#ctx0" brushRef="#br0" timeOffset="27251">17081 10107 7803,'-7'-18'3276,"1"9"-2184,2 34 0,3 27 0,1-4 546,2-16 0,0 1-1137,-3 15 1,-2 4 0,3-27-772,4-53 0,3-32 1,-2 3 538,-4 13 1,1-2 449,3 1 1,2-7 0,2 3 0,3 15 449,16 10-2808,16 32 1,4 10-1381,-4-5 3019,0 2 0,-10 2 0,-31-7 0,1 7 0</inkml:trace>
  <inkml:trace contextRef="#ctx0" brushRef="#br0" timeOffset="28001">17474 10178 7533,'-13'0'3276,"35"-8"-1638,16-12 0,4-1 0,-14 13 0,-1-2-1826,8-16 0,0-8 0,-21 8-127,-32 15 1,-11 2 718,-3-11 1,-4 7 224,3 21 1,-2 10 0,4 7 389,5 6 1,5 7-1,7 1-330,10-4 1,7 1 0,6-2-540,9 2 0,8-2 0,4-9-1789,16-11 1,4-11 1091,-7-2 1,-3-6 0,-13-3 0,-6-1 0,-12 1 0</inkml:trace>
  <inkml:trace contextRef="#ctx0" brushRef="#br0" timeOffset="28833">17881 10160 7533,'0'-27'3276,"0"1"0,0 24-923,0 20-2173,0 3 269,1 29 1,9-11 899,20-63-1439,-2 59-150,-11-60 0,0-26 1,-4 6 329,-6 16 0,1 9 809,3 16-719,-8 32 0,3 1-60,25-46 0,13-22 0,-6 14 2758,1 39-2069,2-36 1,8-14 0,-13 23-1650,-24 36 1,-9 17-1,1-1 840,7-1 0,1-1 0,2-6 0,19 6 0,-15-65 0,0 0 0</inkml:trace>
  <inkml:trace contextRef="#ctx0" brushRef="#br0" timeOffset="29551">18620 10019 8162,'4'-28'3276,"3"11"-1638,6 43 0,-1 18-956,-8 0 0,0 3-1775,5-12 1,4 0 0,-3-2 436,-6 6 1,3-13-1,23-36 1,-12-17 0</inkml:trace>
  <inkml:trace contextRef="#ctx0" brushRef="#br0" timeOffset="30178">19149 10072 7533,'-10'-24'1092,"0"1"0,-7-1 0,-6 7 328,-10 9 0,5 14 218,32 28 0,7 12-1261,-20-11 0,-7 1 1,5 1-648,12-1 0,4 0 0,-5-2-989,-13 10 0,-3-18 1259,1-36 0,46 1 0,13 5 0,-1 0 0</inkml:trace>
  <inkml:trace contextRef="#ctx0" brushRef="#br0" timeOffset="30672">19259 10283 7533,'45'-16'546,"-1"-1"0,1 0 0,-1 1 0,-20-18 0,-8-4 0,7 4 273,17 13 0,12 4 0,-7 2 0,-26 1 447,-54-13 1,-20 15-98,20 40 0,1 17-300,-4-10 1,-2 2 0,23 0-1710,36 3 1,22-1-1,0-10 840,-9-14 0,1-6 0,25 4 0,-17-13 0,-54-24 0,0-1 0</inkml:trace>
  <inkml:trace contextRef="#ctx0" brushRef="#br0" timeOffset="30881">18620 9737 7533,'5'-36'269,"19"9"1,17 14 0,-1 0 0</inkml:trace>
  <inkml:trace contextRef="#ctx0" brushRef="#br0" timeOffset="31901">22151 9648 7713,'-12'-19'3276,"5"-5"-2457,12 42 0,7 25 0,3 6 0,-3-12 2457,5 8-2831,-5-9 0,2 11 0,0 4 0,-1-4 0,-4-12-3722,-1 4 2621,-3-5 1,-4-3-1,-8-15 1,-6-7 0</inkml:trace>
  <inkml:trace contextRef="#ctx0" brushRef="#br0" timeOffset="33424">21856 9472 7533,'-20'-10'1214,"-19"23"0,1 21-900,29 1 1,10 13 0,5 7 0,3 2 0,-2-2 0,-5-9-945,-9 6 1,-3-6-1,9 5 538,9-11 0,4 6 1,5 2-1,2 1 1,2-5-1,0-8 1,0-11-1,19-6 1,4-14-1,-9-5 1,0 0-1,0 0 1</inkml:trace>
  <inkml:trace contextRef="#ctx0" brushRef="#br0" timeOffset="33894">22471 9349 8432,'16'44'273,"1"1"0,0 0 0,0 0 0,0 0 0,-1 0 0,1-1 0,0 1 0,-7 4 0,-4-2 0,-2-2 0,-3 0 0,-1 2-89,-2 1 0,0 3 0,-3 1 1,-1-2-1,-4-5 0,-3-8 1,-11-3-1,-5-9 0,1 0 0,-2 7 1,0 1-1</inkml:trace>
  <inkml:trace contextRef="#ctx0" brushRef="#br0" timeOffset="40018">3387 11483 7173,'-18'0'1979,"8"0"90,2 0 719,8 0-1529,0 0-539,32-24-600,-3 16 0,8 2 0,-1-1 239,11-8 1,0 2-405,8 7 0,-14 12-855,-36 17 1,-12 5 839,-9-1 0,-8 0 0,-1 2 420,-4 6 0,-1 2 0,-1-2 149,1-1 1,-1-1 0,4-2 479,1 2 1,5-3 44,3-3 1,12-5-316,32-10 1,13-4-1665,-5 5 1,2-1-695,14-6 1,-2-2-1,-15 1 1,-5-2 818,6-3 1,-33 8 0,-2 2 0</inkml:trace>
  <inkml:trace contextRef="#ctx0" brushRef="#br0" timeOffset="41227">3704 11183 7533,'-13'-22'1638,"1"1"0,-8-8-623,-16 12 1,-8 8-792,6 13 1,-3 8-68,-1 0 1,-6 3-1,-2 4 1,4 3-136,7 3 1,3 3-1,1 3 1,0 3 121,1-1 0,-1 3 0,2 2 0,3 0 0,5 1 80,5 3 1,5 1 0,6 1 0,6 2-60,7-7 0,4 4 0,5 1 0,3-1 0,4-3 0,4-4 119,3-7 1,5-3 0,3-4 0,3 0 0,0-2 0,-1 2-330,1 2 0,0 1 0,1 1 0,0-4 0,1-4 0,2-6-15,1-7 0,3-6 0,1-4 0,-2-4 0,-1-2 0,-5-1 239,4-4 1,-4-1 0,-4-6 0,-5-9 288,-9-4 0,-4-10 0,-2-5 0,-4-3 0,-4-1 0,-4 4 0,-4 6-242,-7 4 0,-6 5 1,-4 0-1,-1 0 1,1-3-774,2-5 1,1-6 0,-2-1 0,0 2 0,-2 5 0,-3 8 168,-17-1 1,-4 11-1,10 1 1,13 2 0,10 1-1,29-10 1,0 1 0</inkml:trace>
  <inkml:trace contextRef="#ctx0" brushRef="#br0" timeOffset="43867">5452 11359 6903,'-21'-19'3276,"5"3"-256,16 16-1580,5 0-1980,-3 0 630,8 31 0,2 24 449,-6-13 1,-1 7 0,0 4 0,0-2-1,-1-5-119,2 3 0,-1-4 0,1 3-402,0-2 0,1 9 0,0-1 0,-4-12 0,-6-20 161,-8-22-2067,4 0-1389,0 0 3104,2-8 1,21-25 0,-5 9 0,-1 1 0</inkml:trace>
  <inkml:trace contextRef="#ctx0" brushRef="#br0" timeOffset="44791">5427 11342 7533,'-26'-18'3276,"14"1"0,51-9-2522,-4 18 0,6 2 1,-2 0-710,-3-4 0,2 3 0,2 8 0,7 5 0,-3 4 0,-10 4 269,-12 8 1,-5 5-315,15 11 0,-11 5-450,-30-5 0,-13 4 1,-6-5 599,0-10 0,-4-4 0,-2 0-120,-7 5 0,-2-1 0,3-6-1290,1-8 1,8-10 1259,14-13 0,61-8 0,-9 9 0,-1 1 0</inkml:trace>
  <inkml:trace contextRef="#ctx0" brushRef="#br0" timeOffset="45498">6301 11289 7533,'-6'-45'3276,"-1"17"0,-27 21-2235,2 23 1,-3 17-737,13-3 1,1 8 0,-1 4 0,1 1 0,1-4-59,-1-5 0,0-2 1,2 1-1,3 5-112,4 1 0,0 6 0,1 3 0,4-1 0,5-5 0,7-8-900,20 6 1,11-8-875,0 5 1,3-9 982,-3-23 1,-4-4-1,1 6 1,-33 13 0</inkml:trace>
  <inkml:trace contextRef="#ctx0" brushRef="#br0" timeOffset="46945">6707 11748 9512,'0'-26'3276,"-11"-17"-76,2 12-3875,-20 10 1,-9 8-965,4 14 1,0 6 1240,0-3 1,1 4 871,-9 12 1,8 9-115,22 0 0,6 5-1180,-2 11 1,3 0 819,-2-14 0,7-4 315,26 8 0,13-15-345,-7-27 0,2-13 0,0 2 30,8 11 0,-2-5 1092,-4-26 0,-2-9 0,-14 26-607,-27 46 1,3 7-2125,41-26 1,3 1 1091,-38 41 1,0 2 0,42-21 0,1-18 0,-33-21 0</inkml:trace>
  <inkml:trace contextRef="#ctx0" brushRef="#br0" timeOffset="48362">7199 11959 10141,'-14'0'3276,"4"-8"0,15 6-3183,10-18 1,8-16 0,2-6-1,-5 7-273,-1 4 0,-1-1 247,1-2 1,4-7 0,0 6-1,-3 20 877,7 43 1,-5 16-1530,-11-20 1,-1 1-509,8 14 1,3 4 0,-3-11 272,-3-14 1,2-10 0,-17-8 0</inkml:trace>
  <inkml:trace contextRef="#ctx0" brushRef="#br0" timeOffset="50395">6817 11218 7533,'-5'-17'1638,"26"17"0,11 13-819,-7 11 0,0 11 0,0 5 0,-4 1-366,-2-1 0,-2 2 1,-3 3-1,-4 4-299,-5-8 0,-3 4 0,-1 3 1,-2 0-1,-2-1 0,-3-3 0,-1-5-559,-6 2 0,-3-5 1,-2-2-1,-2 0-415,-6 6 1,-4 3 0,3-8 0,10-22 700,11-31 1,44 1 0,-6 8 0,-1 0 0</inkml:trace>
  <inkml:trace contextRef="#ctx0" brushRef="#br0" timeOffset="51636">8233 11430 7533,'-7'-33'3276,"12"-12"-1638,-12 12 0,-5 3-1174,-10-1-494,-8 32 0,-9 11 0,3 0 30,10-4 0,0 6 112,-3 9 0,-3 9 1,1 4-1,7-2 248,9-1 0,6 1 0,2 3-113,-2 7 0,2 6 1,2 1-1,5-2-90,3-8 1,3 0-1,4-2 1,4-1 134,4 0 0,4 2 1,5-7-1,4-15-256,5-19 0,7-15 0,3-9 0,-2-1 0,-5 4 234,3 2 0,-5 1 0,-2-9-288,-6-8 0,1-10 0,-3-4 0,-8 1 0,-12 7-162,-18-2 0,-14 5 0,-4 2-248,5 8 1,-4 1 0,-1 1 0,1 3-666,-2 0 1,1 3 0,3 6 436,-19 7 1,53 35-1,4-4 1,1-1 0</inkml:trace>
  <inkml:trace contextRef="#ctx0" brushRef="#br0" timeOffset="52011">8159 11730 9422,'-14'0'1638,"25"16"0,11 7-848,11 7 1,5 5-1884,-8-3 1,2 3 0,-2-2 623,-5-8 1,-1-1 0,-5 1 0,-3 9 0,-10-3 0,-20-4 0</inkml:trace>
  <inkml:trace contextRef="#ctx0" brushRef="#br0" timeOffset="52695">8885 11395 7533,'-5'-36'3276,"4"1"-706,-16 16-2300,-19 11 202,12 28 0,-4 17 1,-1 5-1,4-6 112,-8-2 1,5 4-181,14-3 1,-1 8 0,2 4 0,3 1 0,3-5 0,5-8-270,10 4 0,7-3-1228,4 7 1,5 2 0,-1-12-2185,7-15 2486,9-2 1,-33-7 0,6 9 0</inkml:trace>
  <inkml:trace contextRef="#ctx0" brushRef="#br0" timeOffset="53628">9131 11765 9152,'0'-19'3276,"0"-21"-2505,0 34 399,6-33 179,-10 28-2069,-20-7-179,-15 26 1169,2 6 0,1 7 44,8 4 1,3 5 360,-4 9 0,5 0-586,5 2 271,20-1 0,14-9-510,12-34 0,10-16 0,-1 2-30,0 5 1,0-4 718,-3-7 1,1-7 0,-8 1-361,-10-2 1,-12 9 270,-25 22-495,15 22 0,8 9-1594,11 6 1,7 0 1091,-7-6 1,2-5 0,10-2 0,-2-8 0,-13-16 0</inkml:trace>
  <inkml:trace contextRef="#ctx0" brushRef="#br0" timeOffset="54167">9415 11342 7533,'0'-29'1638,"0"1"0,21-13 0,4 56 0,5 17-546,-1-2 0,3 7 0,-5 4-273,-6 1 0,-4 6 0,-3 1 0,-3 0-902,-3-5 0,-2 0 0,-4 0 0,-7 0-573,-6-5 1,-5 2-1,-4-2 1,0-2 0,0-7 186,-13 9 1,-2-7 0,6-7 0,-1 0 0,11-12 0,14-13 0</inkml:trace>
  <inkml:trace contextRef="#ctx0" brushRef="#br0" timeOffset="58502">16182 11254 7533,'-12'-26'2428,"5"-1"451,-14-1-1980,17 3 270,-18 15-629,21 10-450,-5 10 315,9 10 0,5 9-203,1 10 0,3 10 1,1 4-1,-1-4-90,-1-9 1,-1-1-1,1 0 1,1 4 51,-1-4 1,2 4 0,1 2 0,-1-1 0,1-4 0,-2-4 75,1 2 0,0-5 0,0-5 344,3 4 1,-2-15-495,-3-34-719,-5-13-1,1-13 510,1 14 0,2-4 0,0-3 360,3-7 0,0-3 0,0-2-16,-3 6 1,0-1 0,-1-2 0,1 1-158,1-2 1,-1-2-1,1 2 1,-2 3-218,0 2 0,-1 2 0,0 2-30,1-14 1,1 8-3098,2 13 0,-6 25 2869,-6 24 0,-11 14 0,-3-5 0</inkml:trace>
  <inkml:trace contextRef="#ctx0" brushRef="#br0" timeOffset="58951">16232 11483 7533,'-40'0'3276,"33"0"-1638,29 0 0,16 0-1364,-2 0 1,4 0-1,-2 0-634,5 0 1,-1 0 359,12-2 0,-19 4 0,-43 6 0,-2 2 0</inkml:trace>
  <inkml:trace contextRef="#ctx0" brushRef="#br0" timeOffset="59695">16749 11642 8972,'-9'-18'1638,"46"8"0,15 2-1345,-26-1 1,0 1-1,25 4 1,-9 6-1,-34 0 1</inkml:trace>
  <inkml:trace contextRef="#ctx0" brushRef="#br0" timeOffset="61137">17278 11659 7533,'-14'0'1889,"-8"0"1169,19 8-899,41 2-1890,-20 0-44,14-10 0,15-7 0,1-3 0,-9-5-855,-6-10 1,-10-6 988,-1-12 1,-16 3-405,-26 19 0,-11 11-309,-3 16 1,-6 12 0,-1 4 0,7 0 488,-2 7 0,11 5 524,13 11 1,8 6 0,15-10-1050,22-20 0,15-12 1,-4 3-1250,-3 10 1,1-1 1091,2-10 1,4-5 0,-15-8 0,-21-13 0,-14-5 0</inkml:trace>
  <inkml:trace contextRef="#ctx0" brushRef="#br0" timeOffset="61984">17955 11113 8252,'-6'-44'3276,"5"23"0,-4 68-2457,4-11 0,1 10 0,0 4 0,1 0-968,-1-3 1,0 3-1,0 1 1,0-1-1,0-3-671,-1 1 1,1-1 0,0-2 0,1-3 272,-1 13 1,2-4 0,1-27 0,4-40 0,5 16 0</inkml:trace>
  <inkml:trace contextRef="#ctx0" brushRef="#br0" timeOffset="62670">18274 11606 7533,'-1'-43'3276,"-3"22"0,15 44-2184,-13 9 0,-4 10 0,4-2-827,14 5 1,1-2 0,-16 10 0,6-16 0,26-41 0</inkml:trace>
  <inkml:trace contextRef="#ctx0" brushRef="#br0" timeOffset="63638">18497 11624 8432,'0'-29'3276,"0"5"0,0 40-2010,4 18 1,2 6-907,-4-9 0,4-5-540,34-4 135,-19-55 0,-3-19 614,-3 18 1,1-1 0,-1 2-525,3-6 0,-1 18 314,-8 38 1,0 15-690,3-1 0,3 4 1,3-7 104,8-13 0,2-5 90,-2 5 0,1-10 270,-2-27 0,0-18 0,-1-6 0,-4 11 809,-5 8 1,1 7 134,16-2 1,-2 16-1170,-20 38 0,-8 17-1003,6-12 1,0 2 0,-2-2 470,-3 5 0,-2-7 0,-1-14 0,-21-28 0</inkml:trace>
  <inkml:trace contextRef="#ctx0" brushRef="#br0" timeOffset="63952">18385 11289 7533,'-7'-37'0,"14"3"0</inkml:trace>
  <inkml:trace contextRef="#ctx0" brushRef="#br0" timeOffset="66725">22114 10936 7533,'-24'-25'3276,"10"5"-1065,14-13-1267,-27 40 0,-4 5-854,16-12 112,-14 17 1,-13 14-1,-2 8 1,9 2 359,12 1 0,6 4 0,4 3 1,1 2-594,2-4 0,2 2 0,1 1 1,1 0-1,1-3 76,-2 2 0,0-1 0,4-3 0,8-3 134,16 7 1,10-5 0,0-19-1819,-3-29 1,-1-6 818,11 6 1,1-14 0,-40 11 0</inkml:trace>
  <inkml:trace contextRef="#ctx0" brushRef="#br0" timeOffset="67148">22287 11236 7533,'0'-33'3276,"0"19"0,5-17-564,-4 36-1138,3 26 1,-2 11-2025,-2 2 0,0 2-643,5-7 1,1 2 0,0-3 436,-6 0 1,4-8-1,12-14 1,-16-26 0</inkml:trace>
  <inkml:trace contextRef="#ctx0" brushRef="#br0" timeOffset="67783">22520 10883 7533,'-7'-19'1638,"30"36"0,9 20-819,-16-6 0,-2 5 0,-1 5 0,-2 2-273,-4-1 0,-1 3 0,-2 3 0,0 1 0,-2-1 0,0-3 109,1-1 0,0-2 1,-1 0-1,-3-2 0,-5-1-326,-6 2 1,-5 0-1,-2-2 1,-2-5-1,0-8-1968,-8-7 1,0-7 1018,-15 12 0,38-26 0,27 15 1</inkml:trace>
  <inkml:trace contextRef="#ctx0" brushRef="#br0" timeOffset="73565">3246 12947 17157,'-10'-27'2879,"33"1"-2655,21 19 1,6 4-360,-20-2 0,1 2-195,10 4 1,4 4-1,-11 5-480,-11 25-179,-32 0 0,-11 1 1079,-5-5 0,-5-3 269,1-9 1,-4-1 0,5-4 629,-8 1 630,80 1-2069,-13 0 1,5 5-1,-3 1 720,-2 6 0,-6 5-1080,-2 10 1,-18 0 1288,-27-17 1,-15-3 0,0-4-480,-3-1 0,-1-4-630,7-4 1,-1-2-1,4-3-2647,-6-7 3196,4-6 1,23-15 0,2-6 0</inkml:trace>
  <inkml:trace contextRef="#ctx0" brushRef="#br0" timeOffset="75066">3598 12665 7982,'-25'-36'3276,"13"17"-1638,-29-1 0,-12 8-372,6 19 1,-4 6-1267,8-8 0,-5-3 0,-1 5 0,5 8 54,10 9 0,4 7 0,1 4 0,1 1 0,2-3 103,-4 1 1,2-2-1,2 3 1,4 5-24,7 3 1,4 6 0,3 3 0,1 1 0,3-3 0,0-5-113,0-2 1,2-4 0,3 0-1,4 3 53,4 1 0,4 5 0,3 2 0,1-1 0,1-4 0,-3-8 15,0 1 0,-1-7 0,10-2 59,9-3 1,9 0 0,7-2 0,3-3 0,-2-5 0,-3-7-402,-6-9 0,-1-6 0,-1-5 1,1-3-1,1 0 686,3-1 1,1-1 0,2-2 0,-2-2 0,-3-3 0,-4-3-310,-2-5 1,-2-3 0,-5-4 0,-3-1 0,-6-3-21,-6 3 0,-4-2 0,-4-3 0,-2 0 0,-4 2 0,-3 1 326,-4 0 1,-4 2 0,-3 1 0,-3 0 0,0 0-289,-2-2 1,-1-1 0,-1 1 0,-3 3 0,-2 5-324,-6 4 0,-3 5 0,-1 3 1,2-1-914,-5-5 1,2 1 0,5 3 783,4 7 1,13 3 0,35 0-1,7 9 1,0 0 0</inkml:trace>
  <inkml:trace contextRef="#ctx0" brushRef="#br0" timeOffset="80061">5623 12982 9961,'0'-35'3059,"-5"15"-2520,4 5 900,-5-1-1349,6 12 720,0-12-720,0 16-90,0 0 809,6 71-779,-7-35 0,-1 4 0,1 3 329,0-3 1,1 4 0,0 1 0,0 0 0,0-5-240,-2 7 0,-1-5 0,1 0-570,-3 76 720,5-118-810,0 0 0,16-39 1,-6 14-1,0 1 1</inkml:trace>
  <inkml:trace contextRef="#ctx0" brushRef="#br0" timeOffset="80994">5623 12965 7892,'-39'-28'3276,"11"3"0,28-16 0,12 25-2714,13-1 0,11-2 0,-1 8-877,-3 13 0,2 8 525,13-2 0,7 3 0,-11 5-75,-15 2 0,-10 7-795,-12 12 0,-9 9 1,-6-8 524,-5-11 0,-8-5-786,-14 7 0,-9 1 1,6-6 920,-4 1-270,2-20 0,10 0-2339,28 3 2609,-1-8 0,38 0 0,6 0 0</inkml:trace>
  <inkml:trace contextRef="#ctx0" brushRef="#br0" timeOffset="81720">6338 12806 8972,'-21'-35'3276,"-1"7"0,5 10-2999,-9 27 0,-2 6-277,-5 1-150,7 7 0,-3 9 0,6-7 150,4-5 210,-1 12 0,-3 11 0,5-1 554,7 1 1,4 2-698,3-6 1,1 4-1,2 1 1,2-3 141,5 2 1,4-3 0,2-1-180,1-2 0,2-2 0,1-6-3307,16 7 0,-16-21 2457,-16-15 1,0 8 0,0 2 0</inkml:trace>
  <inkml:trace contextRef="#ctx0" brushRef="#br0" timeOffset="82751">6498 13194 9062,'0'-18'3276,"0"1"0,0-1-743,-6 0-4422,-17 16 1259,-15 4-171,11 14 0,-2 6 1,1-3 800,4-10 0,2 2 449,-2 14 1,0 8 0,11-5 449,17-3-854,-6 2 0,6-3-405,23-5 1,8-12 808,1-25 1,0-9-315,-1 10 0,-1-3 135,-1-24 0,-10 17 1368,-23 52 0,0 11-4915,26-5 3257,-14 2 1,0 6 0,3-13 0,27-26 0,3-19 0</inkml:trace>
  <inkml:trace contextRef="#ctx0" brushRef="#br0" timeOffset="83280">6744 12753 8612,'0'-35'1638,"29"41"0,8 15 0,-15-3 0,-1 7-1092,-3 3 0,3 7 0,0 7 0,-1 1 0,-4 0 0,-6-3 273,-8 9 0,-8-2 0,-3 1 0,2 1-760,6-5 1,1 3 0,0 0 0,-4-3-1,-4-5-1152,-15 7 1,-6-6 0,1-10 337,-9-5 0,32-25 1,18-10-1</inkml:trace>
  <inkml:trace contextRef="#ctx0" brushRef="#br0" timeOffset="85691">16084 13194 8342,'-14'0'1979,"-2"8"-630,14 2-539,-9-1-1,10 7 181,-4-14-181,5 6 990,5-8-2039,13-22 0,9-16 1,-5 4 329,6-5 565,-9 3 0,7-14 1,1-2-1,0 12 0,-5 25 0,-6 38 0,-4 29 1,-1 10-1,2-7 0,4-27-693,17-43 0,-1 1 38,-18 42 0,-4 26 0,-3 8 0,-1-10 0,1-29 0,3-33 0,3-29 0</inkml:trace>
  <inkml:trace contextRef="#ctx0" brushRef="#br0" timeOffset="88571">16145 13317 7533,'-35'16'3276,"13"-12"0,-7 27 0,50-58-2164,3-1 1,3-7-1443,-4-2 0,2-4 0,-1 0 390,-2 3 0,0 0 0,-3 2 749,1-10 1,-6 8-720,-9 12 90,-5 18 0,0 8-540,0 0 720,6 0 180,1 0 449,11 24-584,-8-1 0,-1 7-203,1 3 0,1 8 1,0 0-1,-2-3-247,0 8 0,0 0-45,1-2 0,1 3 1,-5-17 268,-6-22-179,0-10-629,0-14 89,0 14 630,0-5-90,0 7-3277,0 0 2457,0-8 1,11-10 0,3-9 0</inkml:trace>
  <inkml:trace contextRef="#ctx0" brushRef="#br0" timeOffset="89564">16934 13159 12210,'-14'0'3276,"-3"0"0,27 0-1373,3 0-2173,16 0 1,7 0-1370,-4 0 1,3 0 1411,12-5 1,-3 2 0,-13 9 0,-19-4 0</inkml:trace>
  <inkml:trace contextRef="#ctx0" brushRef="#br0" timeOffset="90439">17561 13194 7533,'-25'-8'3276,"17"-2"0,53-7-833,-4-1-1694,-4 5 1,6-3-1,-8-4-659,-13-6 0,-8-5 45,0-10 0,-12 2-90,-25 10 0,-13 11 15,2 16 0,-5 9 0,1 3 120,6 1 0,1 2 0,3 7-711,-2 15 0,4 9 0,4-6 710,4-15 1,6 1 629,10 17 1,8 7 0,6-11 89,17-14-1102,-1-6 1,10 2 0,2-1 0,-4-7-1437,8-12 1,0-6 1091,-3 5 1,1 1 0,-6 0 0,2 1 0,-38 20 0</inkml:trace>
  <inkml:trace contextRef="#ctx0" brushRef="#br0" timeOffset="91053">18127 12541 7533,'9'-12'3276,"12"54"-2621,-15-6 0,-5 14 1,0 6-1,-1 0 0,3-5 164,3-4 0,1-3 0,0 0 0,-2 3-1454,-5 1 1,-2 4 0,-1 0-1,2-5 1,3-9 634,5 2 0,3-19 0,10-39 0,5 0 0</inkml:trace>
  <inkml:trace contextRef="#ctx0" brushRef="#br0" timeOffset="91456">18558 13035 7533,'-7'-6'1638,"2"33"0,4 15 0,0-17 0,2 3-1092,2 19 0,3 5 0,2-24 0,1-34 0,15 16 0</inkml:trace>
  <inkml:trace contextRef="#ctx0" brushRef="#br0" timeOffset="92449">18705 13070 9781,'-7'-27'3276,"13"17"-1638,-4 32 0,-1 13-192,4-8 1,1 1-1492,0 15 0,4-16-360,10-51 1,3-14 1663,-6 17 0,3 3-1124,10-10 0,2 12-360,-11 29 0,2 4-540,20-15 1,3-12 1169,-4-14 0,-4-9 687,-13 7 0,-2-3 0,-1 12-1580,22 21 428,-33 24 0,-7 14 0,-1-1 60,1 6 0,1-4 0,10-10 0,-8-11 0,-22-20 0,0-15 0</inkml:trace>
  <inkml:trace contextRef="#ctx0" brushRef="#br0" timeOffset="92776">18656 12718 7533,'-30'-30'1092,"17"-1"0,44 21 0</inkml:trace>
  <inkml:trace contextRef="#ctx0" brushRef="#br0" timeOffset="95416">22016 12506 8882,'0'-18'1638,"-34"19"0,-9 20-1509,29 10 1,6 16 0,4 9 0,0 2-1,-1-3 1,-6-12-70,-15-3 0,-5-8 0,10 8-529,16-2 1,5 11 0,5 5 0,2 1 0,3-6 0,1-10 0,0-16-2809,17-11 2896,9-2 1,-2-4 0,-23-6 0,1 0 0</inkml:trace>
  <inkml:trace contextRef="#ctx0" brushRef="#br0" timeOffset="97364">22028 12594 8072,'-7'-27'3239,"2"9"37,-1 10-2145,-6 8-3829,-13 8 2698,10-6 449,-2 6-179,17-8 1349,0 8-1529,-5 2 150,-9 16 0,-6 11 0,3-4-150,0 4 251,5-4 1,-4 12 0,1 4 0,1-4 0,5-11-252,5 3 719,1 2 1,0 13-1,3 0 1,6-15 719,26-6-1574,-21 4 0,1-3-3232,15-16 0,-27-24 2457,0 6 1,6-22 0,1 5 0</inkml:trace>
  <inkml:trace contextRef="#ctx0" brushRef="#br0" timeOffset="98102">22360 12806 7533,'0'-30'3276,"0"-17"0,11 34 0,-8-21-152,8 32-2495,-6 25 1,-6 22 0,-1 8 0,0-7-630,0-8 0,0-2 0,0 4-180,2 8 0,0 7 0,0-3 0,-1-11-1259,-5 8 450,6-45 989,-5-44 0,26 11 0,-10 3 0,0-1 0</inkml:trace>
  <inkml:trace contextRef="#ctx0" brushRef="#br0" timeOffset="98704">22705 12488 7533,'-5'-28'1092,"-1"-1"0,28 10 0,8 11 546,-3 22 0,-2 17-1092,-12-1 0,-1 10 0,-3 5 0,1 3 0,-2-1 0,1-6 273,4 2 0,1-3 0,-3 0 0,-6 6-391,-7-3 0,-3 7 0,-3 3 0,-3 0 0,-3-3 0,-1-7 1,-3-10-519,-10-7 0,-4-10 0,-1 3-68,3 7 1,-1 4-1,0-2 1,1-5-1147,-15-3 0,10-4-1973,24 9 0,39-15 2457,11-2 1,-16-24 0,-18-3 0</inkml:trace>
  <inkml:trace contextRef="#ctx0" brushRef="#br0" timeOffset="105011">3369 14623 9062,'-10'-10'3276,"2"2"-2954,8 8 1117,0 0-360,8 0 1,2 8-900,0-6-90,-2 6 269,-8-8-1258,0 0-720,-24 31 1529,10-15-30,-7 8 0,-8 9 0,-1-2 509,1-5 1,-2-2 0,-1 2 352,3 0 0,-1 2 0,-1 0 1,1-2-474,-7 5 1,-1-1 0,8-3 135,4-1 0,14-7 2871,40-11-2441,5-12 1,8-4-1219,-6 4 1,5 0 0,1-1 0,-4 1 621,-2-2 1,-1 0 0,-1 2-870,5 3 1,0 2-1,-4-3-1009,-6-6 1,-7 0 1423,-9 7 0,-12 1 0,-20 9 0</inkml:trace>
  <inkml:trace contextRef="#ctx0" brushRef="#br0" timeOffset="105834">3387 14711 7803,'-20'-26'1092,"16"51"0,6 26 0,0 3-831,-3-14 1,-1 2 0,1 1 0,1 0-262,3 2 0,1 1 0,1-1 0,-3-2 234,-4 12 1,-1-1 0,0-30 0,3-52 0,0-17 0</inkml:trace>
  <inkml:trace contextRef="#ctx0" brushRef="#br0" timeOffset="107576">3528 14464 9422,'-8'-28'3276,"-10"-5"-2184,-17 23 0,-16 8 0,0 2-668,5 1 1,0 1-1,-3 3-640,8 1 0,-2 0 0,-2 2 1,2 3-1,3 3-189,-1 7 0,2 3 0,4 4 1,1 3 619,8 0 1,2 3 0,1 2 0,3 1 0,2 0 211,-1 6 0,4 0 1,2 2-1,3 2-391,2-4 0,2 3 0,1 0 0,4-1 0,3-2 144,5 4 0,4-1 0,5-2 0,3-2 224,6-2 1,5-2 0,3-3 0,3-3-113,2-4 0,4-4 1,3-4-1,0-4-360,2-5 1,3-5-1,0-4 1,-1-5 265,-8-5 0,1-5 0,-1-2 0,-1-2 0,-2 1 94,-1 1 0,-2-1 1,-1-1-1,-1-6-41,-2-3 1,0-6 0,-2-2 0,-2 1 0,-4 2-72,0-2 0,-4 2 0,-2-5 305,-3-5 1,-2-8 0,-1-1 0,-3 1-1,-2 6-275,-2 7 0,-3 4 0,-6-3-30,-6-7 0,-7-7 0,-3-1 0,-3 6 0,0 11-180,-12 8 0,-6 7-820,2-4 1,-5-3 0,0 2 0,8 7-820,8 9 1,3 4 982,-8-3 1,13 2-1,23 4 1,6 10 0</inkml:trace>
  <inkml:trace contextRef="#ctx0" brushRef="#br0" timeOffset="120834">5365 14499 9152,'-7'-10'-90,"2"3"630,5 7 1258,0-8-1258,0 6 809,0-6-809,0 0-540,0-2-360,0 0 719,6 31 1,6 28 0,2 11 0,-2-9-360,-5-13 0,-1-2 0,2 7 258,1-5 1,1 7 0,2 4-1,0 3 1,1 0 0,-1-2 0,-2-4-1,-2-7-18,0 10 0,-3-7 0,2 2-330,3 0 0,2 4 0,-2-4 0,-3-9-270,-7 4 360,0-35 0,5 19 900,13-52-810,-9 21 167,2-15 0,2-18 0,4-12 0,-1-5 0,0 0 0,-1 7 0,-5 12-167,1-1 0,-1-1-1,-1 8 1,4-11 0,1-7 0,2-3 0,0-1 0,-1 2 0,-2 7 0,-2 8 0,-3 12-90,0-1-300,4-11 0,4-9 1,-6 14-511,-9 24 900,5-1-1349,-6 2-1710,0 8 2969,0 16 0,-6-5 0,-1 15 0</inkml:trace>
  <inkml:trace contextRef="#ctx0" brushRef="#br0" timeOffset="121453">5452 14905 8072,'-33'-8'3276,"59"14"0,13-12-3721,-1 7 0,7 3 0,-4-1 445,-7-2 0,-3-2 0,7-2 0,-6-2 0,-16-5 0</inkml:trace>
  <inkml:trace contextRef="#ctx0" brushRef="#br0" timeOffset="122245">5932 15117 8162,'-34'-30'3276,"6"7"0,37 23-1638,20 16 0,7 7-1470,-7-9 1,-3 5-619,-3 25 0,-14 4 0,-25-13 1,-10-3 449,-7 1 0,-2-3-1639,1-11 1,9-5 1197,19-6 1,25-8 0,13 0 0</inkml:trace>
  <inkml:trace contextRef="#ctx0" brushRef="#br0" timeOffset="122886">6325 15117 11311,'-12'-28'3276,"5"3"-76,-10 7-3650,-14 26 0,-6 13 540,6 5 0,2 5 689,0 0 1,0 3 0,8 1 839,10 15 0,15-2-1529,12-13 0,8-7-1729,9-8 1,3-7 1304,-9-7 0,-2-4 0,9-10 0,-28-2 0</inkml:trace>
  <inkml:trace contextRef="#ctx0" brushRef="#br0" timeOffset="124081">7186 14534 8252,'-12'-25'3276,"6"5"-885,-5 3-2301,-1 17 599,-11 13 1,-7 11 0,3 3-181,6 0 1,3 4 0,1 5-738,5-2 0,-1 7 1,1 4-1,1 1 1,0 0-1,1-3 1,1-5 287,-3 7 0,2-5 0,5 6 408,5-5 0,3 8 0,2 4 0,2 1 0,2-3 0,1-8 0,0-11-2107,8-4 1,2-5 1038,-4 17 1,0 5 0,2-16 599,15-29 0,-37-20 0,2-15 0</inkml:trace>
  <inkml:trace contextRef="#ctx0" brushRef="#br0" timeOffset="125485">7310 14605 10051,'-27'-19'1092,"-1"1"0,-8 3 0,0 4 2184,-8 3-2909,3-1 0,4 3 892,12 10-1259,-10 29 67,27-2 1,5 10 0,3 4-1,0-1-45,-1-2 1,2 1 0,-1 1-1,0 3 217,-2-6 1,-1 3 0,0 1 0,0 1 0,0-3 0,0-3-240,2 2 0,1-3 0,-1-1 0,-1 0-60,-3 9 0,-2-1 0,3-4 735,3-4 0,2-6-495,-1 6 719,5 1-89,-3-27 828,25 1 0,6-1-1137,-14-2-2140,29-6 1,4-8-1639,-14-14 1638,-13 12 1,-1 0 818,4-9 1,-38 15 0,2 0 0</inkml:trace>
  <inkml:trace contextRef="#ctx0" brushRef="#br0" timeOffset="126713">7765 14817 8522,'-12'-36'3276,"5"9"-76,1 1-2571,4 44 1,0 21 0,1 4-540,-1-7 0,0 3 0,1 2 0,0 1 0,0 0 179,1 6 1,1 1 0,0 1 0,1-1 0,-2-4-383,0 1 1,-1 0 0,0-6 0,0-9-2137,1-2 2249,-4-57 0,0-18 0,5 14 0,2 3 0,12-4 0</inkml:trace>
  <inkml:trace contextRef="#ctx0" brushRef="#br0" timeOffset="127395">7728 14781 7533,'-5'-37'1638,"0"0"0,-3 8 0,16-10 0,13 7-546,10 31 0,10 13 0,-5-3 546,-10-11 0,0 2-939,14 7 0,5 6 0,-7 8-699,-10 7 0,-6 7 0,-12 0-510,-17-3 0,-11 2 1,-1 0 479,7 6 0,-1 2 0,-8-7 629,-16-8 1,-10-8 0,4-6-2239,3-8 1,6-4 818,8 5 1,50-10 0,2 20 0</inkml:trace>
  <inkml:trace contextRef="#ctx0" brushRef="#br0" timeOffset="128359">8503 14658 7533,'0'-43'3276,"0"13"0,-5 5-3089,-17 43 0,-7 19 82,9-7 1,-1 4 0,1 4 0,3-5 0,-1 3 0,1 2 0,1 1 0,2 1 125,1 3 1,2 1 0,1 2 0,3-1-1,4-2 99,4 7 1,3 0 0,4-2 0,3-4 164,3 6 1,3-4 0,6-8-2054,14-2 0,2-15-1883,4-31 2792,-26-2 0,-19-19 0,-3 11 0</inkml:trace>
  <inkml:trace contextRef="#ctx0" brushRef="#br0" timeOffset="129066">8688 15099 7533,'-17'-20'1638,"0"1"0,23-21 0,16 45 0,7 12 0,13 9 0,-12 9-1796,-38-1 0,-15 4 0,5 0 473,16 4 0,-3-4-1408,-23-12 1,-8-3 0,20-9 545,44-16 1,1-2 0,4 0 0,4 4 0,0 0 0</inkml:trace>
  <inkml:trace contextRef="#ctx0" brushRef="#br0" timeOffset="129469">9069 15134 7533,'-6'-34'1092,"0"0"0,-28 40 0,-5 9 2184,-4-17-2184,13 34 0,1 17 0,6-6 2184,4-4-2992,38 8 0,12-8-1453,-4-33 1169,9 1 0,9 0 0,-10-5 0,-16-12 0,8 1 0,1 0 0</inkml:trace>
  <inkml:trace contextRef="#ctx0" brushRef="#br0" timeOffset="130046">9180 14658 7533,'-6'-35'1092,"25"47"0,12 18 0,-5-6 2184,-1-10-2621,-5 10 0,6 12 1,1 7-1,-4 2 0,-7-3 164,-11 1 0,-7 1 0,-4 0 0,1 0-677,2 0 0,0 1 0,-1-1 0,-4-1-962,-3 0 1,-3 1 0,-3-4 0,-1-8-820,-10-7 1,1-9 937,4-8 1,23-16 0,7-2 0</inkml:trace>
  <inkml:trace contextRef="#ctx0" brushRef="#br0" timeOffset="131214">9550 14499 7623,'-25'-8'3276,"17"6"-1638,34 1 0,20 2 0,1 7 0,3 2-837,-2-2 1,3 1 0,-7 1-847,-5 0 0,-12 8 464,-18 18 1,-12 13 0,-1 1-443,0-8 1,-2 2-1,0 1 1,1 2 97,2-6 0,-1 1 0,1 1 0,0 1 0,2 0 0,0-3 176,2 4 1,1 0 0,2-1 0,0-2 0,2-4-162,3 4 0,2-3 0,-2-6 450,-2 14 89,-2-47 1710,-16 7-1530,-19 3-689,-4-4 0,-8 0 0,1 0-1759,-2 4 1,2-2 1296,-2-8 1,17-6 0,47-14-1,10 5 1,0 0 0,0 0-1</inkml:trace>
  <inkml:trace contextRef="#ctx0" brushRef="#br0" timeOffset="133265">15912 14482 9512,'-14'-10'2068,"3"2"-988,6 0-541,-2-2 271,1 0 0,-5-5-1,9 13-90,3 31 1,4 20-570,1-18 0,2 0 0,2 7 55,-2-2 1,1 6 0,0 4-1,1 2 1,1 0 0,1-1-1,0-4 424,5 6 1,1-2 0,0-2 0,1 0-1,-1 0-252,-3 3 1,-1 4 0,0-3 0,2-9 0,4-15-333,17-16 0,0-22 45,-19-10 0,-1-13 0,-2-11 0,-1-6 0,-2-3 0,0-1 0,-2 4 0,0 7-666,0-4 0,-3 3 1,0 1-1,0 0 0,2-4 107,3 3 1,3-6 0,1-2 0,1 1 0,-2 5 0,-4 5 0,-4 11-188,-5-3 1,-4 19-1,-4 41 1,-1-5 0</inkml:trace>
  <inkml:trace contextRef="#ctx0" brushRef="#br0" timeOffset="134226">15998 14781 9602,'45'0'819,"-1"0"0,-9 5 0,2 2 0,0-3-491,8-5 1,1-2 0,-3 3-1,10 11 1,-24 0 0,-49-9-1</inkml:trace>
  <inkml:trace contextRef="#ctx0" brushRef="#br0" timeOffset="135106">16798 15028 7533,'12'-9'1638,"13"7"0,9 4-1170,9-2 0,6 0 0,-6 1 0,-7 4 0,-9-2 0,-13-3 0</inkml:trace>
  <inkml:trace contextRef="#ctx0" brushRef="#br0" timeOffset="135495">17426 14887 8882,'-20'-10'3276,"8"3"0,23 46-1740,-9-9 0,0 4-2629,3 10 1,1 6 0,0-4-547,-1-7 1,1-2 1185,-2 15 1,5-18 0,16-57 0,-1-7 0</inkml:trace>
  <inkml:trace contextRef="#ctx0" brushRef="#br0" timeOffset="136035">17672 14993 7533,'-7'-20'3276,"1"28"-2184,4 22 0,2 15 0,2-4 534,2-11 0,3-1-1896,8 15 0,6-16 600,2-50 0,3-27 0,-1 1 599,-6 11 1,0 1-1,0 1-270,2-7 1,1 1 0,-2 20-120,3 35-750,-11 17 0,-3 15 0,0-2-883,0-9 1,-1-2 0,3-1-547,5 13 1,3-11 1306,6-23 0,-14-31 0,-3-11 1,1 4-1,0 0 0</inkml:trace>
  <inkml:trace contextRef="#ctx0" brushRef="#br0" timeOffset="136406">18274 14534 7533,'0'-33'3276,"0"4"0,17 48-1638,-13 23 0,-4 14-1211,1-13 0,0 6 0,0 4 0,0-1 0,0-4-1247,2-2 1,-1-2 0,0-1 0,0 1-1,-4 5 1,-2 4 0,2-6 0,7-16-2458,18-15 2457,-14-28 1,-9-14 0,-14 9 0</inkml:trace>
  <inkml:trace contextRef="#ctx0" brushRef="#br0" timeOffset="136662">18176 14923 7533,'-18'-29'655,"0"0"0,0 0 1,41-4-1,22 1 0,1 9-1236,-12 14 1,0 7 0,4-1 580,5-2 0,6-2 0,-1 1 0,-8 1 0,2 2 0,-11-2 0,-19-5 0</inkml:trace>
  <inkml:trace contextRef="#ctx0" brushRef="#br0" timeOffset="137563">18570 15046 7533,'-25'16'3276,"17"19"-1638,9-4 0,5 1 1638,9 9-781,3-41-1776,-10-27 1,-4-19-1,0-1-239,2 7 0,0-1 0,7 1-1300,9 1 1,7 0 0,3 2 0,-6 5 298,-2-5 1,3 13-573,13 22 1,8 12 0,-15 6 470,-20 19 0,2-1 0,-3 0 0,-12 10 1</inkml:trace>
  <inkml:trace contextRef="#ctx0" brushRef="#br0" timeOffset="138132">19099 14958 7803,'0'-34'3276,"-5"13"0,-13-5-1283,8 26-1813,-23 10 912,11 17 0,2 12 0,9-1-122,21 6 1,12-2-1001,-3-7 0,3 0 0,7-13 329,15-15 1,7-15 0,-5-10 509,-13-8 1,-1-9 0,-9-1-1,-16 5-1902,-27 8 1,-18 5 0,3-3 623,7-23 1,-1 9 0,-12 37 0,-6 12 0,25-4 0,63-12 0</inkml:trace>
  <inkml:trace contextRef="#ctx0" brushRef="#br0" timeOffset="138682">17622 14587 7533,'-26'-8'71,"-1"-1"1,31-17 0,21 13 0,-1-1 0</inkml:trace>
  <inkml:trace contextRef="#ctx0" brushRef="#br0" timeOffset="139955">22471 14499 7533,'-40'-25'3276,"16"13"-1638,-9 5 0,-3 6-1137,10 10 1,0 8-1380,-8 7 1,-4 7 0,4-2 967,6-3 0,1 5 477,2 0 1,-4 7 0,0 5-1,5 1 1,10 0-155,13-2 1,9 3 0,5 0 0,1-1 0,-2-1-212,-3 3 1,-1-2-1,1 0 1,3-2-766,5 6 1,3 2 0,3-8 0,2-15-1077,18-23 1,-15-10 818,-41 4 1,11-12 0,-2 12 0</inkml:trace>
  <inkml:trace contextRef="#ctx0" brushRef="#br0" timeOffset="140372">22606 14852 7533,'-26'-39'3276,"25"54"-2184,1 14 0,0 10 0,4-1-641,6-3 1,3 0 0,-2-3 0,-2 10 0,3-13-1,18-37 1</inkml:trace>
  <inkml:trace contextRef="#ctx0" brushRef="#br0" timeOffset="140850">22864 14534 7533,'50'-2'819,"-27"26"0,0 16 0,-2 8 0,-5 1-273,-8-10 0,-3 3 0,-2 2 0,-2 1 0,-1 0 0,1-1 0,2 1 0,0 2 0,0 0 0,-3-1 0,-3-3 0,-4-3-755,-12 9 1,-7-2 0,-3-7 0,0-9-287,-8-7 0,4-11 495,12-5 0,36 12 0,14 15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8T15:56:58.603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9071" units="cm"/>
      <inkml:brushProperty name="height" value="0.09071" units="cm"/>
    </inkml:brush>
    <inkml:brush xml:id="br2">
      <inkml:brushProperty name="width" value="0.12095" units="cm"/>
      <inkml:brushProperty name="height" value="0.12095" units="cm"/>
    </inkml:brush>
  </inkml:definitions>
  <inkml:trace contextRef="#ctx0" brushRef="#br0">24201 15593 24575,'0'0'0</inkml:trace>
  <inkml:trace contextRef="#ctx0" brushRef="#br1" timeOffset="34036">1976 5256 7533,'-15'-29'1638,"0"0"0,-1-11-983,15 56 0,2 23 1,3 12-1,0 3 0,-2-8 164,-1-5 0,-1-2 0,1 0 0,-1 3-164,2 5 0,0 5 1,0 0-1,-1-7 0,-2-12 363,-7-1-1693,4-54 0,0-21 240,3 7 0,1-9 1,1-6-1,-1 2 0,0 6 1,-2 12 2773,-5-4-2280,5-16 1,4-11 0,-2 32 300,-3 48 0,0 24 0,1 4-91,1-1 1,1 7 0,0-1 0,-1-7-1909,-3 0 1,0 0-186,4 120 1734,0-164-2338,0-15 449,0 3 1979,0-6 0,39-5 0,-14 13 0,-1 0 0</inkml:trace>
  <inkml:trace contextRef="#ctx0" brushRef="#br1" timeOffset="35134">2134 5062 7803,'-12'-35'1092,"-1"0"0,-9-3 0,-7 5 0,-3 13 0,-7 4 0,-2 5-617,4 5 1,-2 3 0,-1 4 0,1 5-589,-2 7 1,0 5-1,2 6 1,4 7 137,9-1 1,2 5 0,2 5 0,1 2-1,3 2 1,3 1 0,3 0 322,6-3 1,3 3-1,3 1 1,2 1-1,3 0 1,0-1 0,2-1-1,-1-1-91,1 1 0,0 0 0,1-1 0,1-1 0,3-1 0,1-2 0,4-1-18,3 5 1,4 1 0,2-2 0,2-4 0,3-8 0,2-9 30,7-12 0,5-11 0,2-7 0,-1-4 0,-2-1-248,3-2 1,-2-4-1,-1-5 1,-2-6 79,-12 4 1,0-5 0,-1-3 0,0-2 0,-2-1-1,-2-1 1,-3 1-43,0-5 0,-1-1 0,-4-1 0,-1 0 0,-3-2 0,-2 0-529,-4 4 1,-2-2 0,-2-2 0,-2 1 0,0 1 0,-1 2 0,1 3 326,2-7 1,2 2 0,-5 3 0,-10 2 213,-13 2 0,-10 0 0,-5 3 0,-1 5 0,7 7-1711,-3 7 1,0 5 1228,-11-10 0,-4-1 1,10 15-1,16 20 1,9 9-1,15 8 0,0 1 1</inkml:trace>
  <inkml:trace contextRef="#ctx0" brushRef="#br1" timeOffset="42187">3722 5062 11041,'-20'-9'2968,"12"-23"-2788,10 26 1169,14-25-90,26 27 1,4 6-1530,-9-10 135,3 9 0,13 4 0,1 1 0,-10-2 270,-11-2 0,-2 0 494,11 1 1,3 1 0,-14-3-540,-21-3-1619,-8 2 899,-42 25 495,35 16 0,6 10 195,-3-8 0,-2 2 0,3 4 30,1-8 0,2 4 0,0 0 0,1 1 0,-1-3-910,1 3 1,-1-1 0,1-1 0,-1-1 810,1 9 1,0-2 0,-1-5-127,-2-3 0,0-9 1934,0-14-1709,0-3-1080,0-16 1710,0 0 809,-8 0 1747,-41 0-2723,7 0 0,-6 0-434,5 0 1,-4 0 0,2 0-120,4 0 0,0 0 0,3 0-45,-8 0 0,6 0-1034,7 0-2198,25 0 2799,24-8 0,11-9 0,-4 3 0,-1 0 0</inkml:trace>
  <inkml:trace contextRef="#ctx0" brushRef="#br1" timeOffset="42757">4198 5556 8342,'-10'-27'3276,"2"9"0,8 10 0,0 8-241,-7-8-3395,-29 2 0,-20 3 1,5 3-1280,5 2 1,1 2 1283,1-5 1,-3-1 0,17 1 0,22 1-1,43-10 1,1 0 0</inkml:trace>
  <inkml:trace contextRef="#ctx0" brushRef="#br1" timeOffset="44534">4551 5521 7533,'-41'-16'3276,"25"12"0,47 12 0,9 22-3104,-3-8 0,8 4 0,-12 2-442,-17 0 0,-12 3-210,-12 0 0,-9 2 1,-1-5 659,-2-5 0,-5-5-1273,-18-2 1,-6-3 0,21-1-2185,28-4 3110,-12-8 0,31 0 0,13 0 0,-4 0 0,-1 0 0</inkml:trace>
  <inkml:trace contextRef="#ctx0" brushRef="#br1" timeOffset="45027">4996 5539 7533,'-14'-28'3276,"-8"3"-346,15 15-2570,-22 2 180,3 24-540,2-2 0,-1 7 689,-2 13 1,0 8-1,11 0 840,19 4 1,9 2-1470,-9-9 0,1 2 0,9-10-60,14-13 0,9-9 0,-4-2 0,12-1 0,-38-14 0</inkml:trace>
  <inkml:trace contextRef="#ctx0" brushRef="#br1" timeOffset="46370">6104 5045 7533,'-16'-20'1092,"-1"1"0,-10-11 0,-2 5 2184,-12 11-2730,2-1 1,0 12-667,17 30 0,6 15 1,0 1 89,1-9 0,1-1 0,1 8 119,7-6 1,1 7 0,1 4 0,1 1 0,0 0 0,0-3 0,0-5 337,-2 1 0,1-4 1,-1 0-1,0 3-463,-1 7 0,0 6 0,0 0 0,-1-4 0,0-9 306,-4-6 0,2-4 1169,5 16 0,8-9-269,11-24-1140,12-5 0,11-1 0,-2-4-30,-1-5 0,-1-2 0,10 5 0,-6-2 0,-13-5 0</inkml:trace>
  <inkml:trace contextRef="#ctx0" brushRef="#br1" timeOffset="47417">6461 5345 8072,'-25'-20'3276,"11"4"-2864,3 48-322,8 4 0,3 13 0,2 5 0,-1-5 509,1 1 1,0-2 0,0 1-38,-2 0 0,1 5 0,-1-9 1,0-27-1383,0-37 1,0-29 0,0-9 0,0 9 61,0 13 0,-1 3 0,1-7 891,-1 2 0,0-8 0,-1-5 1,1-3-1,0 1 0,1 3 1,2 5-1,2 10 631,8-12 1,5 5-923,-5 5 1,2-6 0,4 4-1,5 11 667,12 14 1,7 11 0,-1 7 149,-4 7 1,-1 7 0,-3 5-570,-1 5 0,-5 5 0,-12 3 374,-18-1 0,-11 3 0,-6 0 0,-1-6-434,0-5 0,-2-4 0,-4-1-143,-11 8 0,-5-1 0,6-13-1526,10-19 1,4-4 1198,0 12 0,34-12 0,10 14 0</inkml:trace>
  <inkml:trace contextRef="#ctx0" brushRef="#br1" timeOffset="48037">7175 5027 7533,'-18'-25'3276,"-12"13"-1856,1 18 0,-3 11-1330,6 7 0,-3 8 0,3 6 0,3 4 374,10-5 1,2 5 0,3 3 0,2 1 0,0-1-1,0-2-194,-2 1 0,1-1 0,0-1 0,3-1 0,5 1-468,5 2 0,4 3 0,3-2 0,2-5 0,2-10-1441,8-5 1,3-9 1153,16 0 0,-43-7 0,4 9 0</inkml:trace>
  <inkml:trace contextRef="#ctx0" brushRef="#br1" timeOffset="48573">7199 5450 9332,'46'14'1638,"0"0"0,-16-10-819,-3 17 0,6 13 0,-4 5 0,-17-6-677,-34 5 0,-16-1-712,14-2 0,-2 3 1,-2-6-524,-1-10 1,-3-5 0,1-5 526,-8-2 1,17-4 565,49 2 0,0-17 0,4-4 0,16 3 0,0-1 0</inkml:trace>
  <inkml:trace contextRef="#ctx0" brushRef="#br1" timeOffset="48899">7569 5592 7533,'-48'-3'1092,"1"0"0,22-17 0,2 8 0,-9 40 0,1 23 0,16-2 219,31-8 0,13-4-1311,-2-8 0,3-5 0,3-5 0,-1-13 0,-5-32 0,0 0 0</inkml:trace>
  <inkml:trace contextRef="#ctx0" brushRef="#br1" timeOffset="50084">7715 5009 7533,'-11'-35'1638,"41"55"0,9 11 1638,-14-21-2643,0 12 0,7 13 0,-1 7 1,-7 2-347,-11-1 1,-6 4 0,-3 3 0,-3 0 0,-2-3-288,0 3 0,-3-3 0,-2 1 0,-3 1-540,0 0 0,-3 5 1,-1-2-1,-1-5 0,-1-12-1099,-4-4 1,-3-13 982,-20-16 1,61-16-1,12-3 1,2 7 0</inkml:trace>
  <inkml:trace contextRef="#ctx0" brushRef="#br1" timeOffset="51151">8098 4957 7353,'-7'-36'3276,"40"9"-2977,7 26 0,6 8-209,-12-7 0,0 6-159,5 19 0,1 13 1,-12-5 68,-16 0 174,-11 1 0,-3 12 1,-1 7-1,-2 2 0,2-6-107,-1 1 1,1-2 0,-1 0-1,0 4 143,-1-6 0,-1 4 0,-1 1 0,1 0 0,0-1 0,3-2 5,1 1 1,2-1 0,1-2 0,0-2 0,0-4-246,2 4 0,1-5 0,-5-6 1064,-5-4 1,-5-9 224,-20-14-420,-11-7 1,-12-2 0,6-1-1695,8 0 1,1 0 1272,-10-1 0,-3 1 0,27 3 0,41 7 0,32 6 1</inkml:trace>
  <inkml:trace contextRef="#ctx0" brushRef="#br1" timeOffset="57103">16293 5045 8972,'-6'-20'3276,"5"-3"-2184,4 46 0,1 28 0,0-2 219,-2-8 1,0 4-1781,0-9 1,1 7 0,0 5 0,0 1 0,-1 0 0,0-5 0,0-7 363,-2 1 0,0-6 0,0 2 412,1 12 0,0 8 1,-1-9-1,-2-25-1946,-9-52 1,0-23 545,7 16 1,1-3 0,-1 0-1,-3 2 1,-2-1 0,2-6 1560,5 8 0,1-8 0,0-4 0,2 0 0,2 1 0,1 7 0,3 7 1170,14-7 0,0 2-983,-14-1 0,-6-11 1,1 0-1,4 9 0,10 20 0,12 25 0,10 16 1,3 10-1,-2 3 0,-9-3 252,2 12 0,-13 6-1020,-12-3 1,-4 7 0,-5-1-1,-4-8 293,-5-3 0,-12-8 600,-16-10 1,-16-5 0,4-4-1,24-6-4057,24-4 2457,-20 8 1,57 10 0,-7 9 0</inkml:trace>
  <inkml:trace contextRef="#ctx0" brushRef="#br1" timeOffset="57337">16847 5697 15538,'-21'-17'697,"16"7"0,35 2 0,16 8 1</inkml:trace>
  <inkml:trace contextRef="#ctx0" brushRef="#br1" timeOffset="62686">1623 7144 7533,'-28'0'3276,"3"-8"0,23-2 0,35-15-2131,-7 5-1010,-4 10 0,5 2 180,9-1 0,0 3-315,11 4 90,-3 8 0,-3 3-450,-14 5-720,-40 27 1,-13 6 989,12-24 0,-2 1 719,-8 10 1,-7 7 0,-1 1 0,6-4 179,2 5 1,3-2-630,-1-6 0,-1 1 0,9-3 1349,12-1 0,12-7-945,13-13 1,7-4-675,-6 5 0,3-1-1549,17-5 1,2-4-1639,3-3 2457,-4-2 1,-22-21 0,-23 3 0</inkml:trace>
  <inkml:trace contextRef="#ctx0" brushRef="#br1" timeOffset="63609">2011 6950 7533,'-40'-26'819,"0"-1"0,0 1 0,8 5 0,0 1 819,-10-4 0,-5 9-1005,13 17 0,-4 8 0,0 4 1,3-1-874,3 1 0,2 2 0,-4 3 168,-3 2 0,-6 4 0,-1 2 0,2 3 0,8 2 184,5 8 1,6 3-1,5 4 1,4 2 36,5-8 1,1 2 0,3 3 0,4 0 0,3-1 0,5-2 396,7 1 0,6 0 0,4 0 0,3-3 0,3-1 0,0-4-238,2-1 1,0-1-1,4-2 1,1-4 0,3-6-1,3-8-288,-5-11 0,5-6 0,2-5 0,2-4 0,1-3 0,-1-2 0,-2 1 0,-2 0 0,-5 4 34,6 0 0,-3 3 0,-4-1 0,-1-5 0,-2-10 310,-7-3 0,1-8 0,0-6 0,-1-4 0,-3-2 0,-4 0 0,-4 2 0,-6 4 0,-8 6 8,-13-7 1,-12 6 0,-7 1 0,2-3-920,8 3 1,-2-4 0,0 0 0,0 0 0,-1 2 0,-1 5 181,-7-4 1,-2 4 0,2 4 0,2 4 0,-6 1 0,14 3 0,36 0 0,1-1 0</inkml:trace>
  <inkml:trace contextRef="#ctx0" brushRef="#br1" timeOffset="66350">4251 6932 8792,'-8'-10'2878,"6"-13"-1978,-14 19 314,10 24 0,3 15-1761,1-2 1,1 9 0,1 6 0,0 1 0,0-2 0,1-6 71,-1 7 1,0-4-1,2 4 783,-1-7 0,1 9 0,0 2 1,1-4-1,1-10 0,1-15 951,5-13-1169,-2-10-270,-5-36 1,-6-24 17,2 24 0,-1-4 0,0-2 0,0-1 0,1 0 324,1 1 0,1-1 0,0 0 0,1 0 0,0-1-127,-1-5 1,0-3 0,1 1 0,2 4 0,6 7 444,5 2 0,5 6 0,5 11-121,8 14 1,5 11 0,-3 7 732,0 10 0,-3 9 0,-11 4-1294,-15 4 1,-12 3 0,-3-1 111,-5 9 1,-10-8-1004,-11-18 1,-7-5 0,16-2 452,24 2 0,35-8 0,6-7 0,0 1 0</inkml:trace>
  <inkml:trace contextRef="#ctx0" brushRef="#br1" timeOffset="66933">5094 6685 9961,'-12'-19'3276,"-5"-5"-2261,-9 29 1,-5 12-686,0 7 0,0 8 0,0 4 52,8-6 0,-1 1 1,2 3-1,2 4 85,0 4 1,0 6 0,2 1 0,3 0 0,5-4-513,5-2 0,4-2 0,2-2 0,2 1-585,1 12 0,2-1 1,6-9-1010,4-13 1,5-7 1332,17 1 1,-17-21 0,6 6 0</inkml:trace>
  <inkml:trace contextRef="#ctx0" brushRef="#br1" timeOffset="67851">5402 7161 8702,'-12'-35'3276,"5"16"0,2-5-1013,-7 14-3902,-22 22 1,-5 6-1495,5-16 4109,-2 19 0,-6 13 0,9-3-256,7 4-690,11-3 0,0 7 0,15-10-390,34-13 0,12-12 765,-11-10 0,0-8-46,-1-1 1,2-3 0,-9-4 931,-7-20 0,-13 16-1920,-15 57-91,7 14 270,-1-9 1,7-1-1190,17-7 1,7-7 883,7-10 0,8-19 0,-22-21 0</inkml:trace>
  <inkml:trace contextRef="#ctx0" brushRef="#br1" timeOffset="68285">5623 6685 7533,'39'-25'819,"-18"41"0,3 17 0,0 7 0,-1-6 273,-1-6 0,0-2 0,-2 6-546,-2 6 0,3 8 0,-2 5 0,-2 1 0,-6-2 0,-8-6 273,-13 0 0,-10-4 0,-2-2 0,4 2-1639,8 1 1,4 1 0,-1-2 0,-5-2 272,-15 5 1,-5-3 0,9-9 0,12-8 0,25-13 0</inkml:trace>
  <inkml:trace contextRef="#ctx0" brushRef="#br1" timeOffset="71196">16145 6368 8612,'-13'0'2519,"-3"0"-720,15 0 359,-11-8-539,28-10-539,20 6-968,1 7 1,11 1-1,3 0 1,-8 2-383,5 1 0,-3 2 360,6-2 0,3 1 0,-24 9 90,-40 24-120,-2-2 0,-3 8 0,3 1 29,5 1 1,3 2 0,2 6 90,1-6 0,1 5 0,0 4 0,1-1 0,0-2 0,1-6-30,1 6 0,1-6 0,-3 2 209,-4 7 1,-3 5 0,-3-6 0,-2-19-270,-10-20 179,-15-16 1,-13-9 0,7-3-540,17-1 0,1-2-510,-18-1 1,-8-1 0,11 4-1740,7-1 2519,16 18 0,38 10 0,20 7 0</inkml:trace>
  <inkml:trace contextRef="#ctx0" brushRef="#br1" timeOffset="71618">16490 6844 8972,'-27'-18'1638,"0"1"0,-8-3-38,4 9 0,-5 6-2050,-4 16 1,0 2-811,6-10 1,2 0 1259,-14 5 0,62-5 0,33-8 0</inkml:trace>
  <inkml:trace contextRef="#ctx0" brushRef="#br1" timeOffset="72124">16970 6844 7533,'-19'-8'3276,"45"-2"-1638,9 5 0,6 0-1585,2-2 0,2-1 1,5 3-1,-4 0 1,-19-4-1,-1 0 1</inkml:trace>
  <inkml:trace contextRef="#ctx0" brushRef="#br1" timeOffset="73117">17376 6932 11221,'40'-8'468,"1"0"0,-1 1 0,0-1 0,0 0 0,-10-11 0,-7-3 0,1-2-121,8-2 0,0-1 0,-20 4-407,-30 4 0,-20 5 0,-1 10 487,1 11 0,-3 11 1,2 7-1,6 1 292,1 9 1,7 5 0,14 3-878,15-3 1,10 3 0,8-1-1,3-9-922,10-6 1,7-9 0,3-4 1079,1-3 0,5-3 0,-2-5 0,-7-7 0,2-19 0,-9-7 0,-11 3 0,0 1 0</inkml:trace>
  <inkml:trace contextRef="#ctx0" brushRef="#br1" timeOffset="73557">18115 6332 7533,'-26'-4'546,"19"27"0,6 21 0,4 14 0,3 4 0,-1-3 0,-2-11 546,-1 1 0,0-7 0,1 7-1639,1-4 1,1 10 0,1 2 0,1-2 0,-1-8 0,0-12 87,6 6 0,1-73 0,-1 23 0</inkml:trace>
  <inkml:trace contextRef="#ctx0" brushRef="#br1" timeOffset="73953">18435 6879 7533,'-13'-35'3276,"12"23"-2184,0 36 0,1 26 0,2-4-2731,4-14 1,1 0 1195,-4 20 1,-1 6 0,5-28 0,11-46 0,-9-9 0,1 1 0</inkml:trace>
  <inkml:trace contextRef="#ctx0" brushRef="#br1" timeOffset="74678">18632 6879 9781,'-7'-19'3276,"7"58"0,7 6-3134,3-7 1,3-13-54,2-42 1,1-13 1349,-4 1 1,4 7-1036,21 20 1,4 4-225,-13-18 0,1-2 90,9 9 0,6 2 0,-7-6 764,-9-19 0,-4-3-1124,4 6 1,-2 15-541,-9 45 0,-6 18-463,-3-14 1,-1 2 0,1-3 524,9 7 0,-8-7 0,-26-5 1,-30-17-1</inkml:trace>
  <inkml:trace contextRef="#ctx0" brushRef="#br1" timeOffset="74921">18459 6473 7533,'-22'-19'655,"-1"-1"0,5-11 1,44 31-1,-1 0 0</inkml:trace>
  <inkml:trace contextRef="#ctx0" brushRef="#br1" timeOffset="82318">1605 8608 7173,'-25'0'3276,"13"-8"0,-12-10 0,30-9-1681,-12 7-1235,22 5 59,20 4 1,12 6 0,-12 13-1513,-30 22 1,-11 13 0,9-8 482,39-21 0,-7-1 1239,-49 21 1,-21 8 0,2-14-630,7-22 719,56 19 1,20 5-720,-23-21 0,-3 5 90,-1 20 0,1 14 0,-9 1 0,-16-13 209,-26-20 1,-16-10 0,2 5-480,8 18 0,1 6 1,-2-13-914,-7-20 1,-3-11 0,12-3-2185,14-8 2457,17 4 1,17 16 0,11 0 0</inkml:trace>
  <inkml:trace contextRef="#ctx0" brushRef="#br1" timeOffset="83554">1852 8361 7982,'-25'-33'3276,"5"11"-1638,-9 3 0,-7 5-1091,-3 9 0,-4 8-547,-2 5 0,-3 5 0,0 7-108,15-2 0,-1 5 0,1 2 0,1 2 0,3 1 175,-3 9 1,3 3 0,2 2-1,2-2 45,1-4 1,1 0-1,3 1 1,4 1 179,7 4 0,3 1 1,5 1-1,2-2-172,3 4 0,4-2 0,3 3 60,-2-1 0,1 4 0,4-2 0,6-4 292,7-6 0,7-3 0,3-4 1,2-4-294,1-3 1,3-3 0,1-5 0,4-10-210,-6-10 0,3-8 0,2-5 0,0-3 0,-2-1 0,-3 3 345,6-2 0,-4 1 0,-1-3 0,-2-5-356,-7-2 0,0-6 1,-1-2-1,-1-1 0,-5 2 1,-4 5 130,5-11 0,-9-2 161,-10 7 1,-2-5 0,-1-4 0,-4 1 0,-3 5 407,-5-8 1,-5 3 0,-5 1-660,-2 3 0,-3-1 0,-5 3 0,-3 6-820,-5 7 1,-5 6 0,-2 3 0,2 3-274,-4 1 1,0 4 0,2 4 545,0 7 1,2 3 0,11-6 0,12-17 0,26 1 0</inkml:trace>
  <inkml:trace contextRef="#ctx0" brushRef="#br1" timeOffset="86112">3704 8308 9422,'-19'-29'3276,"11"52"-1425,18-3-1791,-1 12 0,2 13 0,2 5 74,-1-11 1,1 5 0,2 3 0,0 0 0,0-2 0,-1-4 224,0 1 1,-1-2 0,1-2 0,2 2 295,3 6 0,3 8 1,1-3-1,-1-13 0,-2-25-437,-5-28 1,-1-24 0,-1-13-1,-1-6 1,0 4 0,0 12-159,4 4 0,-1 7 0,-1-8 119,-4 2 1,-1-9 0,1-6 0,-1-1 0,0 0 0,-2 6 0,-2 9 0,-1 11-720,-2 0-1099,6-24 1,0 6-1639,-6 33 3094,5 12 1,-14 43 0,2-11 0,0 1-1</inkml:trace>
  <inkml:trace contextRef="#ctx0" brushRef="#br1" timeOffset="86602">3845 8714 7533,'-39'-18'3276,"47"-8"0,10 15-2184,16 1 0,13 2 0,-1 2-2185,-10 4 1,0 3 0,0-2 708,3-1 1,0-1 0,-4 0-1,6 1 1,-17-3 0,-36-5-1</inkml:trace>
  <inkml:trace contextRef="#ctx0" brushRef="#br1" timeOffset="87274">4322 8784 7533,'-36'-33'3276,"17"19"0,11-9-1638,44 25 0,8 19-1245,-25 18 0,-10 6-1293,-2-11 1,-7-1 959,-13-2 0,-8 0 0,-1-9-1699,-8-9 1,11-10 1294,19-5 0,20-3 0,21-1 1,0 1-1,-5 2 0,1 0 1,-1 0-1</inkml:trace>
  <inkml:trace contextRef="#ctx0" brushRef="#br1" timeOffset="87608">4727 8731 7533,'-39'-17'1638,"0"-1"0,11-15-819,0 52 0,-11 24 0,6 8 0,22-13 819,37-15 0,10 1-1170,-21 8 0,-3 5 0,5-10 0,17-17 0,0-13 0,-8-18 0</inkml:trace>
  <inkml:trace contextRef="#ctx0" brushRef="#br1" timeOffset="89584">5440 8273 7533,'-22'-13'1638,"-1"0"0,-8-6 0,9-2 0,-1 0 0,1 6 0,-2 1-1111,-1 0 1,-1 8-888,3 17 1,3 12 341,12 6 0,4 11 0,4 6 0,0 2 0,0-4 126,0-2 0,0 0 0,0-1 0,1 2 0,0 1 26,0 0 1,1 3 0,0 0 0,-1 0 0,0-2 0,-1-2 179,-3 4 1,-1-2 0,-1-3 0,0-6-180,0-1 0,-1-5 1304,-6 17 1440,58-45-2834,-6-2 0,4 0-1684,-3-1 1,-2 0 982,-2-1 1,-9 4-1,-23 8 1,-19 7 0</inkml:trace>
  <inkml:trace contextRef="#ctx0" brushRef="#br1" timeOffset="90486">5784 8520 7533,'-41'13'1638,"20"25"0,9 16-983,12-16 0,4 5 1,2 3-1,1-1 0,-2-5 437,-4 6 0,-1-4 0,4-10-576,12-5-516,-12-44 0,-5-23 0,-1-15 0,0-3 0,2 7 161,2 3 1,1-1 0,1 0 0,2 1 0,1 3-140,2-9 1,2 1 0,3 5-1,8 14 428,12 14 0,7 11 0,-10 15-301,-19 30 1,-12 21 0,4-7-240,21-13 0,-8-2-180,-28 2 0,-14 7 1,-6-6-1,3-15-2698,-22-29-309,11 19 0,20-11 2986,37 16 1,16 15 0,-15-14-1,1 0 1</inkml:trace>
  <inkml:trace contextRef="#ctx0" brushRef="#br1" timeOffset="90968">6424 8308 7533,'-4'-34'1638,"1"-1"0,-30 4-546,13 49 0,0 22 0,-1 2-273,1-5 0,-1 3 0,1 3 0,1 2-164,3-1 0,-1 2 1,2 3-1,2-1 0,4-2-947,6 4 1,4-1 0,2-1 0,1-3-159,-5 1 0,2-3 1,10-11-1190,24-13 1,2-14 910,-19-11 1,10-18 0,-22 24-1</inkml:trace>
  <inkml:trace contextRef="#ctx0" brushRef="#br1" timeOffset="91806">6559 8625 7533,'-12'-25'3276,"54"5"-2184,-17 46 0,-2 18 0,-15-6-636,-25-19 1,-3 1-1550,23 24 1,11 10 0,-17-14 588,-47-28 1,9-7 0,78 19 0,-5-15 0,1 1 0</inkml:trace>
  <inkml:trace contextRef="#ctx0" brushRef="#br1" timeOffset="92219">7040 8590 7533,'-32'-18'1638,"1"-1"0,2-7-819,-1 39 0,-10 18 0,0 5 0,11-6 819,13-9 0,5 3-819,1 17 0,1 13 0,5-2 0,11-15 769,13-18 0,10-6-1588,11 5 0,6 0 0,-6-7 0,4-15 0,-20-4 0,0 0 0</inkml:trace>
  <inkml:trace contextRef="#ctx0" brushRef="#br1" timeOffset="93134">7421 8767 6993,'-19'-10'-225,"6"2"0,19 16 0,8 2 1</inkml:trace>
  <inkml:trace contextRef="#ctx0" brushRef="#br1" timeOffset="93523">7421 8767 11490,'-32'-10'3276,"46"10"0,-1 2-2730,12-1 0,15 0 0,9-1 0,3 0 0,-3 0 0,-7-2 546,1-3 0,-4-2 0,4 1-1748,-1 3 1,7 0-1,-1 0 1,-4 1 0,-11 1-2622,7 1 2457,-65 12 1,7 6 0,6-10 0</inkml:trace>
  <inkml:trace contextRef="#ctx0" brushRef="#br1" timeOffset="93991">7556 8890 7533,'-35'0'1638,"-1"0"0,3 0 0,3 7 0,11 2 0,48-7 0,22 0-546,-14 3 0,3 1 0,3-2-1490,1-4 0,3-2 1,1-1-1,-3 0-695,0 3 1,-1 0 0,-4-2 436,8-4 1,-13 5-1,-28 8 1,-2 3 0</inkml:trace>
  <inkml:trace contextRef="#ctx0" brushRef="#br1" timeOffset="94779">7963 8520 7533,'20'-20'3276,"15"20"-2457,-2 9 0,11 8 0,0 1 0,-5-3 819,2-2 0,-4 3-546,5 10 0,1 5 0,-23-2-1393,-38-5 1,-10-1 255,19 2 0,-1-1-360,-22 8 0,-1-7 675,16-13 1619,-5 12-2024,-4 10 0,-7 4 584,-4-11 1,-5-1 0,3 1-572,11 2 0,2 0 1,-1-2 241,-11 1 0,-2-2 0,18-18-3397,25-29 2589,10 15 1,20-19 0,9 17-1</inkml:trace>
  <inkml:trace contextRef="#ctx0" brushRef="#br1" timeOffset="95862">8873 8431 7533,'0'-25'1638,"0"-1"0,-11-5 1638,-30 6-3089,13 24 0,-3 11 127,1 13 1,-4 12 0,2 3 0,4-4-165,3-8 0,3 0 0,6 6 269,8 5 1,5 9 0,4 5 0,2 0 0,4-5-1,2-8 31,11 10 0,15-14-211,2-19 1,15-2 0,7-4 0,-2-7 0,-7-8 0,-17-10-132,-19-17 0,-18-16 0,-6-7 0,3 0 0,13 7-54,21 10 0,15 3 0,2 2 0,-8 0 0,-21-3-429,-24-2 0,-18-6 0,-10-1 0,-3 4 1,3 11-1,11 15-884,-7 23 1259,-1 10 0,-4 7 0,15 0 0,33 15 0,-3 3 0,1-1 0</inkml:trace>
  <inkml:trace contextRef="#ctx0" brushRef="#br1" timeOffset="96308">8922 8714 8432,'-13'21'1638,"27"8"0,11 5-1711,-5-1 1,1 2-1,2-1 73,1-4 0,2-1 0,-3-4 0,-4 1 0,-4-11 0,-3-27 0</inkml:trace>
  <inkml:trace contextRef="#ctx0" brushRef="#br1" timeOffset="96871">9561 8273 7533,'-13'-30'1638,"-1"1"0,8 3 0,-21 20 0,-7 12-674,9 18 0,3 13 0,1 6-533,4-3 1,0 5 0,2 3 0,1 0 0,2-1-270,1-6 0,0 0 0,3 0 0,3 0 0,5 0-818,8 4 1,5 1-1,4 0 1,2-4 0,-1-7-984,10 10 1,5-12 982,20-13 1,-11-8-1,-37-4 1,-5 1 0</inkml:trace>
  <inkml:trace contextRef="#ctx0" brushRef="#br1" timeOffset="97322">9561 8784 7533,'-17'-33'3276,"25"19"0,18-9-1638,8 36 0,0 13-1605,-10-4 0,-9 5-1113,-20 12 1,-14 2 1169,-6-6 0,-4-7-1729,2-12 1,7-5 1149,16-5 1,30-14 0,14-9 0,-8 3 0,-1 0 0</inkml:trace>
  <inkml:trace contextRef="#ctx0" brushRef="#br1" timeOffset="97731">9944 8731 7533,'-40'-29'3276,"10"5"-2184,-4 38 0,-6 16 0,6-3 2184,-1-2-3044,34 13 0,12 10 0,7-14-232,11-30 0,5-4 0,13 26 0,-8-9 0,-28-33 0</inkml:trace>
  <inkml:trace contextRef="#ctx0" brushRef="#br1" timeOffset="98121">10005 8343 7533,'33'-21'3276,"-14"-1"-2184,5 36 0,7 19 0,-6 6-273,-12 0 0,-4 5 0,-5 3 0,-4 0-1639,-6 0 1,-6 0 0,-1 0 0,2 0 454,8-1 1,2 0 0,-1-2 0,-9-6 0,-17-3 0,-8-6 0,13-6 0,23-4 0</inkml:trace>
  <inkml:trace contextRef="#ctx0" brushRef="#br1" timeOffset="100951">7015 8184 13919,'17'26'546,"-5"1"0,2 12 0,2 7 0,-1 3 0,-2 0 0,-3-4 76,-5-3 0,-2-2 0,-1 1 0,-2 1 0,2 2-430,1 2 1,1 3 0,0 2 0,0 1 0,-2-1 0,-3-3 0,-3-6 234,-7 8 0,-4-4 0,-3-4 1,-1-7-2067,-12 6 1,5-13-1639,16-21 2457,27-11 1,11-27 0,-16 12 0</inkml:trace>
  <inkml:trace contextRef="#ctx0" brushRef="#br1" timeOffset="103870">10300 8026 7533,'19'-31'1092,"-1"1"0,27 24 0,10 12 0,-10 0 0,3 3 0,-4 7 0,-6 6 0,-4 6 0,-9 7-273,-16 4 0,-10 7 0,-4 5 0,2 3-443,3-11 1,1 4 0,-1 2-1,0 1 1,0-1 0,-2-1 0,0-5-355,-4 9 1,-2-5-1,0 0 1,4 5 92,5-9 1,2 6 0,2 2-1,0-1 1,-1-3 0,0-8-1,-4-10-1104,-7 6 719,4-5 0,-1-1 270,-1-12 0,5 7 1889,0-20-2069,0 4 360,-29-1 0,-20-2 0,6-4-270,2-5-563,1 5 1,-14 0 0,5 0 0,25-4-2625,24-1 2730,-21-11 1,41 7 0,13 0 0,-8-2 0,1 1 0</inkml:trace>
  <inkml:trace contextRef="#ctx0" brushRef="#br1" timeOffset="110420">16232 8184 7533,'-14'-19'3276,"-2"-13"0,14 29-2812,-3-13-75,3 40 1,3 26 0,0-7-300,-1 3 239,-1-13 1,-1 13 0,0 5 0,0 1 0,-1-6 0,2-12-195,0-7 0,-1-3-135,-1 20 0,-1 6 0,0-26-360,0-46 0,0-26 0,1 2 450,-1 3 0,0-4-30,2 10 0,0-7 0,0-4 0,1 0 0,0 3 0,2 6 210,1 1 0,2 6 0,3-4 134,2-7 1,3-6 0,3 3 0,1 12-360,6 10 0,6 11 314,9 9 1,8 8 0,-7 4-180,-7-1 0,-5 9-113,-6 11 1,0 11-1,-3 2 1,-4-8-68,-4 17 30,-9-7 0,-6 7 0,-11-12 239,-19-23 1,-11-10 0,5-1 45,14 7 0,0-2-945,-16-7 0,-6-5 1,15-3-181,22-5-2467,40 4 2621,-12 10 1,17 11-1,3 6 1,5 10 0</inkml:trace>
  <inkml:trace contextRef="#ctx0" brushRef="#br1" timeOffset="110696">16724 8784 7533,'-35'-8'819,"24"6"0,18-5 0,32 7 0</inkml:trace>
  <inkml:trace contextRef="#ctx0" brushRef="#br1" timeOffset="113282">1623 10389 8342,'0'-19'2249,"0"3"-360,0 8 180,0-2-1799,0 1 1259,8-7-1349,-6 14 179,5-6-898,-14 8-541,-27 24 720,3 5 468,6-4 0,-8 7 0,-3 5 0,0 0 0,5-5 132,1 1 0,4-3 0,-4 3 47,1-2 1,-4 3 0,0 1 0,2-2 0,6-8-288,1 0 0,5-6 2519,3-4-1350,32-15-1241,14 0 0,16 0 0,8 0 0,-2 0 0,-11 0-243,-1 1 0,-1-2 315,2 1 0,10 1 0,2-2 0,-9-1 0,-20-4 0,-18-3 0,-14-9 0</inkml:trace>
  <inkml:trace contextRef="#ctx0" brushRef="#br1" timeOffset="114016">1640 10460 7443,'-9'-30'1638,"-4"1"0,2 4 1638,7 17-2730,2 25 0,3 25 0,1 16 0,0 5 0,1-4 0,-1-16 926,1-4 0,0 0-2019,0 7 1,2 16 0,0 5 0,0-6 0,-1-16 0,-3-28-2731,-1-28 3026,0-7 1,0 10 0,0 8 0</inkml:trace>
  <inkml:trace contextRef="#ctx0" brushRef="#br1" timeOffset="115165">1729 10178 7533,'-8'-34'3276,"-10"5"-1638,-17 14 0,-12 10-1343,11 9 1,-5 6 0,-1 5 0,2 5-843,8 3 1,0 6 0,0 4 0,1 1 0,0-1 0,1-4 370,-10 0 0,0-4 0,3 2 0,7 9 450,12 0 0,3 6 0,2 5 0,4 2 0,3-1 0,3-2 0,4-4 198,8 8 0,6-4 1,6-2-1,3 2-53,-3-7 1,4 1 0,2 1 0,2-2 0,2-2 0,0-4-187,5 1 1,1-1 0,2-5 0,2-6 0,2-9-307,0-13 1,3-9 0,2-6 0,-1-3 0,-2 0 0,-5 3 162,11 1 0,-5 1 0,-4-13 292,-13-2 0,0-9 0,-2-6 0,-2-1 0,-6 0 0,-5 3 112,-7-1 1,-6 1 0,-6-1 0,0-3-127,1 2 0,-1-3 0,-1-2 0,-3-1 0,-2 2 0,-5 3-915,-5 3 1,-5 1 0,-3 1 0,0 2 0,0 1 0,4 2 540,3-4 0,3 2 1,-1 3-1,-5 7 1,-20 0-1,-4 9 0,22 15 1,42 29-1</inkml:trace>
  <inkml:trace contextRef="#ctx0" brushRef="#br1" timeOffset="124972">3898 10231 7533,'0'-36'3276,"0"17"-706,0-5-2390,0 22 810,0-6-451,0 8-179,0 0 90,0 40-324,1-9 0,1 10 0,0 5 0,0 0 0,-1-5 113,0 5 1,-1-3 0,1 4-60,0-4 0,1 7 0,0-1 0,0-3 0,-1-11 134,-1-4 1,0-11 315,0-12-540,0-10-1619,0-14-900,0 14 1,0-13 2428,0-3 0,16-25 0,-7 15 0,1 1 0</inkml:trace>
  <inkml:trace contextRef="#ctx0" brushRef="#br1" timeOffset="125819">3916 10248 7533,'-39'-27'1638,"15"11"0,8-2 0,31-7 0,8-1 1638,-14-7-2495,22 19 0,18 3 0,3 4 0,-9 6-826,-10 6 0,-1 7 22,3 3 1,6 4 0,-3 2-1,-13 1-67,-15 4 1,-12 3-91,-13 5 0,-11 7 0,-4-1 0,3-10 315,0-10 0,-1-5-1228,-10 7 1,-5 0 0,10-11-2185,13-17 3026,13-2 1,32 12-1,12 12 1</inkml:trace>
  <inkml:trace contextRef="#ctx0" brushRef="#br1" timeOffset="126352">4727 10037 8702,'0'-26'3276,"-23"22"-1638,-9 12 0,-5 10-1050,5 2 0,-3 6 1,0 5-1,4 3-301,4 3 1,2 4 0,2 3 0,3 1 0,5 0-198,6-2 0,5 1 0,3 1 0,1-2 0,0 0-135,-2 2 0,-1 1 0,4-4 0,9-5-1048,23 1 1,11-7 0,-9-14 272,-13-17 1,3 0 0,-17 0 0</inkml:trace>
  <inkml:trace contextRef="#ctx0" brushRef="#br1" timeOffset="127235">4898 10530 9691,'-12'-43'3276,"16"6"0,-29-6-2901,-8 70-16,-2-12 1,-1 6 209,11 11 1,3 9 0,14-3-660,21 1 0,12-9 270,15-10 1169,5-24 1,-4-10-1710,-19-8-1799,-1 44 520,2 2 1,3 1 1091,-1 0 1,1-7 0,2-17 0,-3-10 0,-9-20 0</inkml:trace>
  <inkml:trace contextRef="#ctx0" brushRef="#br1" timeOffset="128018">5144 9948 7623,'-14'-9'3276,"-8"-7"0,36 22-1638,5 16 0,4 13-819,0 0 0,3 8 0,-1 3 0,-4 2-508,-8-7 1,-3 2-1,-2 1 1,-1 1-1,-2 0-221,0 1 0,0 3 0,-2-1 0,-4-2 0,-5-2-338,-8 1 1,-6-1 0,-3-5 0,0-5-846,0-6 1,-2-5 0,2-3 436,-2 1 1,11-9-1,21-12 1,12-9 0</inkml:trace>
  <inkml:trace contextRef="#ctx0" brushRef="#br1" timeOffset="129885">5648 10707 11041,'25'-35'1092,"-2"-4"0,3-9 0,-1 5 546,-4 10 0,0 0-1208,-3-1 1,1-6 0,-1 2 0,-3 10-431,2 7 749,2 39 1,2 21 0,0 0-2325,-1 3 1,1 0 1574,1-3 0,2 1 0,-3-5 0,-4-7 0,-5-13 0,-7-31 0</inkml:trace>
  <inkml:trace contextRef="#ctx0" brushRef="#br1" timeOffset="132475">5784 10478 7533,'-20'0'3276,"-14"-16"0,12 4 0,36-21-2621,18 21 0,17 5 1,10 3-1,-1 2 0,-11-1-856,-10 1 1,-5 2 0,4-2-142,7 0 0,10-2 0,0 0 0,-14 2 1,-23 3-739,-44 6 1,-26 1 966,12-5 1,-7-1-1,-2-1 1,4 1 741,0 1 1,3 1 0,0-1 359,-4 0 1,1 1-1,26-1-170,38-2 0,27-1 0,9-1 0,-5 1-424,-8-1 0,-1 1 1,1 0-1,3-1-341,4 0 0,5-1 0,0 1 0,-2-1 0,-8 0-324,12-2 1,-12 0-3008,-12 2 0,-47 2 2457,16 2 1,-26 37 0,0 1 0</inkml:trace>
  <inkml:trace contextRef="#ctx0" brushRef="#br1" timeOffset="133169">5882 10672 7533,'-42'-18'3276,"-2"8"0,11 2 0,43 8-2818,17 1 0,18 1 0,8 0 1,0 0-1,-10-1-458,6 0 0,1 0 243,-2 0 1,11 1 0,1 0 0,-9 0 0,-20-1 116,-19-1-3637,3-8 0,-23 6 2457,-3 10 1,22 4 0,3 13 0</inkml:trace>
  <inkml:trace contextRef="#ctx0" brushRef="#br1" timeOffset="134084">6338 10248 7892,'-32'-25'3276,"7"13"0,35 20-2184,12 9 0,10 8 0,2 1-273,-2 0 0,3 3 0,0 0 0,-1-3 180,6 2 0,0-2 0,-3 1-729,0 1 0,-1 0 0,-21-14-1170,-16-14-179,-17 0 696,-6 15 1,-8 11 0,-3 3 0,3-5 696,-8 0 1,-3-1 27,9-2 0,-4 5 0,-2 1 0,2-3 0,7-6-1422,0-6 1,5-5-2198,-7 7 2457,44-22 1,29-7 0,-14-5 0</inkml:trace>
  <inkml:trace contextRef="#ctx0" brushRef="#br1" timeOffset="135352">7494 10178 8252,'0'-26'3276,"0"-1"0,-11-9-1462,8 17-2174,-23 8 0,-8 6-90,0 13-206,2 8 1,-13 10-1,-4 4 1,3 0 0,10-5-357,3 0 1,7 5 1369,7 1 0,-1 11 0,-1 5 0,2 4 0,4-2 0,5-4 0,9-8-268,12 5 0,12-7 0,10-6 146,0-14 1,10-3-1,6-4 1,3-2-1,-1-2 1,-4-1-1,-7 0-206,2 1 0,-6-2 0,3-10-5,-2-8 1,6-7 0,4-6 0,-2-3-1,-5-3 1,-10 1 0,-14 3 356,-18-6 0,-15-2 1,-7 2-1,2 1-172,-1-5 0,-2 3 0,-3 1-1030,1 8 1,-2 0 0,-1 4 0,1 8-820,-11 9 1,6 15 982,16 12 1,9 5-1,21 3 1,8-1 0</inkml:trace>
  <inkml:trace contextRef="#ctx0" brushRef="#br1" timeOffset="135708">7457 10442 8972,'-27'10'1638,"23"21"0,14 9-819,9-12 0,11 1 0,3 1 0,-4 0-815,0 10 1,-2 1 0,2-2-825,-1-9 1,3 0 0,-1-3 0,-6-5 221,8 10 1,-32-48 0,0-3-1</inkml:trace>
  <inkml:trace contextRef="#ctx0" brushRef="#br1" timeOffset="136319">8331 10019 7533,'-17'-45'3276,"-8"17"-1638,-15 40 0,-6 16-546,18-8 0,2 5 0,2 6-437,1 2 0,0 7 1,1 3-1,4 2 0,6-2-308,6-2 1,5 1-1,4-1 1,1 1-1,2-2-1167,2 4 1,2 0 0,3-2 0,3-4 529,10 8 0,5-5 0,1-16 0,-1-24 0,-2-10 0,-1-11 0</inkml:trace>
  <inkml:trace contextRef="#ctx0" brushRef="#br1" timeOffset="137077">8577 10442 7533,'-19'-25'3276,"7"5"0,6-5-1283,-21 23-1903,-1 17 0,0 11 899,5 3 1,2 5-1,4 1-1019,2-2 0,4 0 0,9-1-465,21 16 1,13-18 494,4-46 0,4-17 659,-11 13 1,-1-3 0,-5 0-346,-7-17 1,-3 15-3103,18 62 1149,-15-2 1,2 3 1404,9 6 1,3-10-1,-5-25 1,0-10 0,10-28-1</inkml:trace>
  <inkml:trace contextRef="#ctx0" brushRef="#br1" timeOffset="137915">8909 9931 8162,'-12'-36'3276,"22"17"0,5 27-2457,4 18 0,6 17 0,1 4 0,-5-9 698,0-5 1,-2 3-1473,-4 1 0,3 9 0,-1 6 0,-2 1 0,-5-2 0,-7-6-865,-10-2 1,-9-4 0,-1-1 0,4 1 385,9 2 1,4 1-1,-2 0 1,-7-4 118,-12-1 0,-7 0 0,-2-7 0,3-9-2962,-16-11 2994,-3 8 1,37-9-1,35-1 1</inkml:trace>
  <inkml:trace contextRef="#ctx0" brushRef="#br1" timeOffset="139781">15974 9895 7533,'-13'-17'3276,"1"-9"-1065,-1-9-682,7-2 0,0 9-360,12 5-809,0 29 449,11 29 1,1 18-698,-7-15 1,-1 4-1,1 3 1,2 2-403,-1-8 0,2 2 0,2 3 1,0 0-1,0 0 0,-2-1 1,-1-4 414,-1 4 1,-2-3 0,0-1 0,0-1 0,3 0 233,6 16 1,4 4 0,-1-12 0,-3-27 30,-5-36 0,-2-22 0,-1-5-465,-3 9 0,0-4 0,-1-3 0,0-3 0,0 1 0,1 0-150,2-4 0,0 0 0,1-2 0,0 1 1,-1 0-1,-2 1 225,-1 3 0,-2-1 0,0 1 0,-1 2 0,0 2 0,0 4 0,5-12 0,-1 5 0,-9 19 0,-13 25 0</inkml:trace>
  <inkml:trace contextRef="#ctx0" brushRef="#br1" timeOffset="140123">15998 10178 7533,'45'-7'297,"-1"0"1,0-1 0,1 1 0,-1 0 0,-23 3 0,29 5 0,0 0 0,0 0-1,0 0 1,-1-1 0</inkml:trace>
  <inkml:trace contextRef="#ctx0" brushRef="#br1" timeOffset="142292">17007 10407 7533,'-25'-8'1638,"52"3"0,15-8-546,-11-15 0,-3-10 0,-12-1 546,-22-18 0,-15 20 227,-22 62-1506,-4-24 1,-10-5 0,16 17 295,28 19 0,9 15 1,8 5-1,7-4 0,8-15-1475,16-20 1,13-14 0,4-4 0,-5 7-274,-2 16 1,-2 5 0,1-11 623,2-17 1,6-9 0,-10-3 0,-23 4 0,-30 3 0,-3 3 0</inkml:trace>
  <inkml:trace contextRef="#ctx0" brushRef="#br1" timeOffset="142802">17586 9754 7533,'-6'-41'3276,"16"18"0,-8 29-2184,4 21 0,1 17 0,-2 4-437,-4-6 0,-2 4 1,-2 3-1,2 0 0,1-2-218,2-3 0,1-1 1,0 0-1,0 0 1,-1-2-1258,-2 8 1,-3 0 0,1-4 0,5-10-2458,15 4 2457,-6-50 1,0-7 0,1 10 0</inkml:trace>
  <inkml:trace contextRef="#ctx0" brushRef="#br1" timeOffset="143439">18053 10195 11131,'-7'-10'3276,"2"-5"0,5 36-564,5 17-3805,-2-5 1,-1 8 0,0-4-547,1 2 1,1-3-1,6 6 1,2-10 857,-2-26 1,13-39 0,-11-4 0</inkml:trace>
  <inkml:trace contextRef="#ctx0" brushRef="#br1" timeOffset="144151">18251 10231 7533,'0'-28'3276,"0"26"-1638,6 25 0,4 13 1638,5 3-2569,12-59 1,3-13 192,-10 12-421,-5-20 1,-1-11 0,-5 27-1290,-3 72 405,10-12 1,8-3 719,5-7 0,6-13 292,-4-21 0,4-13 0,0-3 0,-3 5 202,3 2 1,-1 4-900,16-7 0,-7 17-1439,-28 43 0,-11 16 1529,5-7 0,-2-6 0,-7-15 0,-21-62 0</inkml:trace>
  <inkml:trace contextRef="#ctx0" brushRef="#br1" timeOffset="144397">18103 9790 7533,'-33'-28'1092,"26"18"0,22 12 0</inkml:trace>
  <inkml:trace contextRef="#ctx0" brushRef="#br2" timeOffset="169070">6079 7497 10800,'-45'2'27,"0"1"0,22 9 0,0 4 0,-10 2 1,1 0-1,0 1 0</inkml:trace>
  <inkml:trace contextRef="#ctx0" brushRef="#br1" timeOffset="194807">1482 11959 12840,'0'-10'1439,"0"3"1529,0-9-2518,0 4-3059,0-6 1710,-8 26 989,-14 5 0,-5 2 629,-16 6-389,10-1 0,-3 3 0,5-3-150,-5 5 539,35 5 1,9 9-1,9-2-202,8-7 0,8-3 1,3 0-1,-3-1-1293,1 5 0,-2-1 0,0-1 776,12 1 0,1-1 0,-24 0 60,-41 7 0,-26 0 0,2-12-1699,11-20 1,0-2 545,-5 19 1,-1 6 0,12-18 1045,15-46 0,30 22 0,9 4 0,0 8 0,-1-1 0</inkml:trace>
  <inkml:trace contextRef="#ctx0" brushRef="#br1" timeOffset="195258">1429 12030 7533,'-36'-26'3276,"33"-1"-1638,25 4 0,14 3-2731,3 5 1,6 3 0,-1 1 797,-9 1 0,-1 0 0,-1 3 0,17 0 1,-20 6-1,-42 11 0</inkml:trace>
  <inkml:trace contextRef="#ctx0" brushRef="#br1" timeOffset="196137">1782 11677 7533,'-42'-26'1092,"1"1"0,9 10 0,-6 6-437,-1 9 0,-7 5 1,-5 3-1,2 4 0,4 3-382,3 5 0,3 6 1,1 4-1,1 5-116,9-6 1,-1 3-1,-1 4 1,1 2-1,2 1 1,1 1-1,4-1 1,5-2-54,1 5 1,2 1 0,4 0 0,4-1 0,6 0 0,7-1 363,6-1 0,8 0 0,6 0 0,3-2 0,3-1 0,1-5 0,0-4-332,6 1 0,3-4 1,3-5-1,1-6 1,2-8 272,-8-7 1,3-4-1,3-5 1,0-3-1,0-3 1,-3-3 0,-4-2-1,-5-2 137,-2-4 0,-3-4 0,-4-3 0,-4-2 0,-3-2 0,-6-1-390,-5-1 0,-5-4 0,-3-1 1,-4-2-1,-3 2 0,-1 2 1,-2 3-661,-2-3 0,-4 2 0,-2 3 1,-4 2-1,-2 4 35,-12-7 1,-6 2 0,0 8 0,7 14 0,-10 27 0,42 23 0</inkml:trace>
  <inkml:trace contextRef="#ctx0" brushRef="#br1" timeOffset="197835">4427 11606 11850,'-9'-19'2699,"1"-13"-1620,-8 13-1619,4-1 480,-16 22 0,-11 10 0,2 6-120,2 13 1,2 4 119,1-14 0,-2 0 0,4 6 60,6 8 0,3 8 0,6 2 0,12-2 655,15-7 0,12-1 1,5 1-1,-2-1 0,-7 0-368,-13 15 0,-7 0 0,14-5-35,17-12 0,13 2 0,6-6 0,-1-11 0,-7-16 125,-8-20 1,-2-18 0,-3-9 0,-4-4 0,-4 3-414,-6 6 0,-3-1 0,-4-1 0,-1-2 0,0 0 110,2 0 1,1-4 0,-1 0 0,-3 1 0,-4 3 0,-9 4-895,-13-4 1,-10 4 0,-4 5 0,3 9-820,-3 3 1,5 17 982,6 49 1,32-4-1,0-13 1,0-1 0</inkml:trace>
  <inkml:trace contextRef="#ctx0" brushRef="#br1" timeOffset="198191">4445 11871 8522,'10'29'1092,"6"-2"0,8 3 0,0 2 0,5 0 0,2 2 0,0 0-2077,1 4 1,1 2-1,-4-7 985,-6-9 0,-5-5 0,-8-3 0,-2-16 0</inkml:trace>
  <inkml:trace contextRef="#ctx0" brushRef="#br1" timeOffset="198920">5329 11571 7533,'0'-41'3276,"0"10"-1638,-3 3 0,-5 5 1638,-22 11-3584,4 22 0,-4 11 1,2 5 307,5 0 0,0 5 0,2 3 0,0 2 377,2 2 1,-1 2 0,1 3 0,2 0 0,5-1-154,2 5 1,3 0 0,4-1 0,4-2-495,5 6 0,5-2 0,6-7-1369,13-2 1,5-11 982,-10-13 1,0-5-1,9 0 1,-22-2 0</inkml:trace>
  <inkml:trace contextRef="#ctx0" brushRef="#br1" timeOffset="199772">5525 11942 9512,'-19'-20'3276,"7"-4"0,6 15-2093,-4-1-1183,-21 10-899,-3 33 1618,4-1 1,2 7 269,12 6 1,8 2-1350,6-4 0,10-4 540,12-10 0,6-15 912,4-34 0,2-21 0,-2 6-706,-3 18 0,-3-1-836,-5-19 0,-3-7 0,-8 23-450,-9 44 1,-4 11 809,3-13-1003,6 14 1,5 8 0,7-11-547,9-24 1,2-2 1169,-3 21 1,-1-7 0,4-31 0,-3-11 0,-14-2 0,-1 1 0</inkml:trace>
  <inkml:trace contextRef="#ctx0" brushRef="#br1" timeOffset="200162">5846 11465 7533,'-15'-29'1638,"35"33"0,10 15-819,-6 12 0,1 13 0,-3 7 0,-5 0-164,-8-7 0,-3 3 1,-3 2-1,-1 0 0,0-1 0,1 1 0,1 1 1,-1-1-1,-5-1 0,-5-3-1311,-7-6 1,-6 0-1,-2-2 1,-1-5 0,2-5 632,-9 3 1,4-9-1,4-3 1,29-10-1</inkml:trace>
  <inkml:trace contextRef="#ctx0" brushRef="#br1" timeOffset="202252">15949 12153 7892,'-13'20'3276,"7"3"-435,0-21-2022,13-20 0,16-22 0,5-10 0,-4 1-376,-9 11 1,-2-4-1,0-1 1,-1-1-1,1 0 1,2 3-462,2-8 0,1-2 0,0 2 0,3 8 0,2 13-522,23 9 0,-5 22 765,-27 30 0,1 7-90,16-17 0,12 0 0,1-8 0,-9-15-225,-10-23 0,-6-16 0,0-5 745,4-2 0,3-12 1,1 1-1,-3 14 0,-6 27-8,-3 44 0,-6 30 0,-2-1-138,0-11 1,-2-1 0,0 6-870,-1-8 0,0 7 0,1 3 1,-1 0-1,0-4 0,0-5-733,3 9 1,-1-5 0,-2-14 272,-4-19 1,11 11 0,3 11 0</inkml:trace>
  <inkml:trace contextRef="#ctx0" brushRef="#br1" timeOffset="202453">17093 12012 7533,'-16'-2'1092,"13"12"0,34 17 0</inkml:trace>
  <inkml:trace contextRef="#ctx0" brushRef="#br1" timeOffset="203634">17684 11571 8792,'0'-18'3276,"-5"24"0,-2 22 0,0-5-2400,1 9-966,6-40-180,0-2 1080,0 0-900,0 2-180,0 8 180,0 0 989,0 32-791,0 3 0,0 16 0,0 5 0,0-1 0,0-9-1098,3 3 1,0 0 333,-3-5 1,-2 10-1,1 1 1,1-8 0,4-18 529,7-15 1,-4-51 0,6 5 0</inkml:trace>
  <inkml:trace contextRef="#ctx0" brushRef="#br1" timeOffset="204226">17597 11624 7533,'-5'-32'1092,"0"-1"0,19 6 0,7 1 546,0-8 0,6 6-546,15 19 0,11 10 0,-4 7 0,-8 2 0,-3 5 0,-6 7 0,-6 13 0,-6 8 0,-13-2-1605,-14-9 0,-9-2 0,-6-2 783,-11 5 0,-6-3 0,0-6-1710,-4-7 1,4-11-1838,1-16 0,45 1 2457,-6 16 1,-8 13 0,-12 15 0</inkml:trace>
  <inkml:trace contextRef="#ctx0" brushRef="#br1" timeOffset="204589">18189 12224 7533,'-34'-10'989,"39"-21"1,24 1-1</inkml:trace>
  <inkml:trace contextRef="#ctx0" brushRef="#br1" timeOffset="224020">1376 13247 7533,'0'-10'-540,"0"-14"720,0 13 2159,0-15-1,0 9-989,0-1 630,8 8-2159,-6 2 1620,5 8-1440,-7 0-360,0 0-270,-15 8 1,3 10 808,-12 10 1,-1 3-90,9 4-203,1-2 1,-6 9 0,1 1 0,6-10-68,4 0 180,-3 3 0,-2 10 0,4-2 269,9 5 1,4 2-180,-3-11 0,0 3 0,3-1-90,1 3 0,4-1 0,6-4 419,11-5 1,6-6 0,1-10-330,2-16 0,0-14 719,2-18 1,0-12 0,-13 3-540,-15 9 0,-12 1-1363,-16-3 1,-13-1 0,5 15 668,0 23 0,-14 11 0,75-18 0,0 0 0</inkml:trace>
  <inkml:trace contextRef="#ctx0" brushRef="#br1" timeOffset="225253">1535 13053 7533,'-35'-5'1092,"1"0"0,-5 8 0,-2 2-167,-7-1 1,-2 4-747,9-3 1,0 3 0,1 12-180,11 8 0,1 10 0,1 7 0,1 3 0,1-1 0,3-6 315,-1-1 0,1-3 0,4 2 0,3 6-203,7-7 0,0 5 1,3 4-1,1 2 1,2-1-1,3-1 1,4-5-1,2-6 247,9 7 1,5-5 0,7-5 0,5-6 59,3-5 1,8-2 0,4-3 0,1-6 0,-1-6 0,-4-9 126,-5-11 0,-1-11 0,-2-6 0,-1-5 0,-1 1 0,-1 2 0,1 4 0,2 1 0,-1-1 0,-3-1 0,-6-3 0,-6-4-287,-10-5 0,-6-6 0,-5-3 0,-4-1 0,-3 0 0,-2 5 0,0 5-1079,-4-6 1,-3 6 0,-4 3 0,-3 3 734,-8 2 1,-5 1 0,1 6-1,7 7 1,-4 6 0,25 34-1</inkml:trace>
  <inkml:trace contextRef="#ctx0" brushRef="#br1" timeOffset="227969">3704 13194 7173,'-8'-10'2878,"-1"-29"-3058,-1 31 1260,2-39 1708,8 20-2788,0-3 540,0 5-1620,0 17 1710,8 39-489,0-1 0,3 13 1,3 8-1,1 5 1,0-1-1,-2-4 1,-1-8-53,1 7 1,-2-7 0,2 8 319,-1-10 1,2 8-1,2 5 1,1 2-1,-1-2 1,-1-4 0,-2-9-1,-4-10 183,5 12 577,4-63 1,3-23-1155,-10 10 0,0-9 0,-1-5 0,-1-1 0,0 0 0,0 4-15,-1 2 0,-1 3 0,-1 1 0,2-2 0,0-1-345,2-6 0,2-6 0,0-1 0,0 3 1,-1 6-1,-3 12-1634,1-8 1979,-1 26 0,0 44 0,-3-2 0,0-1 0</inkml:trace>
  <inkml:trace contextRef="#ctx0" brushRef="#br1" timeOffset="228479">3845 13476 7533,'-39'-19'3276,"55"-13"-2184,12 22 0,12 6 0,-2-1-1670,0-6 1,2 2 577,5 5 0,3 4 0,-14 4 0,-18 8 0,15 13 0</inkml:trace>
  <inkml:trace contextRef="#ctx0" brushRef="#br1" timeOffset="229417">4410 13582 7713,'-26'-26'3276,"14"15"0,20-5-1638,28 30 0,5 19-1380,-17 10 0,-7 4-663,-3-5 0,-12-1 345,-18-11 0,-9 0 0,-3-8-1579,-10-10 1,7-8 1528,24-4 0,28-4 0,16 0 0,-1 0 0,-1 1 0,0 0 0</inkml:trace>
  <inkml:trace contextRef="#ctx0" brushRef="#br1" timeOffset="229805">4833 13600 8702,'0'-38'1638,"0"1"0,-8 8-1409,-26 39 1,-16 21-1,7-2-139,18-11 0,3 3 565,-3 10 0,-5 11 1,1 3-1,7-3 0,16-11 973,22-10 1,11-3-2152,-2 5 0,3 2 1,2-7 522,16-10 0,-1-8 0,2-2 0,-35-6 0</inkml:trace>
  <inkml:trace contextRef="#ctx0" brushRef="#br1" timeOffset="231052">5723 13000 8972,'-11'-28'3276,"-9"11"-1638,-2 4 0,-3 2 1165,-17 7-3703,12 17 1,2 14 786,12 5 1,6 10-1,1 5 1,0 2 651,0-6 1,1 4 0,-1 2-1,1 0 1,0-1 0,1-2-522,-2 0 0,1-2 0,0-1 0,0 0 0,2 1 108,0 2 0,-2 3 0,2-1 0,6-7 0,7-10 1512,17-7 0,9-10-2737,6 1 1,4-3 5,-9-3 1,1-1 0,-2-1 436,2-4 1,-5 3-1,-7 20 1,-18 1 0</inkml:trace>
  <inkml:trace contextRef="#ctx0" brushRef="#br1" timeOffset="231907">6399 13212 7533,'-23'-14'1638,"1"0"0,-19-11 1638,0 7-3062,4 26 1,-7 12 0,3 5-245,12-1 0,3 3 0,1 8 449,5-2 1,-1 7 0,1 4 0,2 1-1,4-1 1,7-3 52,6 7 0,7-1 1,6-2-1,7-3-131,2-5 1,6 1 0,5-4 0,1-7 0,0-14-117,9-17 0,3-17 0,-1-9 0,-3-1-207,-10 6 0,0-2 0,-3-3 0,-4-3 0,-8-5-417,-8-2 1,-7-8 0,-5-4-1,-4 0 1,-1 1 0,-1 5-1,1 8-694,-1-1 1,-1 7 0,-6-1 682,-9-11 0,-9-7 1,4 10-1,14 26 1,19 38-1,7 11 0,5 13 1</inkml:trace>
  <inkml:trace contextRef="#ctx0" brushRef="#br1" timeOffset="232224">6313 13423 9602,'-21'0'1092,"32"23"0,19 14 0,0-3 546,2-3 0,2 1-2458,-5-2 1,4 4 0,-2 0 0,-3-5-535,-1 0 1,-5-5 1353,5 10 0,-36-9 0,1 3 0</inkml:trace>
  <inkml:trace contextRef="#ctx0" brushRef="#br1" timeOffset="232981">7125 13088 7533,'-2'-25'1638,"-1"-1"0,-26-5-218,-3 37 0,-3 17-1128,10 3 1,1 9-1,2 4 1,2 2 282,6-3 1,1 3 0,2 1-1,4 1 1,2-1-415,3 0 1,3 2 0,2-1 0,5-2 0,3-3-982,6-1 1,6-2 0,3-4 0,1-5 413,5-4 0,1-6 1,-1-5-1,1-5 1,-7-4-1,-16-2 1</inkml:trace>
  <inkml:trace contextRef="#ctx0" brushRef="#br1" timeOffset="233406">7211 13476 7533,'-12'-18'1638,"46"25"0,13 16 0,-25 6 0,-6 7-327,-1 10 0,-8 2-2705,-16-6 0,-5-4 1394,1 3 0,32-48 0,11-9 0,17 3 0,0-1 0,0 1 0</inkml:trace>
  <inkml:trace contextRef="#ctx0" brushRef="#br1" timeOffset="233787">7715 13494 7533,'-12'-25'1092,"0"1"0,-25 8 0,-5 16 0,17 18 0,2 11 0,0 1 0,-2-2 0,0 2 0,4 0 546,-4 13 0,18-4-1579,38-17 1,19-7 0,-8-5 0,-7-2 0,1-5-1,0 0 1,0 1 0</inkml:trace>
  <inkml:trace contextRef="#ctx0" brushRef="#br1" timeOffset="234205">7753 13035 7533,'-13'-25'3276,"34"36"-2184,4 13 0,5 11 0,-2 6-437,-11-4 0,-2 4 1,-1 3-1,0 1 0,2-4 164,6 3 0,4-3 0,-4 2 0,-9 2-1443,-13 2 0,-7 5 0,-6 1 0,-2-7 0,-1-11-725,-2-12 0,-5-5 1349,-8 9 0,-4 1 0,10-12 0,17-16 0,11 0 0</inkml:trace>
  <inkml:trace contextRef="#ctx0" brushRef="#br1" timeOffset="234940">8430 13406 8612,'-35'-30'1638,"63"12"0,21 5-546,-12 11 0,3 5 0,2 2-683,-2-2 1,2 1-1,0 1 1,-6 0-1,11 3 1,-15 6 0,-26 19-1</inkml:trace>
  <inkml:trace contextRef="#ctx0" brushRef="#br1" timeOffset="235346">8417 13600 7533,'-38'0'3276,"13"-8"0,42 6-2184,12-1 0,11 0 0,2 1-1550,1 1 0,2 1 1,2 1-363,-7 0 1,3 2 0,-2-1 0,-3 0 163,16-3 1,-10 4-1,-16 12 1,-36-5 0</inkml:trace>
  <inkml:trace contextRef="#ctx0" brushRef="#br1" timeOffset="236216">8823 13229 7533,'-33'-19'3276,"5"3"-1638,55 25 0,12 5-1078,-17-8 419,13 10 1,12 7-1,-3 1-1099,-12-5 0,-2 0 0,0 0 370,12 7 0,0-1-250,-1 1 0,-10-5-900,-25-13 1,-12 1 1849,-12 15 1,-8 9 0,-2-1-472,1-5 1,0 0 0,-3 1-458,-1-1 1,-3 1 0,0 0-1,3-3-1661,-7 9 1,5-9 1310,0-18 1,53-9-1,11-5 1</inkml:trace>
  <inkml:trace contextRef="#ctx0" brushRef="#br1" timeOffset="237288">9599 13247 7713,'-13'-10'3276,"1"2"-796,0 32-2300,6 12 0,3 17 0,1 1 0,1-11 719,-2-9 1,5-15-1440,11-38 0,8-24 1,1-1 748,0 4 1,1-1 0,7-3-297,-6 10 1,5-4 0,2-2 0,2 0 0,0 3 0,-2 8 0,-2 9 206,6 7 0,-1 9 0,-3 12 255,2 18 0,0 17 0,-7 3 0,-17-9-960,-24-10 0,-13 1 1178,5 5 1,-6 8 0,-1 4 0,1-2 0,4-5-235,1-2 1,2-4 0,8 4 22,7 4 0,5 4 1,5 0-1,4-7-1506,12 4 0,11-8 1124,8-11 0,6-6 0,-11-7 0,-16-9 0,-9 0 0</inkml:trace>
  <inkml:trace contextRef="#ctx0" brushRef="#br1" timeOffset="237913">10596 13088 7533,'-7'-24'1638,"0"-1"0,-37 2 0,22 38 0,-2 13-819,-2-4 0,-4 4 0,1 4 0,5 3-177,10 1 1,5 3 0,2 2 0,1 0 0,-1-2-418,-3 2 0,-1-1 0,3-1 0,7 0-158,8 2 1,6 0-1,4-3 1,3-9-1707,14-7 1,2-11 982,-10-10 1,-1-2-1,3 7 1,-22-4 0</inkml:trace>
  <inkml:trace contextRef="#ctx0" brushRef="#br1" timeOffset="238388">10534 13476 7533,'20'-19'1092,"-1"-1"0,17 7 0,2 10 546,-1 15 0,-9 12-462,-25 17 1,-13 4-2257,-7-13 1,-6-2-560,-10 7 1,2-7 1209,13-14 1,37-21 0,10-6 0,-3 1-1,-1 1 1</inkml:trace>
  <inkml:trace contextRef="#ctx0" brushRef="#br1" timeOffset="238807">10940 13458 9062,'-16'-29'819,"-1"0"0,-15 31 0,-7 14 0,16 5 819,39 18 0,10 6-1111,-33 0 0,4-4 0,34-3 0,9-17 0,-3-36 0</inkml:trace>
  <inkml:trace contextRef="#ctx0" brushRef="#br1" timeOffset="239328">11063 13053 7533,'8'-33'1638,"1"1"0,6 11-983,3 34 0,8 20 1,2 12-1,-3 2 0,-10-5 437,-14 4 0,-10 0 0,2 7-1314,8-13 0,3 7 0,2 3 0,-1 1 1,-1-2-1,-4-5 0,-5-6 222,-12 8 0,-7-8 0,-1-4 0,-11 4 0,12-9 0,31-14 0</inkml:trace>
  <inkml:trace contextRef="#ctx0" brushRef="#br1" timeOffset="240742">11420 12912 7533,'-8'-41'3276,"-2"25"-2184,37 3 0,23 2 0,-7 3 2184,2 8-2885,-8 2 0,13 2 0,4 0 0,-6 2 0,-14 2-1111,-2 14 900,2-3 0,-11 5 180,-43 12 0,-14 10-145,22-12 1,2 5 0,2 3 0,2 2 0,1 1-186,2 0 0,2 1 0,1 2 0,2 1 0,0 0 0,1 0 120,0 0 0,1 2 0,1-1 0,0 0 0,-1-1 0,-1-2 173,1 2 1,0 1 0,-2-2 0,-3-6 0,-6-8 440,-17 4 1,-10-15 104,-3-18 1,-7-10-1,2-1-2508,-1 0 1,1-2-1,-7-4 1,19 5 982,74 23 1,-3-32-1,3 6 1,1 0 0</inkml:trace>
  <inkml:trace contextRef="#ctx0" brushRef="#br1" timeOffset="242442">16318 12929 7533,'-18'-25'3276,"10"13"-2457,4 31 0,3 23 0,1 12 0,-1-4-164,0-11 0,0 2 1,1 1-1,-1 1 0,0 1-659,0 3 0,0 3 0,0 1 0,0 0 0,0-2 0,0-5-289,-2 11 1,0 2 0,1-12 0,1-27-1347,4-45 1,0-19-1,-1 2 1,0-10 2047,-2 20 1,1-8-1,-2-4 1,1-3-1,0-1 1,0 2 0,0 4-1,0 7 503,-1-14 1,0 7 0,4-5-445,2 9 0,1-10 0,1-3 0,3 1 0,2 6 0,5 9 0,4 16 187,13 18 0,7 19 1,3 9-1,1-3 0,-5-12-381,13-25 1,-3-12 0,-11 24-149,-16 34 0,-4 22 0,-8 9 0,-9-5 0,-12-21-516,-25-26 0,-16-16 0,6 12 390,20 23 0,5 13 0,1 0 0,-3-14 0,-20-21 0,14-2 0,59 24 0,-1-1 0,0 1 0</inkml:trace>
  <inkml:trace contextRef="#ctx0" brushRef="#br1" timeOffset="242588">16995 13600 7533,'22'-42'0,"5"13"0</inkml:trace>
  <inkml:trace contextRef="#ctx0" brushRef="#br1" timeOffset="245302">1058 14870 7533,'-19'0'3276,"-13"0"0,28 0-114,28 0-3207,11 1 0,14 0 0,4 2 0,-8-1 180,4 3 0,0 0 562,-5-4 0,7-2 0,-5 3 1,-18 6-1778,-22 23 473,-11 2 1,-7 12 0,-3 5-1,1-1 1,3-8 606,1 5 0,0 0-547,2-7 1,-3 9 0,0 3 0,0-2 0,2-8 0,4-14-981,3-10 1527,-5 5 0,14-57 0,3-10 0</inkml:trace>
  <inkml:trace contextRef="#ctx0" brushRef="#br1" timeOffset="245660">1164 15311 8342,'-31'-8'3276,"1"6"-2184,53-5 0,25-2 0,-1 1-770,-3 6 0,2 0-322,3-2 0,4-2 0,-6 1 0,-9 1 0,-7 0 0,-8-6 0</inkml:trace>
  <inkml:trace contextRef="#ctx0" brushRef="#br1" timeOffset="247043">1499 14605 6453,'-17'-10'3276,"-24"2"-2054,25 8-683,-23-7 1081,13-3-1126,-3 1 1,-3 0-765,-11-1 180,9 5 0,4 2 90,10 3 225,-2 10 0,-5 4-1146,-3 2 0,-3 2 1,2 1 920,2 1 0,-1 3-45,-1-2 0,-6 3 0,0 1 0,7 1 434,7 0 1,4 1 0,0 2-345,0 1 0,-2 3 0,3 1 0,4 3 157,3 7 0,4 4 1,5 1-1,4 0-90,4-1 1,5 0 0,5 0-1,4 0 142,-1-11 1,4 0 0,3 0 0,1-1 0,3-2 0,0-4-21,5 1 0,1-4 0,3-3 0,2-2 0,2-4-264,0-3 0,3-2 0,2-2 0,0-4 0,0-3 0,-3-5 137,3-6 1,0-5 0,-2-4 0,-1-4 0,-3-3 38,-6-1 1,-1-5 0,-1-2 0,-2-1-1,-2 1 1,-3 1-35,4 0 1,-3 3-1,-5-4 1,-9-6 251,-10 2 0,-7-7 0,-4-5 0,-3-3 0,-4 0 0,-2 1 0,-2 4 0,-1 6 0,1 8-1184,-11 2 1,-3 10 0,-2 2 0,-1-6 584,7-6 1,0-8 0,-2-3 0,0 0 0,1 5 0,-1 8 0,1 13 0,-18 18 0,0 19 0,6 7 0,15 6 0,0 0 0,0 0 0</inkml:trace>
  <inkml:trace contextRef="#ctx0" brushRef="#br1" timeOffset="250537">4233 14781 8522,'-8'-19'3276,"-1"-20"0,-9 1-833,8 7-4082,-5 5 1,-1 5-416,10 17 1804,-33 1 0,-8 6 250,15 9 202,4 12 1,-7 13-1,1 5 1,10-2 36,11-5 1,7-1 0,3 7-135,2-2 0,0 6 0,3 4 0,1 0 0,3-3 0,3-6-15,3 0 0,3-4 0,4-4 0,8-7 456,5-7 0,9-5 0,5-4 0,1-4 0,-3-5 0,-8-5 71,8-13 0,-7-11 0,-6-11-669,-13 8 1,-1-9-1,-3-5 1,-2-2 0,-3 1-1,-4 2 1,-3 6-174,-7-1 0,-5 4 0,-5 1 1,-2-1-432,-5-3 1,-4-5-1,-2 2 1,0 7 0,2 13-226,-2 14 1,3 8-2397,2 0 2729,31 8 0,1 41 0,0-15 1,0-1-1</inkml:trace>
  <inkml:trace contextRef="#ctx0" brushRef="#br1" timeOffset="251059">4251 15117 7533,'-35'-16'3276,"7"12"-1638,40 19 0,13 9-884,7 5 0,6 3 1,0-1-1848,-6-5 1,0-2 0,0 1 545,9 7 1,1 1 0,-19-20 0,-23-21 0,-19-2 0</inkml:trace>
  <inkml:trace contextRef="#ctx0" brushRef="#br1" timeOffset="252043">5082 14587 8882,'-12'-27'3276,"6"9"-1785,-5 10-951,-2 24-136,-13 4 1,-5 3-45,3 7 0,-1 5-270,1-4 0,-1 3 0,4 5 494,10-2 1,3 4 0,4 1 0,4 0-1148,6 1 1,6-1 0,1 1 0,0-2-531,-3 10 1,0 0 0,6-6 545,5-10 1,4-4 0,-4-7 0,-1 0 0,-9-15 0</inkml:trace>
  <inkml:trace contextRef="#ctx0" brushRef="#br1" timeOffset="252790">5329 15028 9242,'-3'-25'1638,"-1"-1"0,-1 3 1638,-1-16-1193,-6 37-2893,-19-6 45,-1 30 1,-1 11 1169,5-9 0,5 5-136,8 5 1,4 7 0,6-5-360,5-2 0,11-9 675,35-18 0,6-20 269,-29-14 1,-1 1-2160,16 23 1,2 10 1304,-12-1 0,-5 6 0,-12 24 0,-1 2 0,16-19 0,-1 0 0</inkml:trace>
  <inkml:trace contextRef="#ctx0" brushRef="#br1" timeOffset="253219">5600 14499 7533,'8'-12'1092,"12"21"0,9 16 0,-2 6-437,-7 5 0,-1 10 1,-2 4-1,-2 1 0,0-3 0,-1-7 0,0-3 1,-2 1-1,-2 1 0,-5 2-1202,-5 3 1,-5 4 0,-2 2 0,-4-2 0,-1-4 0,-1-7 432,-7 1 1,-4-7-1,-2-3 1,-19 4-1,11-8 1,29-9-1</inkml:trace>
  <inkml:trace contextRef="#ctx0" brushRef="#br1" timeOffset="254022">6547 14887 7533,'-25'-10'3276,"56"-5"-2184,4 11 0,10 5 0,0 0-2185,-3-2 1,-1 1 0,1 1 905,8 2 1,2 2 0,-16 4 0,-20 11 0,-56 6 0</inkml:trace>
  <inkml:trace contextRef="#ctx0" brushRef="#br1" timeOffset="254381">6646 15099 7533,'-40'0'3276,"38"-24"-3779,26 22 0,19 9 1,5 3-1,-8-7 278,-5-12 1,1 0 425,12 13 0,11 7 0,-4-2 1,-19-9-1,-20-16 0,28-3 1</inkml:trace>
  <inkml:trace contextRef="#ctx0" brushRef="#br1" timeOffset="255124">6965 14746 7533,'-37'-10'3276,"11"2"0,58 32-2184,2-13 0,9-3 0,2 2-1053,-10 1 0,0 0 0,2 1 0,-1-1-62,5 2 1,1-1-1,-1 1 1,-7 0-23,6 4 0,-12 4-900,-20 7 1,-12 2 674,-25 5 0,-13 1 630,17-10 0,-1 1 0,-2 1 0,-1-3-750,-13 3 0,-3-4 0,5 2-703,9 1 1,3 1 0,3-8 794,-13-10 0,68-20 0,-8-4 0,1 0 0</inkml:trace>
  <inkml:trace contextRef="#ctx0" brushRef="#br1" timeOffset="256238">8368 14746 8072,'-14'41'655,"0"0"0,0 1 1,7-8-1,2 0 0,0 1-103,0 9 1,-1 6 0,2-8 0,4-25-193,6-36 0,5-26 0,1 0-181,-1 11 1,2 1 0,1-3 0,3-3 51,-2 3 0,2-6 1,1-2-1,1-1 1,2 2-1,2 4 0,1 6-96,11-4 0,4 6 0,2 6 0,1 7-955,-1 6 1,2 7 0,-1 4 0,-4 3 474,0 2 0,-4 4 1,-9 9 723,-12 16 1,-12 8 0,-10-1-830,-11-12 0,-11-2 1,-3 0-1,2 2 877,1 6 0,1 3 1,0 0-1,0 0 135,-7-1 0,-3-1 0,6 1 1,15 0 216,21 3 1,14 1-1,3-6-869,1-3 0,7-7-730,6-10 1,11-4 0,0-3 0,-11 2-1,7 8 1,-2 11 0,-51 7 0</inkml:trace>
  <inkml:trace contextRef="#ctx0" brushRef="#br1" timeOffset="256882">9550 14570 7533,'4'-34'655,"1"1"0,-1 0 1,-33 42-1,-17 22 0,6-1 983,9-9 0,3 7-1170,9 3 0,-2 9 0,-1 8 0,1 2 0,3 0 0,5-4 0,6-9 363,7 0 1,8-6 0,3 3-832,3 10 0,5 5 0,2-4 0,2-14 0,5-18 0,1-9 0,-2 0 0,1 0 0</inkml:trace>
  <inkml:trace contextRef="#ctx0" brushRef="#br1" timeOffset="257555">9796 14993 7533,'-3'-30'1092,"-1"-1"0,-15 13 0,-6 5 2184,-23 5-2192,19 23 0,-3 10 0,7 4-1039,2 13 0,14 2-675,21 1 1,14-8 674,9-21 0,7-14 524,-5-14 1,2-9 0,-5-1-435,-6 0 0,-6-1 89,-9-6 1,-4 11-1664,-2 39 0,1 15-200,12-2 1,3 0 1554,0 2 1,3-5-1,0-13 1,-3-13 0,-1-34-1</inkml:trace>
  <inkml:trace contextRef="#ctx0" brushRef="#br1" timeOffset="257992">10177 14499 7533,'3'-29'1092,"0"-1"0,22 37 0,6 16 0,-8 3 0,-2 8 0,-2 6-546,-7-6 0,0 6 0,-2 4 0,-1 1 0,-2 0 0,-3-2 109,-1 5 0,-3 0 1,-3 1-1,-2-2 0,-3-2-1311,-4-4 1,-2 0-1,-3-2 1,-1-2 0,-1-5-438,-8 3 1,-2-5 0,0-7 663,-3-8 1,5-3-1,11 16 1,16-3-1</inkml:trace>
  <inkml:trace contextRef="#ctx0" brushRef="#br1" timeOffset="260039">15740 14182 7533,'-21'-30'1092,"1"1"0,-1-1 0,9 13 2184,23 40-2282,0 3 0,3 8 0,2 6-827,-5-6 0,0 5 0,1 4 0,1 2 0,-1 0 0,1-1 1,1-4 119,3 6 1,1-3 0,0-1 0,0 0 0,-2 3 258,-3 0 0,-2 7 0,0 0 0,0-5 0,2-8 0,2-15 495,35-17-1641,-41-30 1,-7-17-1,2-4 672,4 2 0,3-6 0,2-2 0,-1-2 0,1 1-323,-3 3 1,1-1-1,0-2 1,0 1-1,0 2 1,-1 2 178,0 1 0,0 1 0,0 2 0,0 1 0,-1 1-670,4-8 0,1-1 0,-3 6 0,-5 16-2535,-6 18 3058,-11 9 1,-3 19 0,-2 11-1,-7 3 1,1 0 0</inkml:trace>
  <inkml:trace contextRef="#ctx0" brushRef="#br1" timeOffset="260384">15863 14446 7533,'-39'-15'1092,"59"10"0,24 2 0,-1-1 0,-6-2 0,1-1 0,2 2-1079,0 3 0,4 3 0,-1-1 0,-5 1 0,13-2 0,-23 4 0,-37 5 0</inkml:trace>
  <inkml:trace contextRef="#ctx0" brushRef="#br1" timeOffset="261074">16674 14623 7533,'-40'7'1638,"62"-10"0,16 1-1229,5 11 1,3 3-1,-11-6 1,1-1-1,-4 4 1,-2 13 0,-1 1-1</inkml:trace>
  <inkml:trace contextRef="#ctx0" brushRef="#br1" timeOffset="261679">17044 14781 10231,'46'-18'546,"-1"0"0,1 0 0,-1 0 0,-9-8 0,-5-3 0,-3-2 546,6-5 0,-2-2 0,-17 2-608,-22 3 1,-14 2 0,-6 9-935,-13 13 0,-9 12 0,3 7 660,8 2 0,3 7 0,7 6 882,7 18 0,11 9 0,14-5-685,22-11 0,15-4 0,-2-1-647,-10 3 0,-1-1 1,4-9-854,16-16 1,5-9 0,-16-6 449,-20-5 1,6-6 0,-18 10-1</inkml:trace>
  <inkml:trace contextRef="#ctx0" brushRef="#br1" timeOffset="262304">17770 14041 7533,'3'-24'1092,"-1"46"0,1 27 0,1 2-273,1-12 0,0 3 0,0 1 0,1 3-712,-1-5 0,0 3 1,0 1-1,0 0 0,0-2 1,-2-4-258,-3 11 0,-2-4 0,6-5-1489,15 8 1,0-20 818,-12-29 1,31-15 0,-24-5 0</inkml:trace>
  <inkml:trace contextRef="#ctx0" brushRef="#br1" timeOffset="262587">18103 14499 11221,'-7'-2'-240,"6"25"0,6 20 0,1-5-975,-1-13 1,0 1 1214,0 16 0,0 5 0,2-14 0,4-24 0,-4-11 0</inkml:trace>
  <inkml:trace contextRef="#ctx0" brushRef="#br1" timeOffset="263440">18435 14499 7173,'0'-27'3276,"0"17"-1638,-8 33 0,-1 19 0,3 1 0,2 2-1515,-4 8 0,9-12-1112,41-31 1798,-21-31 1,-1-15-1,-1 1-569,-1 1 0,-1 1 0,2 7-1679,24 7 989,-23 42 0,0 11 585,11 1 0,7-10 165,-5-23 0,2-11 0,-2-5 479,-5-9 1,-3-6-1,0 8-644,12 15 0,-5 5-585,-17-5 300,-7 29 0,-2 19 1,2-3 149,6-6 0,0-12 0,-7-19 0,13-11 0</inkml:trace>
  <inkml:trace contextRef="#ctx0" brushRef="#br1" timeOffset="263771">18176 14199 7533,'-30'-5'0,"0"1"0,23-28 0,28 17 0,0 1 0</inkml:trace>
  <inkml:trace contextRef="#ctx0" brushRef="#br1" timeOffset="268937">1341 16316 10501,'-20'-18'3276,"4"1"-2504,16-1-682,-15 8-135,-12 1 0,-5 3-90,2 7 0,-1 3-1504,-13 4 1,2 2 1793,5 4 519,40 27 1,17 4-585,0-26 0,3 1 22,2 12 1,3 9-1,-1 3 1,-5-6-68,0 4 0,-9 0-75,-7-1 0,-6 2 0,-8-7 164,-12-8 1,-11-11 315,-8-19 0,-7-13 0,6 1-675,10 5 0,11-4-195,25-17 0,17-10 1,3 6 553,2 12 1,7 1 520,-3-2 0,7-4 1,2-3-1,-5 0 0,-12 1 983,-11-13 0,-8 0-546,3 4 0,1-2 0,-9 6-2061,-11 8 0,-5 9 969,0 9 0,16 41 0,0 14 0</inkml:trace>
  <inkml:trace contextRef="#ctx0" brushRef="#br1" timeOffset="269929">1393 16069 7892,'-9'-27'3276,"-7"1"-1245,6 1-771,-15 13-361,-3-19-674,-4 27 0,-2 4-225,-2-16 225,-1 23 0,-6 9 74,7 1 1,-1 4 0,0 2-360,1 3 0,-1 1 0,1 4 127,0 0 1,-1 3-1,1 2 1,5 1 44,7-2 1,3 2-1,3 1 1,3 3-113,4-4 0,3 3 0,3 1 0,2 1 0,3-1 90,3 6 0,5 0 0,2 1 0,3-2 0,2-2-29,3 2 1,2-1 0,5-3 0,6-5 315,1-6 1,6-2 0,3-4 0,2-5 0,1-7-318,-5-9 0,2-6 0,1-4 0,1-4 0,-1-3 0,-1-1 351,-2-3 0,1-4 0,-1-3 1,0-2-1,-2 0 0,-1-1 0,-1 1-34,6-4 1,-1 1 0,-2-2 0,-3-2 0,-5-5-228,-5-2 0,-3-5 0,-2-4 0,-5 0 0,-5 3 0,-6 3-420,-8-1 0,-7 4 0,-5 1 0,-4-1-234,1 3 0,-5-1 1,-2 0-1,-1 4 1,0 5-590,-11-2 1,-1 7 0,-2 6 545,1 5 1,-2 5 0,13 10 0,11 25 0,39-1 0</inkml:trace>
  <inkml:trace contextRef="#ctx0" brushRef="#br1" timeOffset="271784">4710 16175 7533,'0'-10'3276,"-8"-6"-526,6 22-2480,-6 35 0,7-5 0,1 7 0,1 0-151,-1 2 1,-1 0 0,2 0 120,0 5 0,1 0 0,3-17 2369,5-21-2699,1-29 0,3-19 244,-5 6 0,1-10 0,0-5 0,2-3 1,1 1-1,3 4 0,3 8-424,13-1 0,6 8 0,2 3 1,-1-3 502,-8-3 1,0-4 0,0 1 0,0 6 0,0 13-294,13 11 0,0 14 0,-16 11-165,-28 14 0,-18 14 0,-8 2 1,2-10 853,-6-5 1,-2-1-127,11-4 1,-2 7 0,0 3 0,4-3-1,6-6-233,6 2 0,9-1-1363,16 9 1,11 3 0,-2-11 436,7-8 1,-6-6-1,-4-9 1,-13-21 0</inkml:trace>
  <inkml:trace contextRef="#ctx0" brushRef="#br1" timeOffset="272854">5686 16387 8342,'0'-46'3276,"-6"3"0,-23 24-473,12 3-3478,-15 23 1,-4 10 449,15-4 0,0 3 225,-4 1 0,0 3 225,-4 14 0,7 5 674,15-2 1,9 0-1080,9 7 0,12-11 629,19-31 1,6-16 1188,-10-4 0,-4-5-2062,1-17 1,-4 15-1216,-12 41 1,-1 11-1,0-2 1,1 1 1291,2 4 0,2 2 0,1-12 0,25-20 1,-13-19-1</inkml:trace>
  <inkml:trace contextRef="#ctx0" brushRef="#br1" timeOffset="273277">5981 15981 0,'30'-1'1638,"-1"0"0,3 11-1092,-11 14 0,3 17 0,3 9 0,-3 3 0,-3-2 0,-6-8 546,-7 0 0,-6-5 0,-3 7-1606,2-2 0,-1 9 1,0 4-1,-3-3 1,-3-6-1,-4-12 109,-11-3 0,-8-11 585,-18-5 0,5-1 0,27 18 0,3-9 0,0 0 0</inkml:trace>
  <inkml:trace contextRef="#ctx0" brushRef="#br1" timeOffset="274919">5488 16051 7533,'-12'-25'3276,"5"-3"0,-3 9-2462,-10 33 0,-8 20 1,3 4-186,9-5 1,2 4-1,1 3 1,0 1-468,-1 2 0,0 3 0,1 2 0,1-1 0,2-4-140,0-1 1,1-2-1,4-2 1,6-1 516,12 14 1,10-1 0,2-16-540,14-16 0,3 9 0,-3 1 0,-14-8 0,1 15 0</inkml:trace>
  <inkml:trace contextRef="#ctx0" brushRef="#br1" timeOffset="276657">16035 16422 9602,'-22'-39'819,"32"4"0,13-8 0,4-4 0,-3 5 273,-6 3 0,-2 2 0,3-5-730,0 0 0,5-11 0,1-2 0,-1 3 0,-4 11 1,-6 16 446,-5 15-719,13 35 0,8 26 0,-4-3 404,-15-8 1,5-12-1588,22-25 1,11-17 0,-9-8 767,-20-5 0,-7-7 1,1-3 1143,5-9 0,2-9 0,-1 9 0,-2 28-353,-7 33 1,-2 21 0,-1 14 0,-1 5 0,0-1-1,0-11-670,4 4 0,0-4 1,-1 4-13,-2 4 0,0 10 0,-1 0 0,1-13 1,-1-24-3062,-1-22 0,-5 4 3784,16-14 1,7 16 0,14 2 0</inkml:trace>
  <inkml:trace contextRef="#ctx0" brushRef="#br1" timeOffset="276836">17044 16387 7533,'-18'-10'1092,"17"2"0,44 8 0</inkml:trace>
  <inkml:trace contextRef="#ctx0" brushRef="#br1" timeOffset="277945">17364 15910 7533,'-19'39'655,"0"1"0,9 0 1,3 6-1,2 2 0,2-6 437,5-5 0,2-3 0,1-3 546,3 7 0,0-17-1265,-2-37 0,-2-24 0,0-14 0,1-4 0,1 6-176,1 5 1,0-2 0,1 1 0,2-1 0,2 1 251,-1 5 1,1-3 0,0 0 0,3 3 0,3 6 0,4 7-1,9 5 1,6 6 0,1 8 0,-3 9-181,0 13 1,0 11 0,-4 7 0,-7 1-150,-4 16 0,-10 5 0,-12-1-188,-7-14 1,-8 0 0,-5-3-1,-1-4-802,-10-2 1,-4-5 0,0-9-770,-10-8 1,18-10 818,36-2 1,5-3 0,16-8 0</inkml:trace>
  <inkml:trace contextRef="#ctx0" brushRef="#br1" timeOffset="288532">1147 17674 10141,'0'-17'3276,"0"-9"-2234,0 14-1252,-28 13 0,-19 12 0,4 5-747,9 14 1,-1 2 986,-13-12 0,-6-2 0,29-1 495,42 0 1,23 1 0,6-4 0,-8-8-796,-8-14 0,1-10 674,7-9 1,8-9 0,-2 6 0,-11 23 26,-16 36 1,-8 26 0,-6 9 0,-7-8 0,-4-27-162,-13-29-463,14 21 0,4 20 0,4 13 1,2 5-1,0-3 0,-1-10 1,-1-17-78,-3-10 1049,-6-15 0,16-2 0,1 0 0</inkml:trace>
  <inkml:trace contextRef="#ctx0" brushRef="#br1" timeOffset="289861">1341 17551 7533,'-10'-28'3276,"-6"-5"-346,-2 6-2210,-9-1-226,7 14 1,-3 3-180,-2 4 0,-3 4 284,-12 1 1,-6 2 0,-1 2-151,-1 0 1,1 1 0,-1 2-420,-2-1 0,1 3 0,1 7-233,7 6 1,-1 5 0,5 6-1,10 7 308,13 0 0,7 6 0,5 5 0,4 2 0,1 1 0,1-2 100,-1-6 1,0 1 0,1 1-1,2-1 1,3 0 0,3-1-1,4-1-427,4-4 0,4 0 1,3-1-1,3 0 1,1-2-1,1-1 1,-2-3-1,-3-1 222,3 4 0,-2-2 0,0-2 0,3-6 0,5-6-219,2-9 1,5-5 0,4-3-1,1-5 1,-2-3 0,-4-5-1,-6-4 874,-3-11 0,-6-10 1,-4-4-1,0 2 0,4 8-291,10 7 0,3 8 0,-1-1 0,-6-9-148,-6-8 0,-3-7 0,-4-4 0,-5-2 0,-7 1 89,-5-2 1,-7-4 0,-5 0 0,-6 4 0,-7 4-606,-4 14 0,-8 4 0,-5 3 0,-1 1 1,3-2-1,6-4 300,4-9 0,7-6 0,2 0 0,-3 3 0,-5 6 0,-11 10 0,-8 4 0,-1 4 0,9 1 0,18-1 0,23-12 0</inkml:trace>
  <inkml:trace contextRef="#ctx0" brushRef="#br1" timeOffset="293906">3881 17621 9152,'-20'0'3276,"-11"-15"0,42 11-1638,25 6 0,11 3-2404,-5-3 1,4-1 0,-1 2 765,-5 5 0,0 1 0,-2-2 564,19-9 1,-20 4-295,-45 14-855,2 18 0,2 6 316,-6 9 251,8-13 0,2 12 0,0 4 0,1-4 0,0-9 377,0-4 1,0-1-882,-2 10 0,-1 10 0,0-4 0,-1-14 432,-1-12 719,-11 7 1980,15-39-71,0 6-3123,-40-6 1,-14 1 584,22 5 413,-1-1 1,-14 0 0,-4-1 0,3 0 0,14 2-324,-4 0-90,-79-6-3277,117 8 2621,23 0 1,7-8-1,-4 4 1,1-1 0</inkml:trace>
  <inkml:trace contextRef="#ctx0" brushRef="#br1" timeOffset="294587">4198 17956 9062,'-20'-9'3276,"5"1"0,15 8 0,-55-8-2184,23 11 0,-2 3 0,0-1-2731,-9-3 1,2 0-1,0 2 1,17 1 818,38 1 1,29-14 0,-8 8 0</inkml:trace>
  <inkml:trace contextRef="#ctx0" brushRef="#br1" timeOffset="295731">4568 18027 7533,'-19'-39'3276,"35"15"-2387,10 41 0,9 21 0,-2-5-889,-7-14 0,1 0-30,8 10 0,1 6 0,-21-3-559,-40-7 0,-21-4 1,7-3 1037,4 4-1542,-6-5 1,-9 0 0,21-12-1968,27-9 3060,28-11 0,-1 6 0,5 2 0,10-3 0,0 0 0</inkml:trace>
  <inkml:trace contextRef="#ctx0" brushRef="#br1" timeOffset="296284">5058 18009 7533,'-7'-45'3276,"2"18"0,5 11 0,-17 16-2614,-10 16 1,-5 7-393,5-1 0,1 5 269,-2 12 1,0 6 0,8-1 314,8-3 1,13 0-286,18-3 1,10 1 0,0-8-1605,-6-13 1,4-7-59,13-4 1,6-5 0,-9-3 272,-13-3 1,10-27 0,-28 11 0</inkml:trace>
  <inkml:trace contextRef="#ctx0" brushRef="#br1" timeOffset="299211">5969 17515 17877,'-48'-11'599,"0"-1"1,13 9 0,0 0-421,-1-7 1,-3-2 0,6 11-630,5 21 1,8 14 599,9 7 0,7 8 0,1 1-83,1-11 1,0 0-1,2 3 1,-2 2-54,1-1 0,0 4 0,0 1 0,0 1 0,-2-2 0,0-3 143,-3 7 1,-2-4-1,0-1 1,0 1 66,-1-2 1,0 1 0,0-2 0,2-3 135,-2-3 0,1-3 0,10-8 1169,17-9 0,9-9-1469,7-7 0,7-6 0,0-1-1153,2 1 1,1 0 0,-2-2-1,-4-2 1,-2-2 0,-3 2 436,4 5 1,-13-2-1,-22-2 1,-6-3 0</inkml:trace>
  <inkml:trace contextRef="#ctx0" brushRef="#br1" timeOffset="300404">6363 17886 7533,'-20'-10'819,"14"39"0,4 27 0,3-1 0,-1-30 819,0-74 0,2 0-734,1 80 0,1 28 0,1-28-799,0-45 0,1-24 0,0-13 0,2-5 0,-1 5 0,1 14-15,2 8 0,4 1-23,5-9 1,5-9-1,2 2 1,1 11 112,5 9 0,6 10 179,4 6 1,10 2 0,-3 7 0,-18 10-1125,-28 35 1,-7 8 794,27-23 0,7-2 0,-13 6 516,-26 2 0,-18 9 0,-9 4 0,1-1 0,9-4 0,18-10-139,27-8 0,12-7 0,-10 6-430,-25 15 1,-15 11-1,2-3 1,17-15-1071,34-22 1,14-11 0,-15 4 607,-24 18 0,3-11 0,-6 13 0</inkml:trace>
  <inkml:trace contextRef="#ctx0" brushRef="#br1" timeOffset="301113">7446 17586 7533,'-39'-9'546,"1"0"0,20 33 0,5 17 0,1 8 0,-1-3 0,-5-12 546,-13-15 0,-3-8 0,9 10-624,16 13 0,7 13 0,6 7 0,4 3 0,3-3 0,0-8 0,-2-14 2808,19 5-3077,5 0 1,9 6 0,-12-21-1,-20-26 1,6-12 0</inkml:trace>
  <inkml:trace contextRef="#ctx0" brushRef="#br1" timeOffset="301879">7494 18009 7533,'-18'-41'3276,"10"25"0,41 1 0,-16 19-1638,20 11 0,4 9-1894,-17 1 1,-7 3-1050,-11 0 1,-6 3 1709,-2 5 0,-9-4-2044,-14-16 1,-2-4 818,3 3 1,31-15 0,24 0 0</inkml:trace>
  <inkml:trace contextRef="#ctx0" brushRef="#br1" timeOffset="302382">7876 17956 9062,'-13'-17'3276,"6"-1"0,-3 8-2812,-24 26-464,20-10 359,-7 11 1,-6 10 0,4-1 1079,2 3 1,10 1-1440,26 8 0,9-1 0,-8-9 0,5-5 0,21-11 0,2-9 0,-13-3 0</inkml:trace>
  <inkml:trace contextRef="#ctx0" brushRef="#br1" timeOffset="303003">7986 17604 7533,'8'-34'1638,"-1"1"0,-1 6 0,32 21 0,8 19-546,-25 19 0,-6 14 0,2 0-273,2-14 0,3 0 0,-3 2 0,-5 5-828,-10 1 0,-5 7 0,-3 4 1,-3 2-1,-2-2 0,-1-5 0,0-7-1084,-7 6 1,-2-9 0,-1 5 1036,3 2 0,-1 7 1,-1 1-1,-1-8 1,1-15-1,-7-15 1,5-8-1,10 3 0</inkml:trace>
  <inkml:trace contextRef="#ctx0" brushRef="#br1" timeOffset="304221">8331 17515 7533,'0'-28'1092,"0"0"0,20 6 0,10 8 546,14 11 0,6 10-546,-7 4 0,2 4 0,-3 4 0,-2 3 0,-2 4 0,-8 1-314,-7 3 1,-10 4-689,-17-2 0,-7 3 0,2 4-54,6 0 0,1 3 0,2 4 0,0 1 0,-2-1 143,0-4 1,-1 1 0,-1 1 0,1-1 0,1 0 0,1-1-144,4 2 0,2-1 0,1 0 0,-2-2 0,-4-3 773,-3 14 1,-5-4 0,-11-14-271,-14-23 1,-9-12 0,5 2-630,6 8 0,0 0-1003,-13-3 1,-5-3 0,15-4-2185,20-7 2730,3-2 1,25-5 0,11-3 0,6-1 0,1 1 0</inkml:trace>
  <inkml:trace contextRef="#ctx0" brushRef="#br1" timeOffset="307627">6411 17762 7533,'-17'-17'3276,"9"7"0,-3 2-474,11 8 77,11 0-2699,-9 0 89,9 0 181,-6 24-540,-3 5-198,-1 5 0,0 13 0,0 7 1,0-1-1,0-8 138,-1-5 0,0-6 0,0 6 743,0 8 1,0 9 0,0 1 0,0-8 0,0-18-1404,0-16-10,0-16 1,0-46 0,0 13 0</inkml:trace>
  <inkml:trace contextRef="#ctx0" brushRef="#br1" timeOffset="308904">6473 17762 7533,'-36'-7'3276,"20"-3"0,-11-8-2184,37-7 0,17-7 0,5 9 0,3 20 0,4 11 0,-1-7-213,-2-20 0,-1-7 0,0 16-969,-2 24 0,2 14 0,-5 6 0,-11-6-450,-15 13-240,-10 0 1,-4 8 0,-4-10 779,-13-2 404,-7-5 1,1-7-315,17-17 90,-24 8 360,25-5 719,-8 15-1259,10-8 1439,27 17 0,9 2-899,5-6-270,2 0-1,8 6 1,-3-9-225,-8-16 0,-1 0-255,0 11 0,1 4 1,-5-4-61,-1-6-3007,6 7 2457,-25-28 1,9-20 0,-11 14 0</inkml:trace>
  <inkml:trace contextRef="#ctx0" brushRef="#br1" timeOffset="310227">7310 17798 8072,'-19'0'3276,"18"-40"-1638,16 21 0,5-3-546,0-13 0,0-5 0,-7 21-126,-10 23-1056,-9 16 607,-5 8 0,-6 13 1,-1 3-1,3-2-217,2 2 0,3 0 0,3 1-61,2 5 1,3 1 0,4-5 75,5-3 0,3-6-225,5 6-3367,25-19 2457,-24-22 1,-9-10 0,-22-12 0</inkml:trace>
  <inkml:trace contextRef="#ctx0" brushRef="#br1" timeOffset="312904">15789 17515 7533,'-32'-15'1638,"57"9"0,15 0 0,-16-3 0,4 0-819,7 4 0,7 2 0,1 2 0,-7 3 788,-6 5 0,-3 1-1472,6-7 0,-3 2 1124,-9 21-1618,-51 9 329,17 1 0,1 11 0,3 1 97,4-4 0,3 1 1,1 2-1,0 2 5,-1-1 0,0 3 0,0 0 0,1 1 0,2-3-740,4 5 0,2-1 0,0-2 0,-2-3 698,-2-4 0,-1-3 0,-2-5-75,1 0 0,-7-13 854,-16-30 1,-7-13-226,-10-1 1,-5-1-1678,7 7 1,-1 1 0,3 0 436,-1-8 1,7 7-1,4 17 1,56 10 0</inkml:trace>
  <inkml:trace contextRef="#ctx0" brushRef="#br1" timeOffset="313369">16195 18027 8882,'-35'-9'1092,"0"0"0,-2 6 0,-2 4 0,7 6 0,-2 3 0,-2-1-414,-1-6 0,-3-2 0,0 0 1,3 2-814,-14 10 0,5-5-275,1-18 0,19-5 1,46 1-1,17 0 1,-6 3-1,1-1 0,-1 0 1</inkml:trace>
  <inkml:trace contextRef="#ctx0" brushRef="#br1" timeOffset="313905">16674 18062 7533,'-28'-9'1638,"0"1"0,-14-10-1365,63 9 0,28 0 0,14 1 0,-2 2 0,-18 5 0,3 10 0,-4-7 0,0-1 0,0 0 0,-1 0 0,1 0 0</inkml:trace>
  <inkml:trace contextRef="#ctx0" brushRef="#br1" timeOffset="314943">17549 17586 7533,'-22'-24'1092,"13"46"0,5 22 0,2 4-437,1-9 0,2 3 1,1 2-1,0 1 0,0 1-109,0-5 0,1 2 0,-1 1 0,1-1 0,0-1 0,1-2-1366,1 6 1,-1-1 0,3-4 0,1-7-820,7 4 1,3-17 1224,14-47 0,2 1 0,-8-2 1</inkml:trace>
  <inkml:trace contextRef="#ctx0" brushRef="#br1" timeOffset="315458">17905 18150 7533,'-26'-17'1638,"11"44"0,7 14 0,7 1 0,11-9 0,22-25 0,7-16-546,-13-11 0,0-10 0,-1-2 0,3-5 0,1-3 0,2 15-2266,13 17 0,-5 19 1174,-18 26 0,-5 9 0,4-11 0,2 0 0,2-14 0,25-30 0</inkml:trace>
  <inkml:trace contextRef="#ctx0" brushRef="#br1" timeOffset="316109">18582 17639 7533,'-9'-46'1638,"-1"0"0,3-1-1170,9 62 0,3 25 0,2 18 0,1 7 0,2 1 0,0-9 0,-1-15-377,6-7 0,0 0 0,-7 3 0,0 15 0,0 9 0,-1 3 0,0-4 0,-2-10 0,0-16 0,-1-21 0,-2-41 0,0 1 0</inkml:trace>
  <inkml:trace contextRef="#ctx0" brushRef="#br1" timeOffset="316528">18520 18009 7533,'-39'-14'1638,"-1"-1"0,5 7-546,55 8 0,24 3 0,1-2 0,0-2 0,1-2 0,1-1-1670,4 1 1,0-1-1,-5-3 308,7-4 0,-15-3-550,-27-2 1,-6 30 0,1-2 0</inkml:trace>
  <inkml:trace contextRef="#ctx0" brushRef="#br1" timeOffset="317071">18988 18221 8972,'-9'24'1638,"-1"1"0,3 0 0,7-53 0,2-20 0,0 4 0,3-4-957,0 2 1,3-3 0,6 9-2321,13 9 1,6 15-1,3 22 1,2 9 1091,1-1 1,-3 0 0,-8-5 0,-4-3 0,1-6 0</inkml:trace>
  <inkml:trace contextRef="#ctx0" brushRef="#br1" timeOffset="317440">19481 17956 10411,'-24'31'655,"0"-1"0,1 1 1,-1-1-1,-8-13 0,12 1 164,30 14 0,19 11 0,7-3 0,-5-18 819,-6-20 0,0-13-819,1-17 0,3-16 0,-7-2 0,-14 9 319,-23 6 1,-11 3-1139,0-6 0,-1-4 0,16 8 0,44 1 0,11 24 0,0 0 0</inkml:trace>
  <inkml:trace contextRef="#ctx0" brushRef="#br1" timeOffset="343748">20895 4674 8072,'-6'-9'3276,"-4"-15"-1245,14 12-52,2-21-989,24 21-781,2 5 1,8 1 0,-3 3-165,-1 6 0,1 2 180,0 0 0,6 1 0,-1 1 0,-10 1-135,10 13-135,-16 10 0,-9 3 764,-25 7-809,4-6 0,-1 12 0,0 4 0,0-1 1,1-7 89,-1-10 0,1-3 0,-1 7 89,2 0 1,0 7 0,1 6 0,-1 4 0,1 0 0,-1 0 0,-1-2 0,1-6 164,-2 0 1,0-3 0,0-1 0,-1-1 0,1 0 0,1 1-240,1 1 0,0 0 0,0 0 0,1 0 0,-1 2 0,0 1 126,0 3 0,0 5 1,-1 2-1,0 0 1,1-5-1,0-5 1,1-9-142,2 0 0,0 0 51,0 0 0,-1 9 1,0 6-1,0 2 1,0 0-1,1-5 0,-1-8-231,0 5 0,1-7 1,0 2 179,-2 1 0,1 3 0,-1 0 0,1-3-210,1 6 0,0-2 0,0-14 120,0-19 899,0 21 1,0-5-810,0-27 810,-11 14-630,8-14 475,-19 6 0,-22 5 1,-9 3-1,1-1 0,10-5-494,3-1 0,0-4-817,-2-2 1,-10-1-1,-2-1 1,6-3 0,14-2-145,6-10 0,-9-17 0,14 61 0</inkml:trace>
  <inkml:trace contextRef="#ctx0" brushRef="#br1" timeOffset="349635">22582 5380 7533,'7'-18'2069,"-1"8"1207,4-21-616,-7 17-1311,7-19-989,-10 23-2069,-43-13 1529,12 25 0,-5 8 0,-1 5 562,4 3 1,0 4-1,-1 2 1,1-2-264,-8 0 1,1-2 0,7 9 622,10 12 0,7 10 0,6 0 1,8-10-339,12-7 1,11-7-518,9-5 1,10-1 0,3-5-1,-5-6-112,6-10 1,-2-14 331,-8-9 1,3-10 0,0-5 0,-4 0 0,-10 5 297,-7-3 0,-7 0-735,0-5 0,-1-2 1,-5 23 1768,-14 51 0,-2 24-840,11-10 1,6 3 0,6-2-1693,6-5 1,6-2 0,2-3 1020,-4-5 0,2-3 1,2-7-1,12-10 1,-6-8-1,-21-1 1</inkml:trace>
  <inkml:trace contextRef="#ctx0" brushRef="#br1" timeOffset="351496">23862 5415 6813,'-14'-10'1799,"3"-5"900,16 5-2340,-3 0 2340,9-6-2249,-10 7 539,10 38-315,-9 0 1,-2 7-428,1-1 1,1 7-1,-1 0 1,0-5-248,-1 9 0,0-3-1639,0 11 1,0-22-1639,0-44 3049,6-6 0,17 11 0,9 7 0</inkml:trace>
  <inkml:trace contextRef="#ctx0" brushRef="#br1" timeOffset="352239">24452 5450 7533,'0'-47'3276,"-11"6"-1638,-12 26 0,-6 5-822,-1 2 1,-1 4-997,-8 4 0,8 8 1170,23 29 404,31 0 0,11 4-1094,-11-11 0,0 0 0,-4 1-435,2 15 0,-16-2-180,-32-13 0,-11-7-1324,7-10 1,1-5 1524,-2-5 1,13-2-1,52 8 1,-2 4 0,1-1-1</inkml:trace>
  <inkml:trace contextRef="#ctx0" brushRef="#br1" timeOffset="352521">24022 5133 7533,'17'-20'819,"9"20"0,14 10 0,0 0 0</inkml:trace>
  <inkml:trace contextRef="#ctx0" brushRef="#br1" timeOffset="353533">25351 5592 8792,'-14'25'3276,"3"-5"0,6-58-2929,-1 8 0,-1-10 0,-2-7 1,0-2-1,1 1 0,2 6-145,1-1 1,2 4-1,1 0 1,1-5-178,-1 4 1,-2-5 0,1-3-1,1 0 1,2 2 0,4 5-1,4 7 814,14-5 1,7 8 0,2 5-1020,1 3 0,2 3 0,4 6-382,-1 7 0,3 4 0,0 4 0,-4 6 562,0 10 0,-5 6 0,-2 2 0,10 8 0,-10 5 0,-23 3 0,0 0 0</inkml:trace>
  <inkml:trace contextRef="#ctx0" brushRef="#br1" timeOffset="353933">25252 5309 7533,'-27'0'1638,"1"0"0,18 0 0,27-3 0,15-2-1214,2 4 1,5 1-1,1 0-424,5-1 0,2 1 0,-4 1 0,4-1 0,-7 1 0,-4 7 0</inkml:trace>
  <inkml:trace contextRef="#ctx0" brushRef="#br1" timeOffset="354310">25831 5592 12750,'-14'7'3276,"3"-52"-2330,11 11 1,2-5 0,1-1-617,-2-1 0,0 0 0,4 1-1320,4 0 1,3 0-1,7 14-649,21 21 1,5 14 1169,-8 6 1,-2 5 0,-7 1 0,-1 2 0,-5-2 0,0 7 0</inkml:trace>
  <inkml:trace contextRef="#ctx0" brushRef="#br1" timeOffset="354793">26372 5327 7533,'-7'-35'3276,"2"15"0,-6-3-4394,-7 32 1,-5 11 2209,-3 0 0,-3 4 0,3 3-385,-1 3 0,2 2 0,19-6 385,28-14 0,18-5 0,-6-1-860,1 12-210,-1-30 1,12-15-1,-6-5 1,-24 7-1116,-35 7 1,-21 3 0,6-1 708,17-8 1,2 1 0,-21-9 0,72 32-1,0 0 1</inkml:trace>
  <inkml:trace contextRef="#ctx0" brushRef="#br1" timeOffset="356021">26680 5327 7713,'0'-26'3276,"0"46"-2171,0 9 0,0 5-610,-1 4 0,7-12-46,21-31 1,3-17-765,-15-12 1,-1-4 74,6 7 0,3 0 0,-3 14 960,-2 19-181,-5 27 1,0 17 0,6-13 359,13-24 1,6-12-1140,-4-8 0,2-6 0,1 6 869,-4 9 1,1 5 0,0-1-1723,2-5 1,-1-2 0,-5 12 775,-11 19 0,-6 13 1,3-5 316,12 3 0,0-19 0,-2-57 0,-8 15 0,1-1 0</inkml:trace>
  <inkml:trace contextRef="#ctx0" brushRef="#br1" timeOffset="357062">28477 5256 7533,'12'-30'1638,"0"0"0,2-17 0,-19 19 0,-12 5-1844,-20 15 1,-14 10 0,5 0 160,11-7 0,0 6 117,0 12 0,-7 8 0,0 6 0,6 3 0,15-2 198,16 6 0,13 1 0,4 0-1,1 7 1,6-1 0,6-12-150,12-19 0,6-12 0,1-8 149,-9-4 1,2-6 0,-3-3 0,-4 0-360,-2-8 0,-4-2 1,-10 20 179,-21 54-810,16-8 0,8 5 1,-1 1 719,-2 4 0,-1 1 0,7-9 0,18-6 0,4-17 0,-5-33 0,0 1 0</inkml:trace>
  <inkml:trace contextRef="#ctx0" brushRef="#br1" timeOffset="358352">22951 6650 7533,'-27'-35'1092,"-1"-1"0,16 7 0,-6 3-427,-18 11 0,-14 4 0,2 8 0,20 13 9,32 22 1,24 18 0,2 3 0,-20-12-630,-41-10 0,-8 1-865,27 13 1,7 14 0,1-5 0,-6-24-402,-16-30 1221,-11 4 0,-8 3 0,24-2 0,41-3 0,15 0 0,11 6 0,0-1 0</inkml:trace>
  <inkml:trace contextRef="#ctx0" brushRef="#br1" timeOffset="360404">23135 6685 7533,'-5'-19'1979,"4"-21"-1800,-4 34 2250,10-17-810,-4 23-989,-6 8-675,-7 13 0,-1 7 404,2 0 1,6 3 360,10 14 0,11-2-990,8-14 0,7-11 270,12-22 0,2-8 45,-17 9 0,-5-6-405,2-32 0,-11-4 270,-13 20 180,0-1 0,-2 1 630,0 7-180,-4 10-900,5 8-180,0-8 720,0 6 180,0-5-900,0 7 630,0 0-900,0 15 720,-1 19 1,2 7 133,-2 3 1,7 0 225,16-8 0,1-3-270,-16-3 0,3-10-720,19-34 1,12-24-1,-8-4 690,-17 10 0,-6-3 0,1-3 318,3 2 0,1-3 0,1-2 0,-1 1 0,-3 2-199,-1-12 1,-4 3 0,-2 2 0,-3 8 0,-3 2 0,0 6 360,0-3-90,-5 32-1889,1 32 1933,1 10 1,1 10-75,-1-6 0,-1 4 0,1 1 97,3-12 0,-1 1 0,2 0 1,2-3-368,1 5 0,1-3 0,7-6 389,13-2 1,7-13 90,6-22 0,2-15-241,-12-4 1,-1-5 0,-2 0-345,3 1 0,-5-3-105,-11-4 0,-6-4 0,-10 6 195,-25 10 0,-9 5-1259,13-4 0,-3 5 1214,-14 14 0,9 12 0,32 13 0,17 3 0,-1-1 0</inkml:trace>
  <inkml:trace contextRef="#ctx0" brushRef="#br1" timeOffset="362433">24317 6562 7533,'0'-36'2968,"0"17"-1529,0-5-180,-22 14-719,-1 1 0,-3 1-1170,-18-2 870,35 33 0,8 16 0,3 1 29,4-3 1,3 1 0,2 1-180,6 7 0,1 1 0,-8-1 899,-11-6 1,-6-1-1,-7-14-764,-14-22 0,-5-10-495,-9 4 1,6-6-3008,15-28 2776,24 9-155,22 17 1,19 4-1,8 1 1,-2 2 0,-10 1 597,-8 1 1,1 0 128,4 0 1,8 0 0,3-3 0,-5-3 0,-11-6 1020,-10-15 0,-9-7 0,-2 3-616,3 6 0,-5-1-1569,-9-13 1,-6-4 0,-7 17 1066,-12 28 1,-5 12 654,-10 6 1,6 11-570,19 10 0,9 8 0,5-2 1578,4 8 0,15-14-1929,21-26 0,14-14 0,-5-15 291,-20-8 0,-5-11 0,-2-6 0,1-1 0,1 4 292,8-1 0,3 2 1,-3 0-1,-6-3-697,-5-6 0,-4-6 1,-5 5-1,-10 16 405,-12 15 494,-1 36 1,1 15-255,4-3 0,2 4 0,1 4 7,0 4 0,1 5 1,1 0-1,3-3 23,4 2 0,3-2 0,6-3-1363,6 1 1,5-3 0,2-12-547,1-17 1,0-8 982,4-2 1,-10-4-1,-22-6 1,-21-2 0</inkml:trace>
  <inkml:trace contextRef="#ctx0" brushRef="#br1" timeOffset="362756">24822 6544 8792,'37'-14'297,"0"1"1,0-1 0,1 0 0,-4 1 0,-2 1 0,1 2 0,9 2 0,1 3-1,-7 2 1,1 3 0</inkml:trace>
  <inkml:trace contextRef="#ctx0" brushRef="#br1" timeOffset="363672">25941 6526 7982,'6'-35'3276,"1"8"-1784,-33 1-1762,-7 29 0,-2 16 472,13 7 1,1 11-1,6 4 1,7-4-173,12-2 0,9-1 0,-2 3-8,-8 3 0,-3 5 1,3-5-1,11-14 360,21-21 1,14-14-1,0-10 1,-16-5-144,-21-11 1,-15-9 0,0-1-150,2 4 0,-1-4 0,0 2 0,1 6-1729,4-6 1,-6 9 1169,-23 10 1,7 11 0,52 32 0,19 11 0,-19-21 0,0-1 0</inkml:trace>
  <inkml:trace contextRef="#ctx0" brushRef="#br1" timeOffset="364410">26680 6809 7533,'0'17'3276,"5"9"0,-14-15 0,-22-42-3192,22 2 0,4-8 0,0-6 0,0-1 305,-1 5 1,-1-2 0,0-3 0,1 0 0,1 0 0,2 1-211,0-5 1,3 1 0,1-1 0,1 0 0,3 0-60,1 4 0,2-3 0,1 0 0,1 2 0,2 5 0,0 7-30,11-10 0,7 13-1183,8 12 1,9 7 0,-5 9 1008,-1 14 1,-5 9-1,-8 5 1,-10 1-1,-20 6 1</inkml:trace>
  <inkml:trace contextRef="#ctx0" brushRef="#br1" timeOffset="364908">26483 6403 7533,'-36'0'3276,"69"0"-2184,-3 0 0,7 0 0,2 0-728,6 0 0,2 0 0,-1 0 0,-2 0 0,-1 0 0,-6 0 0,-10 0 0,-1 0 0</inkml:trace>
  <inkml:trace contextRef="#ctx0" brushRef="#br1" timeOffset="366304">27541 6473 7263,'-12'-25'1638,"1"0"0,23-23 1638,-17 11-2457,32 35 0,22 11 0,4 5 0,-11-3-33,5 2-1146,-17 15 0,5 14 0,-7 2 1,-21-9-691,-32-11 1,-19-6-1,3 3 960,12 11 0,4 4 1,-2-8 89,-21-7 0,18-13 0,53-17 0,5 5 0,-1 0 0</inkml:trace>
  <inkml:trace contextRef="#ctx0" brushRef="#br1" timeOffset="367077">28292 6403 7982,'0'-35'3276,"-17"-1"-1245,-9 9-2121,-1 9 360,-12 15 0,-5 14 599,14 16 1,2 11 0,0-5-825,-12-7 0,3 3 427,15 1 0,1 8 0,5-1 1,9-5 561,15-2 0,6-3-1034,-1 6 0,1-3 90,19 5-660,3-27 1,9-7-1,-4-2-1069,-4-3 1,0-2 1348,1 0 0,3 0 0,-16 8 0,-21 14 0,-30-1 0,-1-1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A7600-F20B-4515-BEB6-747F13172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619D84-FE44-6612-1C5F-92CF03358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BFBD04-44B0-D5D4-190C-28C1B9D82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D2274-645B-0159-58D4-F1765C94E78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70E864-21D9-BC68-EC5C-ACD4FEB2A7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24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S: Socrates is a human S -&gt; H</a:t>
            </a:r>
          </a:p>
          <a:p>
            <a:r>
              <a:rPr lang="en-US" dirty="0"/>
              <a:t>M: All humana are mortal H -&gt; M</a:t>
            </a:r>
          </a:p>
          <a:p>
            <a:r>
              <a:rPr lang="en-US" dirty="0"/>
              <a:t>S</a:t>
            </a:r>
          </a:p>
          <a:p>
            <a:r>
              <a:rPr lang="en-US" dirty="0"/>
              <a:t>Therefore M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20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P=&gt;Q is !</a:t>
            </a:r>
            <a:r>
              <a:rPr lang="en-US" dirty="0" err="1"/>
              <a:t>PvQ</a:t>
            </a:r>
            <a:r>
              <a:rPr lang="en-US" dirty="0"/>
              <a:t> == !(P^!Q)</a:t>
            </a:r>
          </a:p>
          <a:p>
            <a:r>
              <a:rPr lang="en-US" dirty="0"/>
              <a:t>Therefore </a:t>
            </a:r>
            <a:r>
              <a:rPr lang="en-US" dirty="0" err="1"/>
              <a:t>PvQ</a:t>
            </a:r>
            <a:r>
              <a:rPr lang="en-US" dirty="0"/>
              <a:t> == !P=&gt;Q and P^Q == !(P=&gt;!Q)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03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55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Exists, </a:t>
            </a:r>
            <a:r>
              <a:rPr lang="en-US" dirty="0" err="1"/>
              <a:t>forall</a:t>
            </a:r>
            <a:r>
              <a:rPr lang="en-US" dirty="0"/>
              <a:t> {Alan, Grace, Boris) C(x), P(x)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61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93DB6-B8B0-3778-A669-C01139D01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AF1B2-B097-1E5E-B16D-5F9694732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2E271-C4F4-CCD0-264A-F00D176C1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Consider the following two pairs of statements: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x\ [C(x)]\quad\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iff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\exists\ x\ [\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C(x)]$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$\exists\ x\ [C(x)]\quad\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iff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x\ [\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C(x)]$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 these statements True?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about the following statements?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x\ [\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C(x)]\quad\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iff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\exists\ x\ [C(x)]$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$\exists\ x\ [\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C(x)]\quad\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iff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x\ [C(x)]$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quantifiers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and $\exists$ are said to be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**dual**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each other.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4718E8-52E9-56DB-05A3-97C191694BD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CCC993-7279-E924-5ABB-C6EB4BB6B6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08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Alan and Grace C(x) and not P(x)</a:t>
            </a:r>
          </a:p>
          <a:p>
            <a:r>
              <a:rPr lang="en-US" dirty="0"/>
              <a:t>Boris P(x) and not C(x)</a:t>
            </a:r>
          </a:p>
          <a:p>
            <a:r>
              <a:rPr lang="en-US" dirty="0"/>
              <a:t>No x in {A,G,B) such that P^C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332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DRAW DIAGRAM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Student(x) x is a student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Professor(x) x is a Professor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Course(x) x is a degree Course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Module(x) x is a course module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Enrolled(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s,p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Student s is enrolled on Course p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Course p requires module m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Teaches(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Professor p teaches module m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Passed(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Student s passed module m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Advises(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Professor p advises student s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Graduates(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s,p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Student s graduates from course p</a:t>
            </a:r>
            <a:endParaRPr lang="en-US" dirty="0"/>
          </a:p>
          <a:p>
            <a:pPr rtl="0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3519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Student(x) x is a student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Professor(x) x is a Professor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Course(x) x is a degree Course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Module(x) x is a course module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Enrolled(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s,p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Student s is enrolled on Course p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Course p requires module m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Teaches(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Professor p teaches module m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Passed(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Student s passed module m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Advises(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Professor p advises student s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Graduates(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s,p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Student s graduates from course p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6218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332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∃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m,c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[Professor(p)∧Student(s)∧Teaches(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)∧Course(c)∧Enrolled(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s,c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)∧Requires(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c,m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=⇒ Advises(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)]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30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 shown is valid. It is sound if x is bicycles and P is “has two wheels”. It is not sound if P is has two wheels and x is birds, because the premise </a:t>
            </a:r>
            <a:r>
              <a:rPr lang="en-US" dirty="0" err="1"/>
              <a:t>forall</a:t>
            </a:r>
            <a:r>
              <a:rPr lang="en-US" dirty="0"/>
              <a:t> x P(x) is False.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1326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in </a:t>
            </a:r>
          </a:p>
          <a:p>
            <a:r>
              <a:rPr lang="en-US" dirty="0" err="1"/>
              <a:t>forall</a:t>
            </a:r>
            <a:r>
              <a:rPr lang="en-US" dirty="0"/>
              <a:t> x [P(x)], </a:t>
            </a:r>
            <a:r>
              <a:rPr lang="en-US" dirty="0" err="1"/>
              <a:t>forall</a:t>
            </a:r>
            <a:r>
              <a:rPr lang="en-US" dirty="0"/>
              <a:t> x [Q(x)] : </a:t>
            </a:r>
            <a:r>
              <a:rPr lang="en-US" dirty="0" err="1"/>
              <a:t>forall</a:t>
            </a:r>
            <a:r>
              <a:rPr lang="en-US" dirty="0"/>
              <a:t> x P(x)^Q(x)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exists x [P(x)], </a:t>
            </a:r>
            <a:r>
              <a:rPr lang="en-US" dirty="0" err="1"/>
              <a:t>forall</a:t>
            </a:r>
            <a:r>
              <a:rPr lang="en-US" dirty="0"/>
              <a:t> x [Q(x)] : exists P(x)^Q(x)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exists x [P(x)], exists x [Q(x)] : exists P(x)^Q(x)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209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$\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$-elimination</a:t>
            </a: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basic idea here is that if a formula is universally quantified, then we can infer a particular instance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 [\phi(x)]$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$\phi(a)$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related to $\land$-elimination because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 [\phi(x)] 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equiv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\phi(a) \land\phi(b)\land\phi(c)\dots$</a:t>
            </a:r>
          </a:p>
          <a:p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$\exists$-introduction</a:t>
            </a: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Given a particular instance we can infer an existential quantification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$\phi(a)$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$\exists x [\phi(x)]$</a:t>
            </a:r>
          </a:p>
          <a:p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related to $\or$-introduction because $\exists x [\phi(x)] 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equiv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\phi(a) \lor\phi(b)\lor\phi(c)\dots$</a:t>
            </a:r>
          </a:p>
          <a:p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$\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$-introduction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$\phi(a)$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 [\phi(x)]$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can we do this? If $\phi(a)$ is true for some arbitrary $a$, then, if we know nothing at all about $a$ then it must be True for all $a$. We can only do this if we know nothing else about the particular instance $a$ (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is not used in any of the premises of the proof).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405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05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661" r:id="rId3"/>
    <p:sldLayoutId id="2147483681" r:id="rId4"/>
    <p:sldLayoutId id="2147483672" r:id="rId5"/>
    <p:sldLayoutId id="2147483662" r:id="rId6"/>
    <p:sldLayoutId id="2147483663" r:id="rId7"/>
    <p:sldLayoutId id="2147483673" r:id="rId8"/>
    <p:sldLayoutId id="2147483680" r:id="rId9"/>
    <p:sldLayoutId id="2147483674" r:id="rId10"/>
    <p:sldLayoutId id="2147483710" r:id="rId11"/>
    <p:sldLayoutId id="2147483675" r:id="rId12"/>
    <p:sldLayoutId id="2147483736" r:id="rId13"/>
    <p:sldLayoutId id="2147483676" r:id="rId14"/>
    <p:sldLayoutId id="2147483677" r:id="rId1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customXml" Target="../ink/ink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customXml" Target="../ink/ink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customXml" Target="../ink/ink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ustomXml" Target="../ink/ink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customXml" Target="../ink/ink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customXml" Target="../ink/ink2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478E3-1D32-C4DC-B248-6FEBA14F7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0E06A-1066-A5DE-F881-1B1F42A82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356FD-181A-8FD5-9638-6C2A5B6A61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004E6F-9524-284D-4439-0AD2E14178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28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633191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309B89-9424-B9F5-9947-DEDE172EF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E76DA7D-EDAD-4D28-FCB9-7163B4EB6F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Facts represented as propositions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Natural deduction: Proof of new statements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Logic Programming: automation of natural deduction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33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30229" cy="632219"/>
          </a:xfrm>
        </p:spPr>
        <p:txBody>
          <a:bodyPr/>
          <a:lstStyle/>
          <a:p>
            <a:r>
              <a:rPr lang="en-US" dirty="0"/>
              <a:t>Propositions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 proposition is a statement that can be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True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or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False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It is colder in the winter than in the summer.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Mount Everest is the tallest mountain in the world.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Water makes you wet.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Premise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is a stated proposition and is like an axiom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Conclusion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is derived purely from the premise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	Socrates is a man [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Premise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]   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	All men are mortal [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Premise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]  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	Therefore, Socrates is mortal [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Conclusion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]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281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C75B8-B375-6520-D124-59F357353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C941A-83DA-185B-FBD6-9B20BE276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BF4D974-2DA5-27C7-5E0E-6077D9357611}"/>
                  </a:ext>
                </a:extLst>
              </p14:cNvPr>
              <p14:cNvContentPartPr/>
              <p14:nvPr/>
            </p14:nvContentPartPr>
            <p14:xfrm>
              <a:off x="457200" y="1542960"/>
              <a:ext cx="4518360" cy="4204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BF4D974-2DA5-27C7-5E0E-6077D93576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1000" y="1526760"/>
                <a:ext cx="4550760" cy="423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05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Example of a Formal Proof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91CD51-EFA5-D9A1-B4F4-775F3C9CA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58392"/>
            <a:ext cx="5016500" cy="50800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C47065-B2BC-9121-5FFA-96BA59022E4C}"/>
              </a:ext>
            </a:extLst>
          </p:cNvPr>
          <p:cNvGraphicFramePr>
            <a:graphicFrameLocks noGrp="1"/>
          </p:cNvGraphicFramePr>
          <p:nvPr/>
        </p:nvGraphicFramePr>
        <p:xfrm>
          <a:off x="729996" y="2149783"/>
          <a:ext cx="9913620" cy="40177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40308">
                  <a:extLst>
                    <a:ext uri="{9D8B030D-6E8A-4147-A177-3AD203B41FA5}">
                      <a16:colId xmlns:a16="http://schemas.microsoft.com/office/drawing/2014/main" val="3604754015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1288504798"/>
                    </a:ext>
                  </a:extLst>
                </a:gridCol>
                <a:gridCol w="3791712">
                  <a:extLst>
                    <a:ext uri="{9D8B030D-6E8A-4147-A177-3AD203B41FA5}">
                      <a16:colId xmlns:a16="http://schemas.microsoft.com/office/drawing/2014/main" val="1819981474"/>
                    </a:ext>
                  </a:extLst>
                </a:gridCol>
                <a:gridCol w="1121664">
                  <a:extLst>
                    <a:ext uri="{9D8B030D-6E8A-4147-A177-3AD203B41FA5}">
                      <a16:colId xmlns:a16="http://schemas.microsoft.com/office/drawing/2014/main" val="899057307"/>
                    </a:ext>
                  </a:extLst>
                </a:gridCol>
              </a:tblGrid>
              <a:tr h="579523">
                <a:tc>
                  <a:txBody>
                    <a:bodyPr/>
                    <a:lstStyle/>
                    <a:p>
                      <a:r>
                        <a:rPr lang="en-US" dirty="0"/>
                        <a:t>Step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Inference Rule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Premises used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97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67352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3153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490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20834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63992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957412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8174B6E5-4754-1C2F-9CC8-EA4317308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303861"/>
            <a:ext cx="5016500" cy="50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46BAC2F-C632-D1E8-E6A0-08EAF8BD1B9E}"/>
                  </a:ext>
                </a:extLst>
              </p14:cNvPr>
              <p14:cNvContentPartPr/>
              <p14:nvPr/>
            </p14:nvContentPartPr>
            <p14:xfrm>
              <a:off x="847440" y="1758960"/>
              <a:ext cx="9375480" cy="4584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46BAC2F-C632-D1E8-E6A0-08EAF8BD1B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1240" y="1742760"/>
                <a:ext cx="9407880" cy="461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015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2551-C722-5FC8-6E30-48AA3E52F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6380285" cy="632219"/>
          </a:xfrm>
        </p:spPr>
        <p:txBody>
          <a:bodyPr/>
          <a:lstStyle/>
          <a:p>
            <a:r>
              <a:rPr lang="en-US" dirty="0"/>
              <a:t>Logic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2033C2-3FC9-0532-B485-8F82E486411B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sz="28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  <m:oMath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sz="28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from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kanren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import var,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eq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lall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lany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run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P, Q, R = vars()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goals =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lall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lall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eq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(P, True),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eq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(Q, False)),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any(Q,R)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run(0, R, goals)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2033C2-3FC9-0532-B485-8F82E48641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05209-07F2-0D09-EE50-83755F53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342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B2FCE-0DE1-ED29-0A8B-770660724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A6EFD-3708-E338-90D2-BAB960F5E0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Continue learning logic programming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Practice writing logic programs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How natural deduction is automated by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First order logic, introducing variables and quantifiers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23D9D-A070-7CC8-A680-E2E65E54F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860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7CD5E-7816-6ACA-1FCB-6C7875438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090043" cy="632219"/>
          </a:xfrm>
        </p:spPr>
        <p:txBody>
          <a:bodyPr/>
          <a:lstStyle/>
          <a:p>
            <a:r>
              <a:rPr lang="en-US" dirty="0"/>
              <a:t>Logic Programming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1A009-189D-5E31-2B08-3644D32C0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Let’s continue where we left off </a:t>
            </a:r>
            <a:r>
              <a:rPr lang="en-US" sz="2800">
                <a:solidFill>
                  <a:schemeClr val="tx1"/>
                </a:solidFill>
              </a:rPr>
              <a:t>last week…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EB7F1-9C77-DFAB-87DE-F68754582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281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83BCE-3558-95CE-9336-5D5B65779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A45A7E-7165-CC92-337B-733B666ADA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1.09 Exercises </a:t>
            </a:r>
            <a:r>
              <a:rPr lang="en-US" sz="6000" b="1" dirty="0" err="1"/>
              <a:t>Kanren.ipynb</a:t>
            </a:r>
            <a:endParaRPr lang="en-US" sz="6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F3281-04AF-B555-2840-A433FEC64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404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949FE9-7A61-D157-5527-5976E0EA8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Automating Reasoning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046B3-4B8F-93ED-5ED4-04FDFA1ED98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18263"/>
            <a:ext cx="2743200" cy="365125"/>
          </a:xfrm>
        </p:spPr>
        <p:txBody>
          <a:bodyPr/>
          <a:lstStyle/>
          <a:p>
            <a:fld id="{FE9C85F8-0BD3-7742-B238-5BE9A2749A8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924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46952-1434-929D-6459-7CDC49E68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496245" cy="632219"/>
          </a:xfrm>
        </p:spPr>
        <p:txBody>
          <a:bodyPr/>
          <a:lstStyle/>
          <a:p>
            <a:r>
              <a:rPr lang="en-US" dirty="0"/>
              <a:t>How Automated Reasoning works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8C2C87-823E-9A87-D370-CB1660610C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en-US" dirty="0"/>
              <a:t>Natural deduction has many rules</a:t>
            </a:r>
          </a:p>
          <a:p>
            <a:endParaRPr lang="en-US" dirty="0"/>
          </a:p>
          <a:p>
            <a:r>
              <a:rPr lang="en-US" dirty="0"/>
              <a:t>How we apply them and in what order is not obvious and relies on “human intuition”.</a:t>
            </a:r>
          </a:p>
          <a:p>
            <a:endParaRPr lang="en-US" dirty="0"/>
          </a:p>
          <a:p>
            <a:r>
              <a:rPr lang="en-US" dirty="0"/>
              <a:t>Computers don’t have human intuition…..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2F9B6-0C0C-B4E6-AD5E-DC59D8FC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82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0695A-72B0-044E-4260-920974841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494917" cy="632219"/>
          </a:xfrm>
        </p:spPr>
        <p:txBody>
          <a:bodyPr/>
          <a:lstStyle/>
          <a:p>
            <a:r>
              <a:rPr lang="en-US" dirty="0"/>
              <a:t>Logical Equivalencies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icture Placeholder 2">
                <a:extLst>
                  <a:ext uri="{FF2B5EF4-FFF2-40B4-BE49-F238E27FC236}">
                    <a16:creationId xmlns:a16="http://schemas.microsoft.com/office/drawing/2014/main" id="{85853A79-C0DE-F75B-95ED-8A7EC4A238D1}"/>
                  </a:ext>
                </a:extLst>
              </p:cNvPr>
              <p:cNvSpPr>
                <a:spLocks noGrp="1"/>
              </p:cNvSpPr>
              <p:nvPr>
                <p:ph type="pic"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Automated inference would be easier if we only had one rule to apply</a:t>
                </a:r>
              </a:p>
              <a:p>
                <a:r>
                  <a:rPr lang="en-US" dirty="0"/>
                  <a:t>Consider the expressions</a:t>
                </a:r>
              </a:p>
              <a:p>
                <a:pPr marL="457189" lvl="1" indent="0">
                  <a:buNone/>
                </a:pP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457189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;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b="0" dirty="0"/>
              </a:p>
              <a:p>
                <a:pPr marL="457189" lvl="1" indent="0">
                  <a:buNone/>
                </a:pPr>
                <a:endParaRPr lang="en-US" dirty="0"/>
              </a:p>
              <a:p>
                <a:r>
                  <a:rPr lang="en-US" dirty="0"/>
                  <a:t>Can we represent a knowledge base using only </a:t>
                </a:r>
                <a:r>
                  <a:rPr lang="en-US"/>
                  <a:t>one of these</a:t>
                </a:r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Picture Placeholder 2">
                <a:extLst>
                  <a:ext uri="{FF2B5EF4-FFF2-40B4-BE49-F238E27FC236}">
                    <a16:creationId xmlns:a16="http://schemas.microsoft.com/office/drawing/2014/main" id="{85853A79-C0DE-F75B-95ED-8A7EC4A238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pic" sz="quarter" idx="13"/>
              </p:nvPr>
            </p:nvSpPr>
            <p:spPr>
              <a:blipFill>
                <a:blip r:embed="rId3"/>
                <a:stretch>
                  <a:fillRect l="-1084" t="-2089" r="-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24F99-E960-C486-CA7D-9EA166C2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9F7E38-535C-DC4A-920F-A9E837EE6A66}"/>
                  </a:ext>
                </a:extLst>
              </p14:cNvPr>
              <p14:cNvContentPartPr/>
              <p14:nvPr/>
            </p14:nvContentPartPr>
            <p14:xfrm>
              <a:off x="1150200" y="2031480"/>
              <a:ext cx="9685080" cy="2926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9F7E38-535C-DC4A-920F-A9E837EE6A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34000" y="2015280"/>
                <a:ext cx="9717480" cy="295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9252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42D0A-6782-8EA6-89F3-27362AAB3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288547" cy="632219"/>
          </a:xfrm>
        </p:spPr>
        <p:txBody>
          <a:bodyPr/>
          <a:lstStyle/>
          <a:p>
            <a:r>
              <a:rPr lang="en-US" dirty="0"/>
              <a:t>Rule Based Systems 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58DD7F-0ADF-563C-C74F-6E2D093370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en-US" dirty="0"/>
              <a:t>If we can represent a Knowledge base purely in terms of material implication and negation, we only need one inference rule: </a:t>
            </a:r>
            <a:r>
              <a:rPr lang="en-US" i="1" dirty="0"/>
              <a:t>modus ponens</a:t>
            </a:r>
          </a:p>
          <a:p>
            <a:endParaRPr lang="en-US" i="1" dirty="0"/>
          </a:p>
          <a:p>
            <a:r>
              <a:rPr lang="en-US" dirty="0"/>
              <a:t>Will allow us to prove logical statements by either:</a:t>
            </a:r>
          </a:p>
          <a:p>
            <a:endParaRPr lang="en-US" dirty="0"/>
          </a:p>
          <a:p>
            <a:r>
              <a:rPr lang="en-US" dirty="0"/>
              <a:t>Systematically deriving new facts until we find the one we want</a:t>
            </a:r>
          </a:p>
          <a:p>
            <a:r>
              <a:rPr lang="en-US" dirty="0"/>
              <a:t>Systematically exploring the known facts to establish compatibility.</a:t>
            </a:r>
          </a:p>
          <a:p>
            <a:endParaRPr lang="en-US" i="1" dirty="0"/>
          </a:p>
          <a:p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9786E-E48A-924B-0232-33ED56F03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457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2791-FCAC-6BBF-DECB-BB1AF41B1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9F0266-FF01-C57E-C9F2-2425B4DEB04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1119706"/>
            <a:ext cx="6838505" cy="4857857"/>
          </a:xfrm>
        </p:spPr>
        <p:txBody>
          <a:bodyPr>
            <a:no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Knowledge base of medical treatments.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Includes facts about diseases and the medicines that can be used to treat them: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There are six diseases {A, B, C, D, E, F }.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There are five medicines {U, V, W, X, Y, Z}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The medicines are available in either oral or injectable form {O, I}.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KB tells us which medicines treat a disease, and what form each medicine is available in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We have the following rules:</a:t>
            </a:r>
            <a:br>
              <a:rPr lang="en-US" altLang="en-US" sz="2400" dirty="0">
                <a:solidFill>
                  <a:srgbClr val="000000"/>
                </a:solidFill>
                <a:latin typeface="Helvetica" pitchFamily="2" charset="0"/>
              </a:rPr>
            </a:br>
            <a:br>
              <a:rPr lang="en-US" altLang="en-US" sz="2400" dirty="0">
                <a:latin typeface="Helvetica" pitchFamily="2" charset="0"/>
              </a:rPr>
            </a:br>
            <a:endParaRPr lang="en-US" altLang="en-US" sz="2400" dirty="0">
              <a:latin typeface="Helvetica" pitchFamily="2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br>
              <a:rPr lang="en-US" altLang="en-US" sz="2400" dirty="0">
                <a:solidFill>
                  <a:srgbClr val="000000"/>
                </a:solidFill>
                <a:latin typeface="Helvetica" pitchFamily="2" charset="0"/>
              </a:rPr>
            </a:br>
            <a:br>
              <a:rPr lang="en-US" altLang="en-US" sz="2400" dirty="0">
                <a:latin typeface="Helvetica" pitchFamily="2" charset="0"/>
              </a:rPr>
            </a:br>
            <a:endParaRPr lang="en-US" altLang="en-US" sz="2400" dirty="0">
              <a:latin typeface="Helvetica" pitchFamily="2" charset="0"/>
            </a:endParaRPr>
          </a:p>
          <a:p>
            <a:pPr>
              <a:spcAft>
                <a:spcPts val="600"/>
              </a:spcAft>
            </a:pPr>
            <a:endParaRPr lang="en-US" sz="2400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240CC-9F09-28A4-A2FE-FDBA5CF10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539C7B-F338-8BDF-8B9A-821C6CB0EDC9}"/>
              </a:ext>
            </a:extLst>
          </p:cNvPr>
          <p:cNvSpPr txBox="1"/>
          <p:nvPr/>
        </p:nvSpPr>
        <p:spPr>
          <a:xfrm>
            <a:off x="8753844" y="697528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70926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3AD85-A0AD-770E-FE29-86452AFF8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Chaining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E2A4F0-001F-C50D-6A36-CEDCF77C31B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1119706"/>
            <a:ext cx="5469609" cy="48578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forward chaining, we start with a fact and a goal, and we explore the implications in a forward direction to find out whether our goal is satisfied.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Given disease B (fact), is there an oral medication available (goal)?</a:t>
            </a:r>
            <a:endParaRPr lang="en-US" i="1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EAAE0-4B01-D995-945F-0DEB12AB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2B82BF-7554-6E48-AB0B-1971B148B5EF}"/>
              </a:ext>
            </a:extLst>
          </p:cNvPr>
          <p:cNvSpPr txBox="1"/>
          <p:nvPr/>
        </p:nvSpPr>
        <p:spPr>
          <a:xfrm>
            <a:off x="8753844" y="697528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E151380-F2A9-F331-DA46-EBBF33A495DA}"/>
                  </a:ext>
                </a:extLst>
              </p14:cNvPr>
              <p14:cNvContentPartPr/>
              <p14:nvPr/>
            </p14:nvContentPartPr>
            <p14:xfrm>
              <a:off x="914400" y="1012320"/>
              <a:ext cx="9424440" cy="5446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E151380-F2A9-F331-DA46-EBBF33A495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8200" y="996120"/>
                <a:ext cx="9456840" cy="54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B3B4E7B-1D57-44E6-E1DF-F98EF4246DF5}"/>
                  </a:ext>
                </a:extLst>
              </p14:cNvPr>
              <p14:cNvContentPartPr/>
              <p14:nvPr/>
            </p14:nvContentPartPr>
            <p14:xfrm>
              <a:off x="9631440" y="4807080"/>
              <a:ext cx="429840" cy="89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B3B4E7B-1D57-44E6-E1DF-F98EF4246D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09840" y="4785480"/>
                <a:ext cx="473040" cy="13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6179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39671-FEB2-7F0E-02B4-41170F42E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DA411-1CF6-2413-0465-F29C6D167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5686586" cy="632219"/>
          </a:xfrm>
        </p:spPr>
        <p:txBody>
          <a:bodyPr/>
          <a:lstStyle/>
          <a:p>
            <a:r>
              <a:rPr lang="en-US" dirty="0"/>
              <a:t>Backward Chaining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6B0406-132C-9FC6-4848-AA7DC852E62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1119706"/>
            <a:ext cx="5877731" cy="485785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dirty="0"/>
              <a:t>In backward chaining, we start with our goal, and work through the implications backwards to see if the goal is supported by the facts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Given that the patient wants oral medication O, is that suitable for their disease B?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EDB50-F334-800B-18E8-6817279D9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49BD2E-360A-8A61-2F7C-CFAC01BA787E}"/>
              </a:ext>
            </a:extLst>
          </p:cNvPr>
          <p:cNvSpPr txBox="1"/>
          <p:nvPr/>
        </p:nvSpPr>
        <p:spPr>
          <a:xfrm>
            <a:off x="8753844" y="697528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49CE0E8-6DA0-E987-439D-3F2278034D03}"/>
                  </a:ext>
                </a:extLst>
              </p14:cNvPr>
              <p14:cNvContentPartPr/>
              <p14:nvPr/>
            </p14:nvContentPartPr>
            <p14:xfrm>
              <a:off x="9000000" y="793800"/>
              <a:ext cx="1314720" cy="5385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49CE0E8-6DA0-E987-439D-3F2278034D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83800" y="777600"/>
                <a:ext cx="1347120" cy="541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1211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AF040-76DD-B46A-E26E-F6D3A4225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61984-6C2E-F013-7C6E-D66E0E08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752308" cy="632219"/>
          </a:xfrm>
        </p:spPr>
        <p:txBody>
          <a:bodyPr/>
          <a:lstStyle/>
          <a:p>
            <a:r>
              <a:rPr lang="en-US" dirty="0"/>
              <a:t>Forward vs Backward Chaining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179333-B7B4-D9BB-7C78-CEE86141ED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1119706"/>
            <a:ext cx="5877731" cy="4857857"/>
          </a:xfrm>
        </p:spPr>
        <p:txBody>
          <a:bodyPr>
            <a:normAutofit/>
          </a:bodyPr>
          <a:lstStyle/>
          <a:p>
            <a:r>
              <a:rPr lang="en-US" dirty="0"/>
              <a:t>Forward chaining: given the facts, what goals can we solve?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Backward chaining: is the goal we want to solve supported by the evidence?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i="1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B21D1-CFD8-D760-2369-818E91C50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4CAD4A-D2AD-EDC0-DC85-0D34C7801003}"/>
              </a:ext>
            </a:extLst>
          </p:cNvPr>
          <p:cNvSpPr txBox="1"/>
          <p:nvPr/>
        </p:nvSpPr>
        <p:spPr>
          <a:xfrm>
            <a:off x="9437760" y="458956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08098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FE7BE7B-0166-523A-A6D9-582A1DC75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663" y="1216316"/>
            <a:ext cx="7168541" cy="48344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4D252A-2F48-8C2C-C0C6-7321B18D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and Proof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CDC04-E83D-8606-43DC-2B8B5648B1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4545496"/>
            <a:ext cx="4616302" cy="14679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i="1" dirty="0">
                <a:solidFill>
                  <a:schemeClr val="tx2"/>
                </a:solidFill>
              </a:rPr>
              <a:t>What forms of drug can be used to treat disease D?</a:t>
            </a:r>
          </a:p>
          <a:p>
            <a:pPr marL="0" indent="0">
              <a:buNone/>
            </a:pPr>
            <a:endParaRPr lang="en-US" sz="2000" i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000" i="1" dirty="0">
                <a:solidFill>
                  <a:schemeClr val="tx2"/>
                </a:solidFill>
              </a:rPr>
              <a:t>What diseases can be treated with an injection?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B3E43-4C2D-FEF8-245E-73BB2AF97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56B6BE-B1B7-9FE4-5BF5-819EB27866E5}"/>
              </a:ext>
            </a:extLst>
          </p:cNvPr>
          <p:cNvSpPr txBox="1"/>
          <p:nvPr/>
        </p:nvSpPr>
        <p:spPr>
          <a:xfrm>
            <a:off x="10501016" y="253433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DC776A3-9803-2BAF-3A75-04BA42CF7C14}"/>
                  </a:ext>
                </a:extLst>
              </p14:cNvPr>
              <p14:cNvContentPartPr/>
              <p14:nvPr/>
            </p14:nvContentPartPr>
            <p14:xfrm>
              <a:off x="5860800" y="1889640"/>
              <a:ext cx="4231440" cy="3915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DC776A3-9803-2BAF-3A75-04BA42CF7C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44600" y="1873440"/>
                <a:ext cx="4263840" cy="394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4264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5BE9-382E-C731-9CD5-2B3FB3823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3D80-161A-6915-D98B-D857AC5E4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and Proof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48E2C-D253-92BC-10EA-594CF4E13A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0863"/>
            <a:ext cx="4400228" cy="4912611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Inference in rule based systems is equivalent to </a:t>
            </a:r>
            <a:r>
              <a:rPr lang="en-US" sz="1600" b="1" dirty="0">
                <a:solidFill>
                  <a:schemeClr val="tx2"/>
                </a:solidFill>
              </a:rPr>
              <a:t>search </a:t>
            </a:r>
            <a:r>
              <a:rPr lang="en-US" sz="1600" dirty="0">
                <a:solidFill>
                  <a:schemeClr val="tx2"/>
                </a:solidFill>
              </a:rPr>
              <a:t>on a directed graph</a:t>
            </a:r>
          </a:p>
          <a:p>
            <a:r>
              <a:rPr lang="en-US" sz="1600" dirty="0">
                <a:solidFill>
                  <a:schemeClr val="tx2"/>
                </a:solidFill>
              </a:rPr>
              <a:t>A proof corresponds to finding a path in the graph between the premises and the goal.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In forward chaining, we start with the premises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</a:rPr>
              <a:t>Patients has disease B. Can we treat it with Oral medication?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In backward chaining, we start with the goal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</a:rPr>
              <a:t>Oral medication. Can it treat disease B?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Both cases require us to traverse the graph. How to do this systematically?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600" i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600" i="1" dirty="0">
              <a:solidFill>
                <a:schemeClr val="tx2"/>
              </a:solidFill>
            </a:endParaRPr>
          </a:p>
          <a:p>
            <a:pPr marL="742944" indent="-457200"/>
            <a:endParaRPr lang="en-US" sz="1600" dirty="0">
              <a:solidFill>
                <a:schemeClr val="tx2"/>
              </a:solidFill>
            </a:endParaRPr>
          </a:p>
          <a:p>
            <a:pPr marL="914389" lvl="1" indent="-457200"/>
            <a:endParaRPr lang="en-US" sz="26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D1E2E-8AE5-A406-3A84-16D25A387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25114B-EE84-2983-0C4A-CFCC0413F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501908"/>
            <a:ext cx="5715000" cy="385418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735C4CC-94FF-12D2-B11A-BB73C6594C2B}"/>
                  </a:ext>
                </a:extLst>
              </p14:cNvPr>
              <p14:cNvContentPartPr/>
              <p14:nvPr/>
            </p14:nvContentPartPr>
            <p14:xfrm>
              <a:off x="8280000" y="2225520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735C4CC-94FF-12D2-B11A-BB73C6594C2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70640" y="22161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7619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CE97B-E535-D213-C26D-7E0416CB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1102439" cy="632219"/>
          </a:xfrm>
        </p:spPr>
        <p:txBody>
          <a:bodyPr/>
          <a:lstStyle/>
          <a:p>
            <a:r>
              <a:rPr lang="en-US" dirty="0"/>
              <a:t>Breadth-First Search (Forward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1C71D-B90F-C87B-1AB2-CE5BFE361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7B14E7-83A8-299E-B7ED-4DE584BCA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96" y="1293702"/>
            <a:ext cx="5646290" cy="49111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87E672-5EAA-C634-2591-585393ACC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018" y="1234891"/>
            <a:ext cx="7772400" cy="52416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790721D-C51E-2DBE-FE87-D3EAACDE3CCD}"/>
                  </a:ext>
                </a:extLst>
              </p14:cNvPr>
              <p14:cNvContentPartPr/>
              <p14:nvPr/>
            </p14:nvContentPartPr>
            <p14:xfrm>
              <a:off x="2538000" y="992880"/>
              <a:ext cx="3620160" cy="5401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790721D-C51E-2DBE-FE87-D3EAACDE3C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21800" y="976680"/>
                <a:ext cx="3652560" cy="543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608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0D4D8-5634-6522-BFAE-813220B4F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FF2B-31B4-23B9-2A9C-6FFA4718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1500263" cy="632219"/>
          </a:xfrm>
        </p:spPr>
        <p:txBody>
          <a:bodyPr/>
          <a:lstStyle/>
          <a:p>
            <a:r>
              <a:rPr lang="en-US" dirty="0"/>
              <a:t>Breadth-First Search (Backward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0CDEC-6B1F-1E60-30D3-F69404B1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6EB622-C2CB-8C2A-0BEF-B9C18CCB1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96" y="1293702"/>
            <a:ext cx="5646290" cy="49111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38F43A6-473E-978A-9646-A1B5E1642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75833"/>
            <a:ext cx="7772400" cy="52416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0587BD0-3CB2-40F0-B4C5-3DA2048EAA07}"/>
                  </a:ext>
                </a:extLst>
              </p14:cNvPr>
              <p14:cNvContentPartPr/>
              <p14:nvPr/>
            </p14:nvContentPartPr>
            <p14:xfrm>
              <a:off x="3290760" y="956520"/>
              <a:ext cx="6509160" cy="5432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0587BD0-3CB2-40F0-B4C5-3DA2048EAA0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74560" y="940320"/>
                <a:ext cx="6541560" cy="546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685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F5E06-75C1-9AC8-1943-1531FF971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F6916-C080-03A1-E8E7-5C6BB3D42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857854" cy="632219"/>
          </a:xfrm>
        </p:spPr>
        <p:txBody>
          <a:bodyPr/>
          <a:lstStyle/>
          <a:p>
            <a:r>
              <a:rPr lang="en-US" dirty="0"/>
              <a:t>Depth-First Search (Forward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5BAF1-C1D3-C29C-C9F1-297A10A42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06704B-91B9-3E8B-D510-8BCE528A3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08155"/>
            <a:ext cx="7772400" cy="52416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08E169F-5AE0-D9DE-59BB-E5D5508018DB}"/>
                  </a:ext>
                </a:extLst>
              </p14:cNvPr>
              <p14:cNvContentPartPr/>
              <p14:nvPr/>
            </p14:nvContentPartPr>
            <p14:xfrm>
              <a:off x="833400" y="1066680"/>
              <a:ext cx="9906840" cy="5455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08E169F-5AE0-D9DE-59BB-E5D5508018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7200" y="1050480"/>
                <a:ext cx="9939240" cy="548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0851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DB016-A11C-ABCA-0E92-CB61A51E3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DD76-5F16-73FC-311E-CBD14581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1312471" cy="632219"/>
          </a:xfrm>
        </p:spPr>
        <p:txBody>
          <a:bodyPr/>
          <a:lstStyle/>
          <a:p>
            <a:r>
              <a:rPr lang="en-US" dirty="0"/>
              <a:t>Depth-First Search (Backward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E4E11-6539-2756-412A-C6D4DD45E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ED5DE6-0657-280E-665B-C768B922E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34891"/>
            <a:ext cx="7772400" cy="52416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4D04774-84DE-C5CE-A075-15AE546159E0}"/>
                  </a:ext>
                </a:extLst>
              </p14:cNvPr>
              <p14:cNvContentPartPr/>
              <p14:nvPr/>
            </p14:nvContentPartPr>
            <p14:xfrm>
              <a:off x="3636360" y="963360"/>
              <a:ext cx="5056200" cy="5760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4D04774-84DE-C5CE-A075-15AE546159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20160" y="947160"/>
                <a:ext cx="5088600" cy="579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2104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D569C-7482-874A-E669-773FB73A6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811359" cy="632219"/>
          </a:xfrm>
        </p:spPr>
        <p:txBody>
          <a:bodyPr/>
          <a:lstStyle/>
          <a:p>
            <a:r>
              <a:rPr lang="en-US" dirty="0"/>
              <a:t>Breadth vs Depth-First 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B6F72-77E4-EBA7-FECE-4BFC9B4C8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712F8E-FBF7-6A3C-8A52-8A701758E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43" y="1276597"/>
            <a:ext cx="11590475" cy="43107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8B8D229-8921-939C-B7EE-8A51861DD31E}"/>
                  </a:ext>
                </a:extLst>
              </p14:cNvPr>
              <p14:cNvContentPartPr/>
              <p14:nvPr/>
            </p14:nvContentPartPr>
            <p14:xfrm>
              <a:off x="771120" y="2044800"/>
              <a:ext cx="10827000" cy="3353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8B8D229-8921-939C-B7EE-8A51861DD3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4920" y="2028600"/>
                <a:ext cx="10859400" cy="338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26946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EFE28-A46F-086B-8C33-47A70D7F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3898E0-4A5E-6323-06B7-F52A39F46D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1.11 Exercises Automating Natural </a:t>
            </a:r>
            <a:r>
              <a:rPr lang="en-US" sz="6000" b="1" dirty="0" err="1"/>
              <a:t>Deduction.ipynb</a:t>
            </a:r>
            <a:endParaRPr lang="en-US" sz="6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A1633-BF73-E66E-B238-D1A029D2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3937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549309-DC7F-9750-4392-F2CFA5287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Order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43817-E6E5-963F-45E3-222D6EC6C2B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18263"/>
            <a:ext cx="2743200" cy="365125"/>
          </a:xfrm>
        </p:spPr>
        <p:txBody>
          <a:bodyPr/>
          <a:lstStyle/>
          <a:p>
            <a:fld id="{FE9C85F8-0BD3-7742-B238-5BE9A2749A8F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8151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81419"/>
            <a:ext cx="8175171" cy="632219"/>
          </a:xfrm>
        </p:spPr>
        <p:txBody>
          <a:bodyPr/>
          <a:lstStyle/>
          <a:p>
            <a:r>
              <a:rPr lang="en-US" dirty="0"/>
              <a:t>A Problem with Propositions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	All computer scientists are logical</a:t>
            </a:r>
          </a:p>
          <a:p>
            <a:r>
              <a:rPr lang="en-GB" sz="2400" dirty="0">
                <a:solidFill>
                  <a:schemeClr val="tx2"/>
                </a:solidFill>
              </a:rPr>
              <a:t>	Alan is a computer scientist</a:t>
            </a:r>
          </a:p>
          <a:p>
            <a:r>
              <a:rPr lang="en-GB" sz="2400" dirty="0">
                <a:solidFill>
                  <a:schemeClr val="tx2"/>
                </a:solidFill>
              </a:rPr>
              <a:t>	Therefore Alan is logical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can represent this easily this in propositional logic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about another computer scientist, Grace?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Our argument above is about Alan.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need to construct another argument for Grace.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about Physicists,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Philophers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Classicists?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seems……wasteful</a:t>
            </a:r>
          </a:p>
          <a:p>
            <a:pPr lvl="1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0A4955-C5B1-2691-5C79-E75FF9A05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200" y="2990800"/>
            <a:ext cx="3149600" cy="6731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E28F8EC-B8B3-8089-AB2C-2EA491093849}"/>
                  </a:ext>
                </a:extLst>
              </p14:cNvPr>
              <p14:cNvContentPartPr/>
              <p14:nvPr/>
            </p14:nvContentPartPr>
            <p14:xfrm>
              <a:off x="520560" y="4112640"/>
              <a:ext cx="6497640" cy="2517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E28F8EC-B8B3-8089-AB2C-2EA4910938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8960" y="4096440"/>
                <a:ext cx="6535440" cy="2554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Order Logic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Even worse….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GB" sz="2400" dirty="0">
                <a:solidFill>
                  <a:schemeClr val="tx2"/>
                </a:solidFill>
              </a:rPr>
              <a:t>	All women are mortal</a:t>
            </a:r>
          </a:p>
          <a:p>
            <a:r>
              <a:rPr lang="en-GB" sz="2400" dirty="0">
                <a:solidFill>
                  <a:schemeClr val="tx2"/>
                </a:solidFill>
              </a:rPr>
              <a:t>	Some women have black hair</a:t>
            </a:r>
          </a:p>
          <a:p>
            <a:r>
              <a:rPr lang="en-US" sz="2400" dirty="0">
                <a:solidFill>
                  <a:schemeClr val="tx2"/>
                </a:solidFill>
              </a:rPr>
              <a:t>	Therefore all women with black hair are mortal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Do our tools allow us to prove that this is a valid argument?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These are all propositions, but they use quantifiers (all, some)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 tools for working for this in propositional logic.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Careful definitions of the sentences has got us out of trouble so far but won’t work here.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need some new mechanisms.</a:t>
            </a:r>
          </a:p>
          <a:p>
            <a:endParaRPr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98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Order Logic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Propositions have to be </a:t>
            </a:r>
            <a:r>
              <a:rPr lang="en-US" sz="2800" i="1" dirty="0">
                <a:solidFill>
                  <a:schemeClr val="tx2"/>
                </a:solidFill>
              </a:rPr>
              <a:t>unconditionally</a:t>
            </a:r>
            <a:r>
              <a:rPr lang="en-US" sz="2800" dirty="0">
                <a:solidFill>
                  <a:schemeClr val="tx2"/>
                </a:solidFill>
              </a:rPr>
              <a:t> True or False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men are mortal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Socrates is a man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always rains in Belfast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First order logic introduces mechanisms that allow us to include and reason about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(Men, Socrates, Belfast </a:t>
            </a:r>
            <a:r>
              <a:rPr lang="en-US" sz="28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sz="2800" i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Quantifiers 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(all, some)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Predicates 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(is mortal, is a man, it rains)</a:t>
            </a:r>
          </a:p>
        </p:txBody>
      </p:sp>
    </p:spTree>
    <p:extLst>
      <p:ext uri="{BB962C8B-B14F-4D97-AF65-F5344CB8AC3E}">
        <p14:creationId xmlns:p14="http://schemas.microsoft.com/office/powerpoint/2010/main" val="4928298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3DE9-FC44-2575-E556-2200345B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763189" cy="632219"/>
          </a:xfrm>
        </p:spPr>
        <p:txBody>
          <a:bodyPr/>
          <a:lstStyle/>
          <a:p>
            <a:r>
              <a:rPr lang="en-US" dirty="0"/>
              <a:t>Variables and Predicates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94B32C-3DA8-5689-C060-98581CE178D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First order logic allows us to formulate generic statement.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Instead of saying</a:t>
                </a:r>
              </a:p>
              <a:p>
                <a:pPr marL="742939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Alan is a Computer Scientist but is not a politician</a:t>
                </a:r>
              </a:p>
              <a:p>
                <a:pPr marL="742939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Grace is a Computer Scientist but is not a politician</a:t>
                </a:r>
              </a:p>
              <a:p>
                <a:pPr marL="742939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Boris is not a Computer Scientist but is a politician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We can define predicates </a:t>
                </a:r>
                <a:r>
                  <a:rPr lang="en-US" sz="2400" i="1" dirty="0">
                    <a:solidFill>
                      <a:schemeClr val="tx2"/>
                    </a:solidFill>
                  </a:rPr>
                  <a:t>C(x) and P(x)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en-US" i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a person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en-US" i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C(x)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when x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{</a:t>
                </a:r>
                <a:r>
                  <a:rPr lang="en-US" dirty="0" err="1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Alan,Grace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en-US" i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P(x)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when x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{Boris}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i="1" dirty="0" err="1">
                    <a:solidFill>
                      <a:schemeClr val="tx2"/>
                    </a:solidFill>
                  </a:rPr>
                  <a:t>x,y,z</a:t>
                </a:r>
                <a:r>
                  <a:rPr lang="en-US" sz="2400" dirty="0">
                    <a:solidFill>
                      <a:schemeClr val="tx2"/>
                    </a:solidFill>
                  </a:rPr>
                  <a:t> are variables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Each variable is defined on a </a:t>
                </a:r>
                <a:r>
                  <a:rPr lang="en-US" sz="2400" i="1" dirty="0">
                    <a:solidFill>
                      <a:schemeClr val="tx2"/>
                    </a:solidFill>
                  </a:rPr>
                  <a:t>domain.</a:t>
                </a: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94B32C-3DA8-5689-C060-98581CE178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844" t="-1809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1C02F-4E5A-373A-82A2-17DBD010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159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3DE9-FC44-2575-E556-2200345B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763189" cy="632219"/>
          </a:xfrm>
        </p:spPr>
        <p:txBody>
          <a:bodyPr/>
          <a:lstStyle/>
          <a:p>
            <a:r>
              <a:rPr lang="en-US" dirty="0"/>
              <a:t>Quantifiers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4B32C-3DA8-5689-C060-98581CE178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We may wish to make statements about part or all of a variable domain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1C02F-4E5A-373A-82A2-17DBD010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31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E6BBD71-65BC-ED4C-921B-440378D8B9EC}"/>
                  </a:ext>
                </a:extLst>
              </p14:cNvPr>
              <p14:cNvContentPartPr/>
              <p14:nvPr/>
            </p14:nvContentPartPr>
            <p14:xfrm>
              <a:off x="235080" y="2152800"/>
              <a:ext cx="7420680" cy="4505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E6BBD71-65BC-ED4C-921B-440378D8B9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8880" y="2136600"/>
                <a:ext cx="7453080" cy="453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35733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B3F1A-3E82-7170-DC37-793C73FE0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6F5A-A9F4-700D-268A-B27B90949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763189" cy="632219"/>
          </a:xfrm>
        </p:spPr>
        <p:txBody>
          <a:bodyPr/>
          <a:lstStyle/>
          <a:p>
            <a:r>
              <a:rPr lang="en-US" dirty="0"/>
              <a:t>Duality of Quantifiers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E2B07-A124-5DA8-EA21-AB4FBE4937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9FF69-FDAC-6211-4DAE-EF2C8EFF5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32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68907B4-296E-8583-C5D3-AB65599DE1DD}"/>
                  </a:ext>
                </a:extLst>
              </p14:cNvPr>
              <p14:cNvContentPartPr/>
              <p14:nvPr/>
            </p14:nvContentPartPr>
            <p14:xfrm>
              <a:off x="1055520" y="1418040"/>
              <a:ext cx="6828840" cy="3726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68907B4-296E-8583-C5D3-AB65599DE1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9320" y="1401840"/>
                <a:ext cx="6861240" cy="375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13729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3DE9-FC44-2575-E556-2200345B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763189" cy="632219"/>
          </a:xfrm>
        </p:spPr>
        <p:txBody>
          <a:bodyPr/>
          <a:lstStyle/>
          <a:p>
            <a:r>
              <a:rPr lang="en-US" dirty="0"/>
              <a:t>Logical Connectives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4B32C-3DA8-5689-C060-98581CE178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can use connectives with both predicates and quantifiers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i="1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1C02F-4E5A-373A-82A2-17DBD010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33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96DF7B4-AA4E-7544-3CDF-A5CFCDC4C69B}"/>
                  </a:ext>
                </a:extLst>
              </p14:cNvPr>
              <p14:cNvContentPartPr/>
              <p14:nvPr/>
            </p14:nvContentPartPr>
            <p14:xfrm>
              <a:off x="507960" y="1500480"/>
              <a:ext cx="11148120" cy="3179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96DF7B4-AA4E-7544-3CDF-A5CFCDC4C6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1760" y="1484280"/>
                <a:ext cx="11180520" cy="321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86524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A5605-0A71-655F-BF74-3730439C3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Knowledge Base with First Order Logic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2A8331-EFD8-28D3-BF65-1351DFDF83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2022231"/>
            <a:ext cx="10515600" cy="402415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A familiar example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Students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Professors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Courses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Assessments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C9D31-4E4D-57FD-AE43-339711B12BC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18263"/>
            <a:ext cx="2743200" cy="365125"/>
          </a:xfrm>
        </p:spPr>
        <p:txBody>
          <a:bodyPr/>
          <a:lstStyle/>
          <a:p>
            <a:fld id="{FE9C85F8-0BD3-7742-B238-5BE9A2749A8F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2327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5B1C3-10D8-F0D9-0A7E-7066AF808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Scenario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73B34-873A-154B-01B4-81CEFA3FBF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DBFDD44-45FD-CA08-420C-EBCD57DC3F6B}"/>
                  </a:ext>
                </a:extLst>
              </p14:cNvPr>
              <p14:cNvContentPartPr/>
              <p14:nvPr/>
            </p14:nvContentPartPr>
            <p14:xfrm>
              <a:off x="1070640" y="992880"/>
              <a:ext cx="10581120" cy="3681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DBFDD44-45FD-CA08-420C-EBCD57DC3F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4440" y="976680"/>
                <a:ext cx="10613520" cy="371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82109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8AF7-906F-DF32-0CD9-ED6C4CE6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with Predicates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9FB10-6AF4-6A0F-81F0-EA337BB481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B60A662-5640-ABE2-9C82-B2C9550AE592}"/>
                  </a:ext>
                </a:extLst>
              </p14:cNvPr>
              <p14:cNvContentPartPr/>
              <p14:nvPr/>
            </p14:nvContentPartPr>
            <p14:xfrm>
              <a:off x="627480" y="1098000"/>
              <a:ext cx="7059240" cy="3309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B60A662-5640-ABE2-9C82-B2C9550AE5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1280" y="1081800"/>
                <a:ext cx="7091640" cy="334152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E440E2F-7213-B132-7DC8-63F67B8328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5400" y="882650"/>
            <a:ext cx="7061200" cy="509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798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5200D-4589-EF9C-6FCA-705563822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805161" cy="632219"/>
          </a:xfrm>
        </p:spPr>
        <p:txBody>
          <a:bodyPr/>
          <a:lstStyle/>
          <a:p>
            <a:r>
              <a:rPr lang="en-US" dirty="0"/>
              <a:t>A Knowledge Base in First Order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AD278-387C-755F-3CCA-860F0F885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683AF2-80E1-5148-CD86-151C9F5A39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4258055" cy="5750147"/>
          </a:xfrm>
        </p:spPr>
        <p:txBody>
          <a:bodyPr>
            <a:noAutofit/>
          </a:bodyPr>
          <a:lstStyle/>
          <a:p>
            <a:r>
              <a:rPr lang="en-GB" sz="1800" dirty="0"/>
              <a:t>Student(Alice)</a:t>
            </a:r>
          </a:p>
          <a:p>
            <a:r>
              <a:rPr lang="en-GB" sz="1800" dirty="0"/>
              <a:t>Student(Bob)</a:t>
            </a:r>
          </a:p>
          <a:p>
            <a:r>
              <a:rPr lang="en-GB" sz="1800" dirty="0"/>
              <a:t>Student(Chen)</a:t>
            </a:r>
          </a:p>
          <a:p>
            <a:r>
              <a:rPr lang="en-GB" sz="1800" dirty="0"/>
              <a:t>Professor(Diana)</a:t>
            </a:r>
          </a:p>
          <a:p>
            <a:r>
              <a:rPr lang="en-GB" sz="1800" dirty="0"/>
              <a:t>Professor(Edward)</a:t>
            </a:r>
          </a:p>
          <a:p>
            <a:r>
              <a:rPr lang="en-GB" sz="1800" dirty="0"/>
              <a:t>Professor(Faye)</a:t>
            </a:r>
          </a:p>
          <a:p>
            <a:r>
              <a:rPr lang="en-GB" sz="1800" dirty="0"/>
              <a:t>Course(AI)</a:t>
            </a:r>
          </a:p>
          <a:p>
            <a:r>
              <a:rPr lang="en-GB" sz="1800" dirty="0"/>
              <a:t>Module(ECS8050)</a:t>
            </a:r>
          </a:p>
          <a:p>
            <a:r>
              <a:rPr lang="en-GB" sz="1800" dirty="0"/>
              <a:t>Module(ECS8051)</a:t>
            </a:r>
          </a:p>
          <a:p>
            <a:r>
              <a:rPr lang="en-GB" sz="1800" dirty="0"/>
              <a:t>Module(ECS8052)</a:t>
            </a:r>
          </a:p>
          <a:p>
            <a:r>
              <a:rPr lang="en-GB" sz="1800" dirty="0"/>
              <a:t>Enrolled(</a:t>
            </a:r>
            <a:r>
              <a:rPr lang="en-GB" sz="1800" dirty="0" err="1"/>
              <a:t>Alice,AI</a:t>
            </a:r>
            <a:r>
              <a:rPr lang="en-GB" sz="1800" dirty="0"/>
              <a:t>)</a:t>
            </a:r>
          </a:p>
          <a:p>
            <a:r>
              <a:rPr lang="en-GB" sz="1800" dirty="0"/>
              <a:t>Enrolled(</a:t>
            </a:r>
            <a:r>
              <a:rPr lang="en-GB" sz="1800" dirty="0" err="1"/>
              <a:t>Bob,AI</a:t>
            </a:r>
            <a:r>
              <a:rPr lang="en-GB" sz="1800" dirty="0"/>
              <a:t>)</a:t>
            </a:r>
          </a:p>
          <a:p>
            <a:r>
              <a:rPr lang="en-GB" sz="1800" dirty="0"/>
              <a:t>Enrolled(</a:t>
            </a:r>
            <a:r>
              <a:rPr lang="en-GB" sz="1800" dirty="0" err="1"/>
              <a:t>Chen,AI</a:t>
            </a:r>
            <a:r>
              <a:rPr lang="en-GB" sz="1800" dirty="0"/>
              <a:t>)</a:t>
            </a:r>
          </a:p>
          <a:p>
            <a:r>
              <a:rPr lang="en-GB" sz="1800" dirty="0"/>
              <a:t>Teaches(Diana,ECS8050)</a:t>
            </a:r>
          </a:p>
          <a:p>
            <a:r>
              <a:rPr lang="en-GB" sz="1800" dirty="0"/>
              <a:t>Teaches(Edward,ECS8051)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6B9846-6A57-56A5-5789-3AF9EA10CAC0}"/>
              </a:ext>
            </a:extLst>
          </p:cNvPr>
          <p:cNvSpPr txBox="1">
            <a:spLocks/>
          </p:cNvSpPr>
          <p:nvPr/>
        </p:nvSpPr>
        <p:spPr>
          <a:xfrm>
            <a:off x="5831542" y="1107853"/>
            <a:ext cx="4117130" cy="5750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Teaches(Faye,ECS8052)</a:t>
            </a:r>
          </a:p>
          <a:p>
            <a:r>
              <a:rPr lang="en-GB" sz="1800" dirty="0"/>
              <a:t>Requires(AI,ECS8050)</a:t>
            </a:r>
          </a:p>
          <a:p>
            <a:r>
              <a:rPr lang="en-GB" sz="1800" dirty="0"/>
              <a:t>Requires(AI,ECS8051)</a:t>
            </a:r>
          </a:p>
          <a:p>
            <a:r>
              <a:rPr lang="en-GB" sz="1800" dirty="0"/>
              <a:t>Requires(AI,ECS8052)</a:t>
            </a:r>
          </a:p>
          <a:p>
            <a:r>
              <a:rPr lang="en-GB" sz="1800" dirty="0"/>
              <a:t>Passed(Alice,ECS8050)</a:t>
            </a:r>
          </a:p>
          <a:p>
            <a:r>
              <a:rPr lang="en-GB" sz="1800" dirty="0"/>
              <a:t>Passed(Alice,ECS8051)</a:t>
            </a:r>
          </a:p>
          <a:p>
            <a:r>
              <a:rPr lang="en-GB" sz="1800" dirty="0"/>
              <a:t>Passed(Alice,ECS8052)</a:t>
            </a:r>
          </a:p>
          <a:p>
            <a:r>
              <a:rPr lang="en-GB" sz="1800" dirty="0"/>
              <a:t>Passed(Bob,ECS8050)</a:t>
            </a:r>
          </a:p>
          <a:p>
            <a:r>
              <a:rPr lang="en-GB" sz="1800" dirty="0"/>
              <a:t>Passed(Bob,ECS8052)</a:t>
            </a:r>
          </a:p>
          <a:p>
            <a:r>
              <a:rPr lang="en-GB" sz="1800" dirty="0"/>
              <a:t>Passed(Chen,ECS8050)</a:t>
            </a:r>
          </a:p>
          <a:p>
            <a:r>
              <a:rPr lang="en-GB" sz="1800" dirty="0"/>
              <a:t>Passed(Chen,ECS8051)</a:t>
            </a:r>
          </a:p>
          <a:p>
            <a:r>
              <a:rPr lang="en-GB" sz="1800" dirty="0"/>
              <a:t>Passed(Chen,ECS8052)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EF59B-97B9-D2F9-5330-377E45014DC2}"/>
              </a:ext>
            </a:extLst>
          </p:cNvPr>
          <p:cNvSpPr txBox="1"/>
          <p:nvPr/>
        </p:nvSpPr>
        <p:spPr>
          <a:xfrm>
            <a:off x="5063744" y="5657671"/>
            <a:ext cx="53146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This is a Graph!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Unary Predicates correspond to nodes in the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Binary Predicates correspond to directed edges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5502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CAF9B-E370-B671-EB6A-784B4AEE0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57411-51B5-93EB-E4DF-D086A0FAAD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377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ABEB0-D1F5-A580-D88D-97CD8DCF1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Rules to Derive New Facts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5C8D2-9EEB-D4A4-D4C1-4C63AE473C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∃</a:t>
            </a:r>
            <a:r>
              <a:rPr lang="en-GB" dirty="0" err="1">
                <a:solidFill>
                  <a:schemeClr val="tx1"/>
                </a:solidFill>
              </a:rPr>
              <a:t>m,c</a:t>
            </a:r>
            <a:r>
              <a:rPr lang="en-GB" dirty="0">
                <a:solidFill>
                  <a:schemeClr val="tx1"/>
                </a:solidFill>
              </a:rPr>
              <a:t>[Professor(p)∧Student(s)∧Teaches(</a:t>
            </a:r>
            <a:r>
              <a:rPr lang="en-GB" dirty="0" err="1">
                <a:solidFill>
                  <a:schemeClr val="tx1"/>
                </a:solidFill>
              </a:rPr>
              <a:t>p,m</a:t>
            </a:r>
            <a:r>
              <a:rPr lang="en-GB" dirty="0">
                <a:solidFill>
                  <a:schemeClr val="tx1"/>
                </a:solidFill>
              </a:rPr>
              <a:t>)∧Course(c)∧Enrolled(</a:t>
            </a:r>
            <a:r>
              <a:rPr lang="en-GB" dirty="0" err="1">
                <a:solidFill>
                  <a:schemeClr val="tx1"/>
                </a:solidFill>
              </a:rPr>
              <a:t>s,c</a:t>
            </a:r>
            <a:r>
              <a:rPr lang="en-GB" dirty="0">
                <a:solidFill>
                  <a:schemeClr val="tx1"/>
                </a:solidFill>
              </a:rPr>
              <a:t>)∧Requires(</a:t>
            </a:r>
            <a:r>
              <a:rPr lang="en-GB" dirty="0" err="1">
                <a:solidFill>
                  <a:schemeClr val="tx1"/>
                </a:solidFill>
              </a:rPr>
              <a:t>c,m</a:t>
            </a:r>
            <a:r>
              <a:rPr lang="en-GB" dirty="0">
                <a:solidFill>
                  <a:schemeClr val="tx1"/>
                </a:solidFill>
              </a:rPr>
              <a:t>) ⇒ Advises(</a:t>
            </a:r>
            <a:r>
              <a:rPr lang="en-GB" dirty="0" err="1">
                <a:solidFill>
                  <a:schemeClr val="tx1"/>
                </a:solidFill>
              </a:rPr>
              <a:t>p,s</a:t>
            </a:r>
            <a:r>
              <a:rPr lang="en-GB" dirty="0">
                <a:solidFill>
                  <a:schemeClr val="tx1"/>
                </a:solidFill>
              </a:rPr>
              <a:t>)]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040DC03-DA2B-18A2-C82D-86E313E91B35}"/>
                  </a:ext>
                </a:extLst>
              </p14:cNvPr>
              <p14:cNvContentPartPr/>
              <p14:nvPr/>
            </p14:nvContentPartPr>
            <p14:xfrm>
              <a:off x="246240" y="1431720"/>
              <a:ext cx="11824920" cy="3146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040DC03-DA2B-18A2-C82D-86E313E91B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0040" y="1415520"/>
                <a:ext cx="11857320" cy="317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82180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F9D9E-EAC3-BB4B-B479-513655E90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443484" cy="632219"/>
          </a:xfrm>
        </p:spPr>
        <p:txBody>
          <a:bodyPr/>
          <a:lstStyle/>
          <a:p>
            <a:r>
              <a:rPr lang="en-US" dirty="0"/>
              <a:t>Correctness of Arguments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E438E12-F8D3-C71B-9795-476831D8980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More subtle than propositional logic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We have to worry about the variables, quantifiers, and domains.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The same notions of validity and soundness apply, but: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Validity requires that the conclusion is True in every possible domain for every possible interpretation in which the Premises are True.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Soundness also requires the premises to be true in the specific interpretation in which we are making the argument.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GB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∋</m:t>
                          </m:r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E438E12-F8D3-C71B-9795-476831D898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3"/>
                <a:stretch>
                  <a:fillRect l="-844" t="-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A0BAF-9FC7-3959-6F6C-5F6799A0C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4257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E194C-7DCD-8E69-3C9A-C8BF55FE9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6562060" cy="632219"/>
          </a:xfrm>
        </p:spPr>
        <p:txBody>
          <a:bodyPr/>
          <a:lstStyle/>
          <a:p>
            <a:r>
              <a:rPr lang="en-US" dirty="0"/>
              <a:t>Natural Deduction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C8596-8D99-5F23-0151-FC364A2561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Natural Deduction is much more subtle that for propositional 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All of the same rules apply but need to be applied with care.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Are the following arguments valid or invalid? Where is the error in reasoning?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75C54-FA57-4066-3090-E2FB28601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41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4B947C7-E20D-E230-17AC-C3F48D2E4CF2}"/>
                  </a:ext>
                </a:extLst>
              </p14:cNvPr>
              <p14:cNvContentPartPr/>
              <p14:nvPr/>
            </p14:nvContentPartPr>
            <p14:xfrm>
              <a:off x="1037880" y="2993760"/>
              <a:ext cx="9776520" cy="2843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4B947C7-E20D-E230-17AC-C3F48D2E4C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1680" y="2977560"/>
                <a:ext cx="9808920" cy="287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85374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D52EC-C454-FA01-2477-B4A49298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new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E8247-623A-9B5E-0F31-B3070E16BA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D27A8-8FF3-2792-F0F4-B5EAC9CDF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42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F7EEB5-B3F4-7BEB-2F44-6896F01733B7}"/>
                  </a:ext>
                </a:extLst>
              </p14:cNvPr>
              <p14:cNvContentPartPr/>
              <p14:nvPr/>
            </p14:nvContentPartPr>
            <p14:xfrm>
              <a:off x="207360" y="1180440"/>
              <a:ext cx="4016880" cy="5293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F7EEB5-B3F4-7BEB-2F44-6896F01733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1160" y="1164240"/>
                <a:ext cx="4049280" cy="532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04447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9E383-E88E-EE0E-A542-CBC9EDB19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749746" cy="632219"/>
          </a:xfrm>
        </p:spPr>
        <p:txBody>
          <a:bodyPr/>
          <a:lstStyle/>
          <a:p>
            <a:r>
              <a:rPr lang="en-US" dirty="0"/>
              <a:t>Proofs in First Order Logic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585A35C-0297-74D4-7320-EBFE58E7F905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50000"/>
                      </a:schemeClr>
                    </a:solidFill>
                    <a:latin typeface="Helvetica" pitchFamily="2" charset="0"/>
                  </a:rPr>
                  <a:t>Process is somewhat different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50000"/>
                      </a:schemeClr>
                    </a:solidFill>
                    <a:latin typeface="Helvetica" pitchFamily="2" charset="0"/>
                  </a:rPr>
                  <a:t>Applying proof rules under a quantifier can be fraught with error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50000"/>
                      </a:schemeClr>
                    </a:solidFill>
                    <a:latin typeface="Helvetica" pitchFamily="2" charset="0"/>
                  </a:rPr>
                  <a:t>Typically proceed by eliminating the quantifiers, apply the rules, and then reintroduce the quantifiers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solidFill>
                      <a:schemeClr val="tx1">
                        <a:lumMod val="50000"/>
                      </a:schemeClr>
                    </a:solidFill>
                    <a:latin typeface="Helvetica" pitchFamily="2" charset="0"/>
                  </a:rPr>
                  <a:t>Example: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GB" sz="24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GB" sz="24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:∀</m:t>
                    </m:r>
                    <m:r>
                      <a:rPr lang="en-GB" sz="24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GB" sz="2400" dirty="0">
                  <a:solidFill>
                    <a:schemeClr val="tx1">
                      <a:lumMod val="50000"/>
                    </a:schemeClr>
                  </a:solidFill>
                  <a:latin typeface="Helvetica" pitchFamily="2" charset="0"/>
                </a:endParaRPr>
              </a:p>
              <a:p>
                <a:endParaRPr lang="en-GB" sz="2400" dirty="0">
                  <a:solidFill>
                    <a:schemeClr val="tx1">
                      <a:lumMod val="50000"/>
                    </a:schemeClr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585A35C-0297-74D4-7320-EBFE58E7F9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3"/>
                <a:stretch>
                  <a:fillRect l="-844" t="-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1CE2A-CD52-DC9B-AB11-ED4D0BE84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43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3D0992D-158D-FEAD-56C8-369ED582F5C9}"/>
                  </a:ext>
                </a:extLst>
              </p14:cNvPr>
              <p14:cNvContentPartPr/>
              <p14:nvPr/>
            </p14:nvContentPartPr>
            <p14:xfrm>
              <a:off x="628560" y="3365640"/>
              <a:ext cx="7660440" cy="2265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3D0992D-158D-FEAD-56C8-369ED582F5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2360" y="3349440"/>
                <a:ext cx="7692840" cy="229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07520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B7CBA-E378-CC07-E6F9-1AE06A2B6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Proof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298E7E9-10B5-F640-71F6-76FA2C53DBB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i="1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2400" i="1" dirty="0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/>
              </a:p>
              <a:p>
                <a:br>
                  <a:rPr lang="en-GB" sz="2400" dirty="0">
                    <a:solidFill>
                      <a:schemeClr val="tx1">
                        <a:lumMod val="50000"/>
                      </a:schemeClr>
                    </a:solidFill>
                  </a:rPr>
                </a:br>
                <a:endParaRPr lang="en-GB" sz="24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298E7E9-10B5-F640-71F6-76FA2C53DB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t="-1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81615-6FA2-E574-67CB-518BD37C4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44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EBFD25F-9F95-04EB-2EAF-8D57A1479328}"/>
                  </a:ext>
                </a:extLst>
              </p14:cNvPr>
              <p14:cNvContentPartPr/>
              <p14:nvPr/>
            </p14:nvContentPartPr>
            <p14:xfrm>
              <a:off x="209160" y="1644480"/>
              <a:ext cx="10140120" cy="5050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EBFD25F-9F95-04EB-2EAF-8D57A14793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2960" y="1628280"/>
                <a:ext cx="10172520" cy="508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10078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5DDAB-0104-C4F9-F68B-B99D21814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6FD1916-1C41-081F-D92B-8EC639F9311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2400" i="1" dirty="0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/>
              </a:p>
              <a:p>
                <a:endParaRPr lang="en-US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6FD1916-1C41-081F-D92B-8EC639F931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t="-1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F6E9E-7F65-EA2E-03EA-19EB8B048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817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2B2ED-7D52-F1C3-6166-6059749EC5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br>
              <a:rPr lang="en-GB" sz="4800" dirty="0">
                <a:solidFill>
                  <a:schemeClr val="tx2"/>
                </a:solidFill>
              </a:rPr>
            </a:br>
            <a:r>
              <a:rPr lang="en-US" sz="4800"/>
              <a:t>1.13 Exercise</a:t>
            </a:r>
            <a:r>
              <a:rPr lang="en-US" sz="4800" dirty="0"/>
              <a:t>s</a:t>
            </a:r>
            <a:r>
              <a:rPr lang="en-US" sz="4800"/>
              <a:t> </a:t>
            </a:r>
            <a:r>
              <a:rPr lang="en-US" sz="4800" dirty="0"/>
              <a:t>First Order Logic</a:t>
            </a:r>
            <a:endParaRPr lang="en-US" sz="48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C8BB2-CE84-16B2-99F6-937C7CF0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8504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8FE8A-915A-3E51-42B8-77D69C86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98F8-B0F8-A713-499E-C9BAE6C7F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 Wrap-up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D2F98-9F4B-10ED-CC9E-A35B89AC7A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Logic programming with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</a:rPr>
              <a:t>Kanren</a:t>
            </a: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Forward and Backward Chaining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Proof and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First Order Logic</a:t>
            </a:r>
          </a:p>
          <a:p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Next Week: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First Order Logic Programming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Knowledge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B3F90-0DC7-7DAB-FE48-4406DB56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734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aab77ea-b4a5-49e3-a1e8-d6dd23a1f286}" enabled="0" method="" siteId="{eaab77ea-b4a5-49e3-a1e8-d6dd23a1f2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2679</TotalTime>
  <Words>3114</Words>
  <Application>Microsoft Macintosh PowerPoint</Application>
  <PresentationFormat>Widescreen</PresentationFormat>
  <Paragraphs>378</Paragraphs>
  <Slides>47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Arial</vt:lpstr>
      <vt:lpstr>Calibri</vt:lpstr>
      <vt:lpstr>Calibri Light</vt:lpstr>
      <vt:lpstr>Cambria Math</vt:lpstr>
      <vt:lpstr>Courier New</vt:lpstr>
      <vt:lpstr>Helvetica</vt:lpstr>
      <vt:lpstr>Office Theme</vt:lpstr>
      <vt:lpstr>MSc Artificial Intelligence</vt:lpstr>
      <vt:lpstr>Recap</vt:lpstr>
      <vt:lpstr>Propositions</vt:lpstr>
      <vt:lpstr>Symbolic Logic</vt:lpstr>
      <vt:lpstr>Example of a Formal Proof</vt:lpstr>
      <vt:lpstr>Logic Programming</vt:lpstr>
      <vt:lpstr>This week:</vt:lpstr>
      <vt:lpstr>Logic Programming</vt:lpstr>
      <vt:lpstr>PowerPoint Presentation</vt:lpstr>
      <vt:lpstr>Automating Reasoning</vt:lpstr>
      <vt:lpstr>How Automated Reasoning works</vt:lpstr>
      <vt:lpstr>Logical Equivalencies</vt:lpstr>
      <vt:lpstr>Rule Based Systems </vt:lpstr>
      <vt:lpstr>An Example</vt:lpstr>
      <vt:lpstr>Forward Chaining</vt:lpstr>
      <vt:lpstr>Backward Chaining</vt:lpstr>
      <vt:lpstr>Forward vs Backward Chaining</vt:lpstr>
      <vt:lpstr>Search and Proof</vt:lpstr>
      <vt:lpstr>Search and Proof</vt:lpstr>
      <vt:lpstr>Breadth-First Search (Forward Chaining)</vt:lpstr>
      <vt:lpstr>Breadth-First Search (Backward Chaining)</vt:lpstr>
      <vt:lpstr>Depth-First Search (Forward Chaining)</vt:lpstr>
      <vt:lpstr>Depth-First Search (Backward Chaining)</vt:lpstr>
      <vt:lpstr>Breadth vs Depth-First Search</vt:lpstr>
      <vt:lpstr>PowerPoint Presentation</vt:lpstr>
      <vt:lpstr>First Order Logic</vt:lpstr>
      <vt:lpstr>A Problem with Propositions</vt:lpstr>
      <vt:lpstr>First Order Logic</vt:lpstr>
      <vt:lpstr>First Order Logic</vt:lpstr>
      <vt:lpstr>Variables and Predicates</vt:lpstr>
      <vt:lpstr>Quantifiers</vt:lpstr>
      <vt:lpstr>Duality of Quantifiers</vt:lpstr>
      <vt:lpstr>Logical Connectives</vt:lpstr>
      <vt:lpstr>Building a Knowledge Base with First Order Logic</vt:lpstr>
      <vt:lpstr>The Scenario</vt:lpstr>
      <vt:lpstr>Modelling with Predicates</vt:lpstr>
      <vt:lpstr>A Knowledge Base in First Order Logic</vt:lpstr>
      <vt:lpstr>PowerPoint Presentation</vt:lpstr>
      <vt:lpstr>Adding Rules to Derive New Facts</vt:lpstr>
      <vt:lpstr>Correctness of Arguments</vt:lpstr>
      <vt:lpstr>Natural Deduction</vt:lpstr>
      <vt:lpstr>Some new rules</vt:lpstr>
      <vt:lpstr>Proofs in First Order Logic</vt:lpstr>
      <vt:lpstr>Another Proof</vt:lpstr>
      <vt:lpstr>Third example</vt:lpstr>
      <vt:lpstr>PowerPoint Presentation</vt:lpstr>
      <vt:lpstr>Day 2 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Iain Styles</dc:creator>
  <cp:lastModifiedBy>Iain Styles</cp:lastModifiedBy>
  <cp:revision>1</cp:revision>
  <dcterms:created xsi:type="dcterms:W3CDTF">2024-11-07T11:06:47Z</dcterms:created>
  <dcterms:modified xsi:type="dcterms:W3CDTF">2026-09-28T16:11:27Z</dcterms:modified>
</cp:coreProperties>
</file>