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389" r:id="rId2"/>
    <p:sldId id="405" r:id="rId3"/>
    <p:sldId id="295" r:id="rId4"/>
    <p:sldId id="406" r:id="rId5"/>
    <p:sldId id="328" r:id="rId6"/>
    <p:sldId id="407" r:id="rId7"/>
    <p:sldId id="408" r:id="rId8"/>
    <p:sldId id="423" r:id="rId9"/>
    <p:sldId id="411" r:id="rId10"/>
    <p:sldId id="409" r:id="rId11"/>
    <p:sldId id="360" r:id="rId12"/>
    <p:sldId id="361" r:id="rId13"/>
    <p:sldId id="362" r:id="rId14"/>
    <p:sldId id="404" r:id="rId15"/>
    <p:sldId id="382" r:id="rId16"/>
    <p:sldId id="384" r:id="rId17"/>
    <p:sldId id="385" r:id="rId18"/>
    <p:sldId id="387" r:id="rId19"/>
    <p:sldId id="395" r:id="rId20"/>
    <p:sldId id="396" r:id="rId21"/>
    <p:sldId id="398" r:id="rId22"/>
    <p:sldId id="397" r:id="rId23"/>
    <p:sldId id="399" r:id="rId24"/>
    <p:sldId id="400" r:id="rId25"/>
    <p:sldId id="401" r:id="rId26"/>
    <p:sldId id="412" r:id="rId27"/>
    <p:sldId id="375" r:id="rId28"/>
    <p:sldId id="376" r:id="rId29"/>
    <p:sldId id="377" r:id="rId30"/>
    <p:sldId id="335" r:id="rId31"/>
    <p:sldId id="378" r:id="rId32"/>
    <p:sldId id="413" r:id="rId33"/>
    <p:sldId id="379" r:id="rId34"/>
    <p:sldId id="419" r:id="rId35"/>
    <p:sldId id="420" r:id="rId36"/>
    <p:sldId id="421" r:id="rId37"/>
    <p:sldId id="422" r:id="rId38"/>
    <p:sldId id="414" r:id="rId39"/>
    <p:sldId id="415" r:id="rId40"/>
    <p:sldId id="416" r:id="rId41"/>
    <p:sldId id="410" r:id="rId42"/>
    <p:sldId id="417" r:id="rId43"/>
    <p:sldId id="418" r:id="rId44"/>
    <p:sldId id="380" r:id="rId45"/>
    <p:sldId id="403" r:id="rId4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0" autoAdjust="0"/>
    <p:restoredTop sz="94772" autoAdjust="0"/>
  </p:normalViewPr>
  <p:slideViewPr>
    <p:cSldViewPr snapToGrid="0" snapToObjects="1" showGuides="1">
      <p:cViewPr varScale="1">
        <p:scale>
          <a:sx n="83" d="100"/>
          <a:sy n="83" d="100"/>
        </p:scale>
        <p:origin x="216" y="800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6-09-27T17:44:14.325" v="2963" actId="20577"/>
      <pc:docMkLst>
        <pc:docMk/>
      </pc:docMkLst>
      <pc:sldChg chg="add">
        <pc:chgData name="Iain Styles" userId="befbdaae-53f8-4d26-a8dc-3366b09f768a" providerId="ADAL" clId="{5E0D2633-D8F6-500D-A7FC-C9CB56BC4BFB}" dt="2026-09-20T12:42:40.165" v="1738"/>
        <pc:sldMkLst>
          <pc:docMk/>
          <pc:sldMk cId="2638281172" sldId="295"/>
        </pc:sldMkLst>
      </pc:sldChg>
      <pc:sldChg chg="add">
        <pc:chgData name="Iain Styles" userId="befbdaae-53f8-4d26-a8dc-3366b09f768a" providerId="ADAL" clId="{5E0D2633-D8F6-500D-A7FC-C9CB56BC4BFB}" dt="2026-09-20T12:48:01.360" v="1896"/>
        <pc:sldMkLst>
          <pc:docMk/>
          <pc:sldMk cId="1330158202" sldId="328"/>
        </pc:sldMkLst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2387415900" sldId="335"/>
        </pc:sldMkLst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0" sldId="375"/>
        </pc:sldMkLst>
      </pc:sldChg>
      <pc:sldChg chg="modSp add">
        <pc:chgData name="Iain Styles" userId="befbdaae-53f8-4d26-a8dc-3366b09f768a" providerId="ADAL" clId="{5E0D2633-D8F6-500D-A7FC-C9CB56BC4BFB}" dt="2026-09-20T13:34:56.043" v="2485" actId="20577"/>
        <pc:sldMkLst>
          <pc:docMk/>
          <pc:sldMk cId="4143986112" sldId="376"/>
        </pc:sldMkLst>
        <pc:spChg chg="mod">
          <ac:chgData name="Iain Styles" userId="befbdaae-53f8-4d26-a8dc-3366b09f768a" providerId="ADAL" clId="{5E0D2633-D8F6-500D-A7FC-C9CB56BC4BFB}" dt="2026-09-20T13:34:56.043" v="2485" actId="20577"/>
          <ac:spMkLst>
            <pc:docMk/>
            <pc:sldMk cId="4143986112" sldId="376"/>
            <ac:spMk id="3" creationId="{00000000-0000-0000-0000-000000000000}"/>
          </ac:spMkLst>
        </pc:spChg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492829823" sldId="377"/>
        </pc:sldMkLst>
      </pc:sldChg>
      <pc:sldChg chg="delSp add mod">
        <pc:chgData name="Iain Styles" userId="befbdaae-53f8-4d26-a8dc-3366b09f768a" providerId="ADAL" clId="{5E0D2633-D8F6-500D-A7FC-C9CB56BC4BFB}" dt="2026-09-20T13:11:33.196" v="2384" actId="478"/>
        <pc:sldMkLst>
          <pc:docMk/>
          <pc:sldMk cId="1723573332" sldId="378"/>
        </pc:sldMkLst>
      </pc:sldChg>
      <pc:sldChg chg="delSp add mod">
        <pc:chgData name="Iain Styles" userId="befbdaae-53f8-4d26-a8dc-3366b09f768a" providerId="ADAL" clId="{5E0D2633-D8F6-500D-A7FC-C9CB56BC4BFB}" dt="2026-09-20T13:11:40.231" v="2386" actId="478"/>
        <pc:sldMkLst>
          <pc:docMk/>
          <pc:sldMk cId="1568652430" sldId="379"/>
        </pc:sldMkLst>
      </pc:sldChg>
      <pc:sldChg chg="modSp add mod">
        <pc:chgData name="Iain Styles" userId="befbdaae-53f8-4d26-a8dc-3366b09f768a" providerId="ADAL" clId="{5E0D2633-D8F6-500D-A7FC-C9CB56BC4BFB}" dt="2026-09-20T13:44:15.171" v="2794" actId="20577"/>
        <pc:sldMkLst>
          <pc:docMk/>
          <pc:sldMk cId="3707850439" sldId="380"/>
        </pc:sldMkLst>
        <pc:spChg chg="mod">
          <ac:chgData name="Iain Styles" userId="befbdaae-53f8-4d26-a8dc-3366b09f768a" providerId="ADAL" clId="{5E0D2633-D8F6-500D-A7FC-C9CB56BC4BFB}" dt="2026-09-20T13:44:15.171" v="2794" actId="20577"/>
          <ac:spMkLst>
            <pc:docMk/>
            <pc:sldMk cId="3707850439" sldId="380"/>
            <ac:spMk id="3" creationId="{FF52B2ED-7D52-F1C3-6166-6059749EC5A9}"/>
          </ac:spMkLst>
        </pc:spChg>
      </pc:sldChg>
      <pc:sldChg chg="modSp mod">
        <pc:chgData name="Iain Styles" userId="befbdaae-53f8-4d26-a8dc-3366b09f768a" providerId="ADAL" clId="{5E0D2633-D8F6-500D-A7FC-C9CB56BC4BFB}" dt="2026-09-20T12:57:48.948" v="2291" actId="20577"/>
        <pc:sldMkLst>
          <pc:docMk/>
          <pc:sldMk cId="2633191424" sldId="389"/>
        </pc:sldMkLst>
        <pc:spChg chg="mod">
          <ac:chgData name="Iain Styles" userId="befbdaae-53f8-4d26-a8dc-3366b09f768a" providerId="ADAL" clId="{5E0D2633-D8F6-500D-A7FC-C9CB56BC4BFB}" dt="2026-09-20T12:57:48.948" v="2291" actId="20577"/>
          <ac:spMkLst>
            <pc:docMk/>
            <pc:sldMk cId="2633191424" sldId="389"/>
            <ac:spMk id="4" creationId="{60004E6F-9524-284D-4439-0AD2E1417880}"/>
          </ac:spMkLst>
        </pc:spChg>
      </pc:sldChg>
      <pc:sldChg chg="modSp mod">
        <pc:chgData name="Iain Styles" userId="befbdaae-53f8-4d26-a8dc-3366b09f768a" providerId="ADAL" clId="{5E0D2633-D8F6-500D-A7FC-C9CB56BC4BFB}" dt="2026-09-20T13:00:06.294" v="2363" actId="20577"/>
        <pc:sldMkLst>
          <pc:docMk/>
          <pc:sldMk cId="3857393744" sldId="401"/>
        </pc:sldMkLst>
        <pc:spChg chg="mod">
          <ac:chgData name="Iain Styles" userId="befbdaae-53f8-4d26-a8dc-3366b09f768a" providerId="ADAL" clId="{5E0D2633-D8F6-500D-A7FC-C9CB56BC4BFB}" dt="2026-09-20T13:00:06.294" v="2363" actId="20577"/>
          <ac:spMkLst>
            <pc:docMk/>
            <pc:sldMk cId="3857393744" sldId="401"/>
            <ac:spMk id="6" creationId="{723898E0-4A5E-6323-06B7-F52A39F46D92}"/>
          </ac:spMkLst>
        </pc:spChg>
      </pc:sldChg>
      <pc:sldChg chg="modSp mod">
        <pc:chgData name="Iain Styles" userId="befbdaae-53f8-4d26-a8dc-3366b09f768a" providerId="ADAL" clId="{5E0D2633-D8F6-500D-A7FC-C9CB56BC4BFB}" dt="2026-09-27T17:44:14.325" v="2963" actId="20577"/>
        <pc:sldMkLst>
          <pc:docMk/>
          <pc:sldMk cId="1439734588" sldId="403"/>
        </pc:sldMkLst>
        <pc:spChg chg="mod">
          <ac:chgData name="Iain Styles" userId="befbdaae-53f8-4d26-a8dc-3366b09f768a" providerId="ADAL" clId="{5E0D2633-D8F6-500D-A7FC-C9CB56BC4BFB}" dt="2026-09-27T17:44:14.325" v="2963" actId="20577"/>
          <ac:spMkLst>
            <pc:docMk/>
            <pc:sldMk cId="1439734588" sldId="403"/>
            <ac:spMk id="3" creationId="{FA5D2F98-9F4B-10ED-CC9E-A35B89AC7A80}"/>
          </ac:spMkLst>
        </pc:spChg>
      </pc:sldChg>
      <pc:sldChg chg="addSp delSp modSp new mod chgLayout">
        <pc:chgData name="Iain Styles" userId="befbdaae-53f8-4d26-a8dc-3366b09f768a" providerId="ADAL" clId="{5E0D2633-D8F6-500D-A7FC-C9CB56BC4BFB}" dt="2026-09-20T12:56:07.488" v="2074" actId="20577"/>
        <pc:sldMkLst>
          <pc:docMk/>
          <pc:sldMk cId="343633013" sldId="405"/>
        </pc:sldMkLst>
        <pc:spChg chg="add mod ord">
          <ac:chgData name="Iain Styles" userId="befbdaae-53f8-4d26-a8dc-3366b09f768a" providerId="ADAL" clId="{5E0D2633-D8F6-500D-A7FC-C9CB56BC4BFB}" dt="2026-09-20T11:33:33.534" v="1626" actId="20577"/>
          <ac:spMkLst>
            <pc:docMk/>
            <pc:sldMk cId="343633013" sldId="405"/>
            <ac:spMk id="5" creationId="{C0309B89-9424-B9F5-9947-DEDE172EFAD8}"/>
          </ac:spMkLst>
        </pc:spChg>
        <pc:spChg chg="add mod ord">
          <ac:chgData name="Iain Styles" userId="befbdaae-53f8-4d26-a8dc-3366b09f768a" providerId="ADAL" clId="{5E0D2633-D8F6-500D-A7FC-C9CB56BC4BFB}" dt="2026-09-20T12:56:07.488" v="2074" actId="20577"/>
          <ac:spMkLst>
            <pc:docMk/>
            <pc:sldMk cId="343633013" sldId="405"/>
            <ac:spMk id="6" creationId="{2E76DA7D-EDAD-4D28-FCB9-7163B4EB6F47}"/>
          </ac:spMkLst>
        </pc:spChg>
      </pc:sldChg>
      <pc:sldChg chg="delSp modSp new mod modNotesTx">
        <pc:chgData name="Iain Styles" userId="befbdaae-53f8-4d26-a8dc-3366b09f768a" providerId="ADAL" clId="{5E0D2633-D8F6-500D-A7FC-C9CB56BC4BFB}" dt="2026-09-20T12:46:23.137" v="1874" actId="20577"/>
        <pc:sldMkLst>
          <pc:docMk/>
          <pc:sldMk cId="322057736" sldId="406"/>
        </pc:sldMkLst>
        <pc:spChg chg="mod">
          <ac:chgData name="Iain Styles" userId="befbdaae-53f8-4d26-a8dc-3366b09f768a" providerId="ADAL" clId="{5E0D2633-D8F6-500D-A7FC-C9CB56BC4BFB}" dt="2026-09-20T12:43:31.100" v="1753" actId="20577"/>
          <ac:spMkLst>
            <pc:docMk/>
            <pc:sldMk cId="322057736" sldId="406"/>
            <ac:spMk id="2" creationId="{FD6C75B8-B375-6520-D124-59F357353749}"/>
          </ac:spMkLst>
        </pc:spChg>
      </pc:sldChg>
      <pc:sldChg chg="modSp new mod">
        <pc:chgData name="Iain Styles" userId="befbdaae-53f8-4d26-a8dc-3366b09f768a" providerId="ADAL" clId="{5E0D2633-D8F6-500D-A7FC-C9CB56BC4BFB}" dt="2026-09-20T12:55:13.964" v="2002" actId="20577"/>
        <pc:sldMkLst>
          <pc:docMk/>
          <pc:sldMk cId="1067342397" sldId="407"/>
        </pc:sldMkLst>
        <pc:spChg chg="mod">
          <ac:chgData name="Iain Styles" userId="befbdaae-53f8-4d26-a8dc-3366b09f768a" providerId="ADAL" clId="{5E0D2633-D8F6-500D-A7FC-C9CB56BC4BFB}" dt="2026-09-20T12:48:19.297" v="1916" actId="14100"/>
          <ac:spMkLst>
            <pc:docMk/>
            <pc:sldMk cId="1067342397" sldId="407"/>
            <ac:spMk id="2" creationId="{D8682551-C722-5FC8-6E30-48AA3E52F6C2}"/>
          </ac:spMkLst>
        </pc:spChg>
        <pc:spChg chg="mod">
          <ac:chgData name="Iain Styles" userId="befbdaae-53f8-4d26-a8dc-3366b09f768a" providerId="ADAL" clId="{5E0D2633-D8F6-500D-A7FC-C9CB56BC4BFB}" dt="2026-09-20T12:55:13.964" v="2002" actId="20577"/>
          <ac:spMkLst>
            <pc:docMk/>
            <pc:sldMk cId="1067342397" sldId="407"/>
            <ac:spMk id="3" creationId="{6E2033C2-3FC9-0532-B485-8F82E486411B}"/>
          </ac:spMkLst>
        </pc:spChg>
      </pc:sldChg>
      <pc:sldChg chg="modSp new mod">
        <pc:chgData name="Iain Styles" userId="befbdaae-53f8-4d26-a8dc-3366b09f768a" providerId="ADAL" clId="{5E0D2633-D8F6-500D-A7FC-C9CB56BC4BFB}" dt="2026-09-27T15:53:37.803" v="2831" actId="20577"/>
        <pc:sldMkLst>
          <pc:docMk/>
          <pc:sldMk cId="1620860917" sldId="408"/>
        </pc:sldMkLst>
        <pc:spChg chg="mod">
          <ac:chgData name="Iain Styles" userId="befbdaae-53f8-4d26-a8dc-3366b09f768a" providerId="ADAL" clId="{5E0D2633-D8F6-500D-A7FC-C9CB56BC4BFB}" dt="2026-09-20T12:56:24.541" v="2095" actId="20577"/>
          <ac:spMkLst>
            <pc:docMk/>
            <pc:sldMk cId="1620860917" sldId="408"/>
            <ac:spMk id="2" creationId="{DDEB2FCE-0DE1-ED29-0A8B-7706607248FE}"/>
          </ac:spMkLst>
        </pc:spChg>
        <pc:spChg chg="mod">
          <ac:chgData name="Iain Styles" userId="befbdaae-53f8-4d26-a8dc-3366b09f768a" providerId="ADAL" clId="{5E0D2633-D8F6-500D-A7FC-C9CB56BC4BFB}" dt="2026-09-27T15:53:37.803" v="2831" actId="20577"/>
          <ac:spMkLst>
            <pc:docMk/>
            <pc:sldMk cId="1620860917" sldId="408"/>
            <ac:spMk id="3" creationId="{076A6EFD-3708-E338-90D2-BAB960F5E08C}"/>
          </ac:spMkLst>
        </pc:spChg>
      </pc:sldChg>
      <pc:sldChg chg="addSp delSp modSp new mod ord modClrScheme chgLayout">
        <pc:chgData name="Iain Styles" userId="befbdaae-53f8-4d26-a8dc-3366b09f768a" providerId="ADAL" clId="{5E0D2633-D8F6-500D-A7FC-C9CB56BC4BFB}" dt="2026-09-20T12:58:19.152" v="2326" actId="20577"/>
        <pc:sldMkLst>
          <pc:docMk/>
          <pc:sldMk cId="3385924314" sldId="409"/>
        </pc:sldMkLst>
        <pc:spChg chg="mod ord">
          <ac:chgData name="Iain Styles" userId="befbdaae-53f8-4d26-a8dc-3366b09f768a" providerId="ADAL" clId="{5E0D2633-D8F6-500D-A7FC-C9CB56BC4BFB}" dt="2026-09-20T12:58:07.799" v="2294" actId="700"/>
          <ac:spMkLst>
            <pc:docMk/>
            <pc:sldMk cId="3385924314" sldId="409"/>
            <ac:spMk id="4" creationId="{911046B3-4B8F-93ED-5ED4-04FDFA1ED98F}"/>
          </ac:spMkLst>
        </pc:spChg>
        <pc:spChg chg="add mod ord">
          <ac:chgData name="Iain Styles" userId="befbdaae-53f8-4d26-a8dc-3366b09f768a" providerId="ADAL" clId="{5E0D2633-D8F6-500D-A7FC-C9CB56BC4BFB}" dt="2026-09-20T12:58:19.152" v="2326" actId="20577"/>
          <ac:spMkLst>
            <pc:docMk/>
            <pc:sldMk cId="3385924314" sldId="409"/>
            <ac:spMk id="5" creationId="{87949FE9-7A61-D157-5527-5976E0EA82E7}"/>
          </ac:spMkLst>
        </pc:spChg>
      </pc:sldChg>
      <pc:sldChg chg="delSp add mod">
        <pc:chgData name="Iain Styles" userId="befbdaae-53f8-4d26-a8dc-3366b09f768a" providerId="ADAL" clId="{5E0D2633-D8F6-500D-A7FC-C9CB56BC4BFB}" dt="2026-09-20T13:11:49.304" v="2389" actId="478"/>
        <pc:sldMkLst>
          <pc:docMk/>
          <pc:sldMk cId="2950752099" sldId="410"/>
        </pc:sldMkLst>
      </pc:sldChg>
      <pc:sldChg chg="modSp add mod">
        <pc:chgData name="Iain Styles" userId="befbdaae-53f8-4d26-a8dc-3366b09f768a" providerId="ADAL" clId="{5E0D2633-D8F6-500D-A7FC-C9CB56BC4BFB}" dt="2026-09-20T12:59:37.163" v="2351" actId="20577"/>
        <pc:sldMkLst>
          <pc:docMk/>
          <pc:sldMk cId="2020404621" sldId="411"/>
        </pc:sldMkLst>
        <pc:spChg chg="mod">
          <ac:chgData name="Iain Styles" userId="befbdaae-53f8-4d26-a8dc-3366b09f768a" providerId="ADAL" clId="{5E0D2633-D8F6-500D-A7FC-C9CB56BC4BFB}" dt="2026-09-20T12:59:37.163" v="2351" actId="20577"/>
          <ac:spMkLst>
            <pc:docMk/>
            <pc:sldMk cId="2020404621" sldId="411"/>
            <ac:spMk id="6" creationId="{B8A45A7E-7165-CC92-337B-733B666ADA0A}"/>
          </ac:spMkLst>
        </pc:spChg>
      </pc:sldChg>
      <pc:sldChg chg="addSp delSp modSp new mod modClrScheme chgLayout">
        <pc:chgData name="Iain Styles" userId="befbdaae-53f8-4d26-a8dc-3366b09f768a" providerId="ADAL" clId="{5E0D2633-D8F6-500D-A7FC-C9CB56BC4BFB}" dt="2026-09-20T13:10:31.063" v="2382" actId="20577"/>
        <pc:sldMkLst>
          <pc:docMk/>
          <pc:sldMk cId="3446815126" sldId="412"/>
        </pc:sldMkLst>
        <pc:spChg chg="mod ord">
          <ac:chgData name="Iain Styles" userId="befbdaae-53f8-4d26-a8dc-3366b09f768a" providerId="ADAL" clId="{5E0D2633-D8F6-500D-A7FC-C9CB56BC4BFB}" dt="2026-09-20T13:10:25.975" v="2365" actId="700"/>
          <ac:spMkLst>
            <pc:docMk/>
            <pc:sldMk cId="3446815126" sldId="412"/>
            <ac:spMk id="4" creationId="{8AE43817-E6E5-963F-45E3-222D6EC6C2B9}"/>
          </ac:spMkLst>
        </pc:spChg>
        <pc:spChg chg="add mod ord">
          <ac:chgData name="Iain Styles" userId="befbdaae-53f8-4d26-a8dc-3366b09f768a" providerId="ADAL" clId="{5E0D2633-D8F6-500D-A7FC-C9CB56BC4BFB}" dt="2026-09-20T13:10:31.063" v="2382" actId="20577"/>
          <ac:spMkLst>
            <pc:docMk/>
            <pc:sldMk cId="3446815126" sldId="412"/>
            <ac:spMk id="5" creationId="{F6549309-DC7F-9750-4392-F2CFA5287AE3}"/>
          </ac:spMkLst>
        </pc:spChg>
      </pc:sldChg>
      <pc:sldChg chg="delSp add mod">
        <pc:chgData name="Iain Styles" userId="befbdaae-53f8-4d26-a8dc-3366b09f768a" providerId="ADAL" clId="{5E0D2633-D8F6-500D-A7FC-C9CB56BC4BFB}" dt="2026-09-20T13:11:35.892" v="2385" actId="478"/>
        <pc:sldMkLst>
          <pc:docMk/>
          <pc:sldMk cId="4061372985" sldId="413"/>
        </pc:sldMkLst>
      </pc:sldChg>
      <pc:sldChg chg="modSp add mod">
        <pc:chgData name="Iain Styles" userId="befbdaae-53f8-4d26-a8dc-3366b09f768a" providerId="ADAL" clId="{5E0D2633-D8F6-500D-A7FC-C9CB56BC4BFB}" dt="2026-09-20T13:42:11.885" v="2774" actId="20577"/>
        <pc:sldMkLst>
          <pc:docMk/>
          <pc:sldMk cId="450425756" sldId="414"/>
        </pc:sldMkLst>
        <pc:spChg chg="mod">
          <ac:chgData name="Iain Styles" userId="befbdaae-53f8-4d26-a8dc-3366b09f768a" providerId="ADAL" clId="{5E0D2633-D8F6-500D-A7FC-C9CB56BC4BFB}" dt="2026-09-20T13:42:11.885" v="2774" actId="20577"/>
          <ac:spMkLst>
            <pc:docMk/>
            <pc:sldMk cId="450425756" sldId="414"/>
            <ac:spMk id="2" creationId="{F80F9D9E-EAC3-BB4B-B479-513655E90AEA}"/>
          </ac:spMkLst>
        </pc:spChg>
      </pc:sldChg>
      <pc:sldChg chg="delSp add mod">
        <pc:chgData name="Iain Styles" userId="befbdaae-53f8-4d26-a8dc-3366b09f768a" providerId="ADAL" clId="{5E0D2633-D8F6-500D-A7FC-C9CB56BC4BFB}" dt="2026-09-20T13:11:42.720" v="2387" actId="478"/>
        <pc:sldMkLst>
          <pc:docMk/>
          <pc:sldMk cId="1128537457" sldId="415"/>
        </pc:sldMkLst>
      </pc:sldChg>
      <pc:sldChg chg="delSp add mod">
        <pc:chgData name="Iain Styles" userId="befbdaae-53f8-4d26-a8dc-3366b09f768a" providerId="ADAL" clId="{5E0D2633-D8F6-500D-A7FC-C9CB56BC4BFB}" dt="2026-09-20T13:11:46.392" v="2388" actId="478"/>
        <pc:sldMkLst>
          <pc:docMk/>
          <pc:sldMk cId="2900444732" sldId="416"/>
        </pc:sldMkLst>
      </pc:sldChg>
      <pc:sldChg chg="delSp add mod">
        <pc:chgData name="Iain Styles" userId="befbdaae-53f8-4d26-a8dc-3366b09f768a" providerId="ADAL" clId="{5E0D2633-D8F6-500D-A7FC-C9CB56BC4BFB}" dt="2026-09-20T13:11:53.147" v="2390" actId="478"/>
        <pc:sldMkLst>
          <pc:docMk/>
          <pc:sldMk cId="2871007809" sldId="417"/>
        </pc:sldMkLst>
      </pc:sldChg>
      <pc:sldChg chg="delSp add mod">
        <pc:chgData name="Iain Styles" userId="befbdaae-53f8-4d26-a8dc-3366b09f768a" providerId="ADAL" clId="{5E0D2633-D8F6-500D-A7FC-C9CB56BC4BFB}" dt="2026-09-20T13:11:56.880" v="2391" actId="478"/>
        <pc:sldMkLst>
          <pc:docMk/>
          <pc:sldMk cId="378581775" sldId="418"/>
        </pc:sldMkLst>
      </pc:sldChg>
      <pc:sldChg chg="addSp delSp modSp new mod ord chgLayout">
        <pc:chgData name="Iain Styles" userId="befbdaae-53f8-4d26-a8dc-3366b09f768a" providerId="ADAL" clId="{5E0D2633-D8F6-500D-A7FC-C9CB56BC4BFB}" dt="2026-09-20T13:38:08.103" v="2641" actId="403"/>
        <pc:sldMkLst>
          <pc:docMk/>
          <pc:sldMk cId="3343232756" sldId="419"/>
        </pc:sldMkLst>
        <pc:spChg chg="mod ord">
          <ac:chgData name="Iain Styles" userId="befbdaae-53f8-4d26-a8dc-3366b09f768a" providerId="ADAL" clId="{5E0D2633-D8F6-500D-A7FC-C9CB56BC4BFB}" dt="2026-09-20T13:37:25.517" v="2557" actId="700"/>
          <ac:spMkLst>
            <pc:docMk/>
            <pc:sldMk cId="3343232756" sldId="419"/>
            <ac:spMk id="2" creationId="{2F5A5605-0A71-655F-BF74-3730439C3F60}"/>
          </ac:spMkLst>
        </pc:spChg>
        <pc:spChg chg="mod ord">
          <ac:chgData name="Iain Styles" userId="befbdaae-53f8-4d26-a8dc-3366b09f768a" providerId="ADAL" clId="{5E0D2633-D8F6-500D-A7FC-C9CB56BC4BFB}" dt="2026-09-20T13:37:25.517" v="2557" actId="700"/>
          <ac:spMkLst>
            <pc:docMk/>
            <pc:sldMk cId="3343232756" sldId="419"/>
            <ac:spMk id="4" creationId="{016C9D31-4E4D-57FD-AE43-339711B12BC4}"/>
          </ac:spMkLst>
        </pc:spChg>
        <pc:spChg chg="add mod ord">
          <ac:chgData name="Iain Styles" userId="befbdaae-53f8-4d26-a8dc-3366b09f768a" providerId="ADAL" clId="{5E0D2633-D8F6-500D-A7FC-C9CB56BC4BFB}" dt="2026-09-20T13:38:08.103" v="2641" actId="403"/>
          <ac:spMkLst>
            <pc:docMk/>
            <pc:sldMk cId="3343232756" sldId="419"/>
            <ac:spMk id="5" creationId="{E42A8331-EFD8-28D3-BF65-1351DFDF8341}"/>
          </ac:spMkLst>
        </pc:spChg>
      </pc:sldChg>
      <pc:sldChg chg="modSp new mod modNotesTx">
        <pc:chgData name="Iain Styles" userId="befbdaae-53f8-4d26-a8dc-3366b09f768a" providerId="ADAL" clId="{5E0D2633-D8F6-500D-A7FC-C9CB56BC4BFB}" dt="2026-09-20T13:41:15.065" v="2757" actId="20577"/>
        <pc:sldMkLst>
          <pc:docMk/>
          <pc:sldMk cId="3788210962" sldId="420"/>
        </pc:sldMkLst>
        <pc:spChg chg="mod">
          <ac:chgData name="Iain Styles" userId="befbdaae-53f8-4d26-a8dc-3366b09f768a" providerId="ADAL" clId="{5E0D2633-D8F6-500D-A7FC-C9CB56BC4BFB}" dt="2026-09-20T13:38:36.636" v="2654" actId="20577"/>
          <ac:spMkLst>
            <pc:docMk/>
            <pc:sldMk cId="3788210962" sldId="420"/>
            <ac:spMk id="2" creationId="{F345B1C3-10D8-F0D9-0A7E-7066AF808C5C}"/>
          </ac:spMkLst>
        </pc:spChg>
      </pc:sldChg>
      <pc:sldChg chg="modSp new mod">
        <pc:chgData name="Iain Styles" userId="befbdaae-53f8-4d26-a8dc-3366b09f768a" providerId="ADAL" clId="{5E0D2633-D8F6-500D-A7FC-C9CB56BC4BFB}" dt="2026-09-20T13:38:59.909" v="2688" actId="20577"/>
        <pc:sldMkLst>
          <pc:docMk/>
          <pc:sldMk cId="309779832" sldId="421"/>
        </pc:sldMkLst>
        <pc:spChg chg="mod">
          <ac:chgData name="Iain Styles" userId="befbdaae-53f8-4d26-a8dc-3366b09f768a" providerId="ADAL" clId="{5E0D2633-D8F6-500D-A7FC-C9CB56BC4BFB}" dt="2026-09-20T13:38:59.909" v="2688" actId="20577"/>
          <ac:spMkLst>
            <pc:docMk/>
            <pc:sldMk cId="309779832" sldId="421"/>
            <ac:spMk id="2" creationId="{6B6E8AF7-906F-DF32-0CD9-ED6C4CE61CF2}"/>
          </ac:spMkLst>
        </pc:spChg>
      </pc:sldChg>
      <pc:sldChg chg="modSp new mod modNotesTx">
        <pc:chgData name="Iain Styles" userId="befbdaae-53f8-4d26-a8dc-3366b09f768a" providerId="ADAL" clId="{5E0D2633-D8F6-500D-A7FC-C9CB56BC4BFB}" dt="2026-09-20T13:41:45.609" v="2758" actId="20577"/>
        <pc:sldMkLst>
          <pc:docMk/>
          <pc:sldMk cId="1828218004" sldId="422"/>
        </pc:sldMkLst>
        <pc:spChg chg="mod">
          <ac:chgData name="Iain Styles" userId="befbdaae-53f8-4d26-a8dc-3366b09f768a" providerId="ADAL" clId="{5E0D2633-D8F6-500D-A7FC-C9CB56BC4BFB}" dt="2026-09-20T13:39:23.170" v="2727" actId="20577"/>
          <ac:spMkLst>
            <pc:docMk/>
            <pc:sldMk cId="1828218004" sldId="422"/>
            <ac:spMk id="2" creationId="{581ABEB0-D1F5-A580-D88D-97CD8DCF1966}"/>
          </ac:spMkLst>
        </pc:spChg>
      </pc:sldChg>
      <pc:sldChg chg="modSp new mod">
        <pc:chgData name="Iain Styles" userId="befbdaae-53f8-4d26-a8dc-3366b09f768a" providerId="ADAL" clId="{5E0D2633-D8F6-500D-A7FC-C9CB56BC4BFB}" dt="2026-09-27T15:54:27.218" v="2910" actId="5793"/>
        <pc:sldMkLst>
          <pc:docMk/>
          <pc:sldMk cId="2511281958" sldId="423"/>
        </pc:sldMkLst>
        <pc:spChg chg="mod">
          <ac:chgData name="Iain Styles" userId="befbdaae-53f8-4d26-a8dc-3366b09f768a" providerId="ADAL" clId="{5E0D2633-D8F6-500D-A7FC-C9CB56BC4BFB}" dt="2026-09-27T15:53:50.334" v="2850" actId="14100"/>
          <ac:spMkLst>
            <pc:docMk/>
            <pc:sldMk cId="2511281958" sldId="423"/>
            <ac:spMk id="2" creationId="{4A07CD5E-7816-6ACA-1FCB-6C7875438D09}"/>
          </ac:spMkLst>
        </pc:spChg>
        <pc:spChg chg="mod">
          <ac:chgData name="Iain Styles" userId="befbdaae-53f8-4d26-a8dc-3366b09f768a" providerId="ADAL" clId="{5E0D2633-D8F6-500D-A7FC-C9CB56BC4BFB}" dt="2026-09-27T15:54:27.218" v="2910" actId="5793"/>
          <ac:spMkLst>
            <pc:docMk/>
            <pc:sldMk cId="2511281958" sldId="423"/>
            <ac:spMk id="3" creationId="{CA41A009-189D-5E31-2B08-3644D32C018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600-F20B-4515-BEB6-747F131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D84-FE44-6612-1C5F-92CF033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BD04-44B0-D5D4-190C-28C1B9D8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D2274-645B-0159-58D4-F1765C94E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E864-21D9-BC68-EC5C-ACD4FEB2A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4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S: Socrates is a human S -&gt; H</a:t>
            </a:r>
          </a:p>
          <a:p>
            <a:r>
              <a:rPr lang="en-US" dirty="0"/>
              <a:t>M: All humana are mortal H -&gt; M</a:t>
            </a:r>
          </a:p>
          <a:p>
            <a:r>
              <a:rPr lang="en-US" dirty="0"/>
              <a:t>S</a:t>
            </a:r>
          </a:p>
          <a:p>
            <a:r>
              <a:rPr lang="en-US" dirty="0"/>
              <a:t>Therefore 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2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P=&gt;Q is !</a:t>
            </a:r>
            <a:r>
              <a:rPr lang="en-US" dirty="0" err="1"/>
              <a:t>PvQ</a:t>
            </a:r>
            <a:r>
              <a:rPr lang="en-US" dirty="0"/>
              <a:t> == !(P^!Q)</a:t>
            </a:r>
          </a:p>
          <a:p>
            <a:r>
              <a:rPr lang="en-US" dirty="0"/>
              <a:t>Therefore </a:t>
            </a:r>
            <a:r>
              <a:rPr lang="en-US" dirty="0" err="1"/>
              <a:t>PvQ</a:t>
            </a:r>
            <a:r>
              <a:rPr lang="en-US" dirty="0"/>
              <a:t> == !P=&gt;Q and P^Q == !(P=&gt;!Q)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3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Exists, </a:t>
            </a:r>
            <a:r>
              <a:rPr lang="en-US" dirty="0" err="1"/>
              <a:t>forall</a:t>
            </a:r>
            <a:r>
              <a:rPr lang="en-US" dirty="0"/>
              <a:t> {Alan, Grace, Boris) C(x), P(x)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1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3DB6-B8B0-3778-A669-C01139D0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F1B2-B097-1E5E-B16D-5F969473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2E271-C4F4-CCD0-264A-F00D176C1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following two pairs of statements: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these statements True?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about the following statements?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quantifiers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and $\exists$ are said to be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**dual**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each other.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718E8-52E9-56DB-05A3-97C191694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CC993-7279-E924-5ABB-C6EB4BB6B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8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and Grace C(x) and not P(x)</a:t>
            </a:r>
          </a:p>
          <a:p>
            <a:r>
              <a:rPr lang="en-US" dirty="0"/>
              <a:t>Boris P(x) and not C(x)</a:t>
            </a:r>
          </a:p>
          <a:p>
            <a:r>
              <a:rPr lang="en-US" dirty="0"/>
              <a:t>No x in {A,G,B) such that P^C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3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 DIAGRAM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Student(x) x is a student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Professor(x) x is a Professor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Course(x) x is a degree Course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Module(x) x is a course module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is enrolled on Course p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Course p requires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teaches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passed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advises student s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graduates from course p</a:t>
            </a:r>
            <a:endParaRPr lang="en-US" dirty="0"/>
          </a:p>
          <a:p>
            <a:pPr rt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51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Student(x) x is a student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Professor(x) x is a Professor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Course(x) x is a degree Course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Module(x) x is a course module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is enrolled on Course p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Course p requires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teaches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passed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advises student s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graduates from course 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21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∃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[Professor(p)∧Student(s)∧Teaches(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)∧Course(c)∧Enrolled(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)∧Requires(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=⇒ 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30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shown is valid. It is sound if x is bicycles and P is “has two wheels”. It is not sound if P is has two wheels and x is birds, because the premise </a:t>
            </a:r>
            <a:r>
              <a:rPr lang="en-US" dirty="0" err="1"/>
              <a:t>forall</a:t>
            </a:r>
            <a:r>
              <a:rPr lang="en-US" dirty="0"/>
              <a:t> x P(x) is False.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32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in </a:t>
            </a:r>
          </a:p>
          <a:p>
            <a:r>
              <a:rPr lang="en-US" dirty="0" err="1"/>
              <a:t>forall</a:t>
            </a:r>
            <a:r>
              <a:rPr lang="en-US" dirty="0"/>
              <a:t> x [P(x)], </a:t>
            </a:r>
            <a:r>
              <a:rPr lang="en-US" dirty="0" err="1"/>
              <a:t>forall</a:t>
            </a:r>
            <a:r>
              <a:rPr lang="en-US" dirty="0"/>
              <a:t> x [Q(x)] : </a:t>
            </a:r>
            <a:r>
              <a:rPr lang="en-US" dirty="0" err="1"/>
              <a:t>forall</a:t>
            </a:r>
            <a:r>
              <a:rPr lang="en-US" dirty="0"/>
              <a:t> x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</a:t>
            </a:r>
            <a:r>
              <a:rPr lang="en-US" dirty="0" err="1"/>
              <a:t>forall</a:t>
            </a:r>
            <a:r>
              <a:rPr lang="en-US" dirty="0"/>
              <a:t> x [Q(x)] : exists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exists x [Q(x)] : exists P(x)^Q(x)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20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$-elimination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idea here is that if a formula is universally quantified, then we can infer a particular instance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$\phi(a)$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$\land$-elimination because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\land\phi(b)\land\phi(c)\dots$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$\exists$-introduction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a particular instance we can infer an existential quantification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$\exists x [\phi(x)]$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$\or$-introduction because $\exists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\lor\phi(b)\lor\phi(c)\dots$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$-introduction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can we do this? If $\phi(a)$ is true for some arbitrary $a$, then, if we know nothing at all about $a$ then it must be True for all $a$. We can only do this if we know nothing else about the particular instance $a$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is not used in any of the premises of the proof).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78E3-1D32-C4DC-B248-6FEBA14F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06A-1066-A5DE-F881-1B1F42A8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56FD-181A-8FD5-9638-6C2A5B6A6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04E6F-9524-284D-4439-0AD2E1417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63319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309B89-9424-B9F5-9947-DEDE172E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76DA7D-EDAD-4D28-FCB9-7163B4EB6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Facts represented as propositions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Natural deduction: Proof of new statements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Logic Programming: automation of 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75B8-B375-6520-D124-59F35735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C941A-83DA-185B-FBD6-9B20BE27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5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2551-C722-5FC8-6E30-48AA3E52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380285" cy="632219"/>
          </a:xfrm>
        </p:spPr>
        <p:txBody>
          <a:bodyPr/>
          <a:lstStyle/>
          <a:p>
            <a:r>
              <a:rPr lang="en-US" dirty="0"/>
              <a:t>Logic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2033C2-3FC9-0532-B485-8F82E486411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from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kanren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var,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lany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run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P, Q, R = vars()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goals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(P, True),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(Q, False)),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any(Q,R)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run(0, R, goals)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2033C2-3FC9-0532-B485-8F82E4864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05209-07F2-0D09-EE50-83755F53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4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2FCE-0DE1-ED29-0A8B-77066072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6EFD-3708-E338-90D2-BAB960F5E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Continue learning logic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Practice writing logic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natural deduction is automated by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First order logic, introducing variables and quantifiers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3D9D-A070-7CC8-A680-E2E65E54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86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CD5E-7816-6ACA-1FCB-6C787543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090043" cy="632219"/>
          </a:xfrm>
        </p:spPr>
        <p:txBody>
          <a:bodyPr/>
          <a:lstStyle/>
          <a:p>
            <a:r>
              <a:rPr lang="en-US" dirty="0"/>
              <a:t>Logic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1A009-189D-5E31-2B08-3644D32C0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Let’s continue where we left off </a:t>
            </a:r>
            <a:r>
              <a:rPr lang="en-US" sz="2800">
                <a:solidFill>
                  <a:schemeClr val="tx1"/>
                </a:solidFill>
              </a:rPr>
              <a:t>last week…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EB7F1-9C77-DFAB-87DE-F6875458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28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3BCE-3558-95CE-9336-5D5B6577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A45A7E-7165-CC92-337B-733B666ADA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1.09 Exercises </a:t>
            </a:r>
            <a:r>
              <a:rPr lang="en-US" sz="6000" b="1" dirty="0" err="1"/>
              <a:t>Kanren.ipynb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F3281-04AF-B555-2840-A433FEC6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0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949FE9-7A61-D157-5527-5976E0EA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046B3-4B8F-93ED-5ED4-04FDFA1ED9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24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952-1434-929D-6459-7CDC49E6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96245" cy="632219"/>
          </a:xfrm>
        </p:spPr>
        <p:txBody>
          <a:bodyPr/>
          <a:lstStyle/>
          <a:p>
            <a:r>
              <a:rPr lang="en-US" dirty="0"/>
              <a:t>How Automated Reasoning works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2C87-823E-9A87-D370-CB1660610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Natural deduction has many rules</a:t>
            </a:r>
          </a:p>
          <a:p>
            <a:endParaRPr lang="en-US" dirty="0"/>
          </a:p>
          <a:p>
            <a:r>
              <a:rPr lang="en-US" dirty="0"/>
              <a:t>How we apply them and in what order is not obvious and relies on “human intuition”.</a:t>
            </a:r>
          </a:p>
          <a:p>
            <a:endParaRPr lang="en-US" dirty="0"/>
          </a:p>
          <a:p>
            <a:r>
              <a:rPr lang="en-US" dirty="0"/>
              <a:t>Computers don’t have human intuition…..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F9B6-0C0C-B4E6-AD5E-DC59D8FC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95A-72B0-044E-4260-9209748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4917" cy="632219"/>
          </a:xfrm>
        </p:spPr>
        <p:txBody>
          <a:bodyPr/>
          <a:lstStyle/>
          <a:p>
            <a:r>
              <a:rPr lang="en-US" dirty="0"/>
              <a:t>Logical Equivalencies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Automated inference would be easier if we only had one rule to apply</a:t>
                </a:r>
              </a:p>
              <a:p>
                <a:r>
                  <a:rPr lang="en-US" dirty="0"/>
                  <a:t>Consider the expressions</a:t>
                </a:r>
              </a:p>
              <a:p>
                <a:pPr marL="457189" lvl="1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b="0" dirty="0"/>
              </a:p>
              <a:p>
                <a:pPr marL="457189" lvl="1" indent="0">
                  <a:buNone/>
                </a:pPr>
                <a:endParaRPr lang="en-US" dirty="0"/>
              </a:p>
              <a:p>
                <a:r>
                  <a:rPr lang="en-US" dirty="0"/>
                  <a:t>Can we represent a knowledge base using only </a:t>
                </a:r>
                <a:r>
                  <a:rPr lang="en-US"/>
                  <a:t>one of these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blipFill>
                <a:blip r:embed="rId3"/>
                <a:stretch>
                  <a:fillRect l="-1084" t="-2089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F99-E960-C486-CA7D-9EA166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5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0A-6782-8EA6-89F3-27362AA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288547" cy="632219"/>
          </a:xfrm>
        </p:spPr>
        <p:txBody>
          <a:bodyPr/>
          <a:lstStyle/>
          <a:p>
            <a:r>
              <a:rPr lang="en-US" dirty="0"/>
              <a:t>Rule Based Systems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8DD7F-0ADF-563C-C74F-6E2D09337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If we can represent a Knowledge base purely in terms of material implication and negation, we only need one inference rule: </a:t>
            </a:r>
            <a:r>
              <a:rPr lang="en-US" i="1" dirty="0"/>
              <a:t>modus ponens</a:t>
            </a:r>
          </a:p>
          <a:p>
            <a:endParaRPr lang="en-US" i="1" dirty="0"/>
          </a:p>
          <a:p>
            <a:r>
              <a:rPr lang="en-US" dirty="0"/>
              <a:t>Will allow us to prove logical statements by either:</a:t>
            </a:r>
          </a:p>
          <a:p>
            <a:endParaRPr lang="en-US" dirty="0"/>
          </a:p>
          <a:p>
            <a:r>
              <a:rPr lang="en-US" dirty="0"/>
              <a:t>Systematically deriving new facts until we find the one we want</a:t>
            </a:r>
          </a:p>
          <a:p>
            <a:r>
              <a:rPr lang="en-US" dirty="0"/>
              <a:t>Systematically exploring the known facts to establish compatibility.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786E-E48A-924B-0232-33ED56F0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2791-FCAC-6BBF-DECB-BB1AF41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F0266-FF01-C57E-C9F2-2425B4DEB0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6838505" cy="4857857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Knowledge base of medical treatments.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Includes facts about diseases and the medicines that can be used to treat them: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six diseases {A, B, C, D, E, F 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five medicines {U, V, W, X, Y, Z}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 medicines are available in either oral or injectable form {O, I}.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KB tells us which medicines treat a disease, and what form each medicine is available in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We have the following rules:</a:t>
            </a: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240CC-9F09-28A4-A2FE-FDBA5CF1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39C7B-F338-8BDF-8B9A-821C6CB0EDC9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926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D85-A0AD-770E-FE29-86452AFF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2A4F0-001F-C50D-6A36-CEDCF77C3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469609" cy="4857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forward chaining, we start with a fact and a goal, and we explore the implications in a forward direction to find out whether our goal is satisfied.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disease B (fact), is there an oral medication available (goal)?</a:t>
            </a: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AAE0-4B01-D995-945F-0DEB12A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82BF-7554-6E48-AB0B-1971B148B5EF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6179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9671-FEB2-7F0E-02B4-41170F42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411-1CF6-2413-0465-F29C6D16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5686586" cy="632219"/>
          </a:xfrm>
        </p:spPr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0406-132C-9FC6-4848-AA7DC852E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In backward chaining, we start with our goal, and work through the implications backwards to see if the goal is supported by the facts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that the patient wants oral medication O, is that suitable for their disease B?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DB50-F334-800B-18E8-6817279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9BD2E-360A-8A61-2F7C-CFAC01BA787E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121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040-76DD-B46A-E26E-F6D3A422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984-6C2E-F013-7C6E-D66E0E0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52308" cy="632219"/>
          </a:xfrm>
        </p:spPr>
        <p:txBody>
          <a:bodyPr/>
          <a:lstStyle/>
          <a:p>
            <a:r>
              <a:rPr lang="en-US" dirty="0"/>
              <a:t>Forward vs 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79333-B7B4-D9BB-7C78-CEE86141ED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r>
              <a:rPr lang="en-US" dirty="0"/>
              <a:t>Forward chaining: given the facts, what goals can we solve?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Backward chaining: is the goal we want to solve supported by the evidence?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B21D1-CFD8-D760-2369-818E91C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CAD4A-D2AD-EDC0-DC85-0D34C7801003}"/>
              </a:ext>
            </a:extLst>
          </p:cNvPr>
          <p:cNvSpPr txBox="1"/>
          <p:nvPr/>
        </p:nvSpPr>
        <p:spPr>
          <a:xfrm>
            <a:off x="9437760" y="458956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809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E7BE7B-0166-523A-A6D9-582A1DC7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663" y="1216316"/>
            <a:ext cx="7168541" cy="4834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D252A-2F48-8C2C-C0C6-7321B18D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CDC04-E83D-8606-43DC-2B8B5648B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545496"/>
            <a:ext cx="4616302" cy="1467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forms of drug can be used to treat disease D?</a:t>
            </a:r>
          </a:p>
          <a:p>
            <a:pPr marL="0" indent="0">
              <a:buNone/>
            </a:pPr>
            <a:endParaRPr lang="en-US" sz="20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diseases can be treated with an injection?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3E43-4C2D-FEF8-245E-73BB2A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6B6BE-B1B7-9FE4-5BF5-819EB27866E5}"/>
              </a:ext>
            </a:extLst>
          </p:cNvPr>
          <p:cNvSpPr txBox="1"/>
          <p:nvPr/>
        </p:nvSpPr>
        <p:spPr>
          <a:xfrm>
            <a:off x="10501016" y="253433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4264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5BE9-382E-C731-9CD5-2B3FB382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D80-161A-6915-D98B-D857AC5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48E2C-D253-92BC-10EA-594CF4E13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Inference in rule based systems is equivalent to </a:t>
            </a:r>
            <a:r>
              <a:rPr lang="en-US" sz="1600" b="1" dirty="0">
                <a:solidFill>
                  <a:schemeClr val="tx2"/>
                </a:solidFill>
              </a:rPr>
              <a:t>search </a:t>
            </a:r>
            <a:r>
              <a:rPr lang="en-US" sz="1600" dirty="0">
                <a:solidFill>
                  <a:schemeClr val="tx2"/>
                </a:solidFill>
              </a:rPr>
              <a:t>on a directed graph</a:t>
            </a:r>
          </a:p>
          <a:p>
            <a:r>
              <a:rPr lang="en-US" sz="1600" dirty="0">
                <a:solidFill>
                  <a:schemeClr val="tx2"/>
                </a:solidFill>
              </a:rPr>
              <a:t>A proof corresponds to finding a path in the graph between the premises and the goal.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forward chaining, we start with the premises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Patients has disease B. Can we treat it with Oral medication?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backward chaining, we start with the goal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Oral medication. Can it treat disease B?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Both cases require us to traverse the graph. How to do this systematically?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742944" indent="-457200"/>
            <a:endParaRPr lang="en-US" sz="1600" dirty="0">
              <a:solidFill>
                <a:schemeClr val="tx2"/>
              </a:solidFill>
            </a:endParaRPr>
          </a:p>
          <a:p>
            <a:pPr marL="914389" lvl="1" indent="-457200"/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1E2E-8AE5-A406-3A84-16D25A3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5114B-EE84-2983-0C4A-CFCC0413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01908"/>
            <a:ext cx="5715000" cy="38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19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E97B-E535-D213-C26D-7E0416CB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02439" cy="632219"/>
          </a:xfrm>
        </p:spPr>
        <p:txBody>
          <a:bodyPr/>
          <a:lstStyle/>
          <a:p>
            <a:r>
              <a:rPr lang="en-US" dirty="0"/>
              <a:t>Breadth-First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C71D-B90F-C87B-1AB2-CE5BFE3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B14E7-83A8-299E-B7ED-4DE584B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7E672-5EAA-C634-2591-585393AC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18" y="1234891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D4D8-5634-6522-BFAE-813220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FF2B-31B4-23B9-2A9C-6FFA47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500263" cy="632219"/>
          </a:xfrm>
        </p:spPr>
        <p:txBody>
          <a:bodyPr/>
          <a:lstStyle/>
          <a:p>
            <a:r>
              <a:rPr lang="en-US" dirty="0"/>
              <a:t>Breadth-First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CDEC-6B1F-1E60-30D3-F69404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EB622-C2CB-8C2A-0BEF-B9C18CCB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F43A6-473E-978A-9646-A1B5E164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75833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5E06-75C1-9AC8-1943-1531FF97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6916-C080-03A1-E8E7-5C6BB3D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57854" cy="632219"/>
          </a:xfrm>
        </p:spPr>
        <p:txBody>
          <a:bodyPr/>
          <a:lstStyle/>
          <a:p>
            <a:r>
              <a:rPr lang="en-US" dirty="0"/>
              <a:t>Depth-First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BAF1-C1D3-C29C-C9F1-297A10A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6704B-91B9-3E8B-D510-8BCE528A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155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51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B016-A11C-ABCA-0E92-CB61A51E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D76-5F16-73FC-311E-CBD14581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312471" cy="632219"/>
          </a:xfrm>
        </p:spPr>
        <p:txBody>
          <a:bodyPr/>
          <a:lstStyle/>
          <a:p>
            <a:r>
              <a:rPr lang="en-US" dirty="0"/>
              <a:t>Depth-First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4E11-6539-2756-412A-C6D4DD4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D5DE6-0657-280E-665B-C768B922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4891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04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69C-7482-874A-E669-773FB73A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11359" cy="632219"/>
          </a:xfrm>
        </p:spPr>
        <p:txBody>
          <a:bodyPr/>
          <a:lstStyle/>
          <a:p>
            <a:r>
              <a:rPr lang="en-US" dirty="0"/>
              <a:t>Breadth vs Depth-First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6F72-77E4-EBA7-FECE-4BFC9B4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2F8E-FBF7-6A3C-8A52-8A70175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3" y="1276597"/>
            <a:ext cx="1159047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94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FE28-A46F-086B-8C33-47A70D7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898E0-4A5E-6323-06B7-F52A39F46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1.11 Exercises Automating Natural </a:t>
            </a:r>
            <a:r>
              <a:rPr lang="en-US" sz="6000" b="1" dirty="0" err="1"/>
              <a:t>Deduction.ipynb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1633-BF73-E66E-B238-D1A029D2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93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549309-DC7F-9750-4392-F2CFA528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3817-E6E5-963F-45E3-222D6EC6C2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815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8175171" cy="632219"/>
          </a:xfrm>
        </p:spPr>
        <p:txBody>
          <a:bodyPr/>
          <a:lstStyle/>
          <a:p>
            <a:r>
              <a:rPr lang="en-US" dirty="0"/>
              <a:t>A Problem with Propositions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Alan is a computer scientist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 Alan is logical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represent this easily this in 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another computer scientist, Grace?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argument above is about Alan.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construct another argument for Grace.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Physicists,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Philophers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Classicists?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seems……wasteful</a:t>
            </a: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A4955-C5B1-2691-5C79-E75FF9A0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990800"/>
            <a:ext cx="3149600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Even worse….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	All women are mortal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Some women have black hair</a:t>
            </a:r>
          </a:p>
          <a:p>
            <a:r>
              <a:rPr lang="en-US" sz="2400" dirty="0">
                <a:solidFill>
                  <a:schemeClr val="tx2"/>
                </a:solidFill>
              </a:rPr>
              <a:t>	Therefore all women with black hair are mortal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Do our tools allow us to prove that this is a valid argument?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These are all propositions, but they use quantifiers (all, some)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tools for working for this in propositional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Careful definitions of the sentences has got us out of trouble so far but won’t work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need some new mechanisms.</a:t>
            </a:r>
          </a:p>
          <a:p>
            <a:endParaRPr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Propositions have to be </a:t>
            </a:r>
            <a:r>
              <a:rPr lang="en-US" sz="2800" i="1" dirty="0">
                <a:solidFill>
                  <a:schemeClr val="tx2"/>
                </a:solidFill>
              </a:rPr>
              <a:t>unconditionally</a:t>
            </a:r>
            <a:r>
              <a:rPr lang="en-US" sz="2800" dirty="0">
                <a:solidFill>
                  <a:schemeClr val="tx2"/>
                </a:solidFill>
              </a:rPr>
              <a:t> True or False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men are mortal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Socrates is a man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always rains in Belfast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First order logic introduces mechanisms that allow us to include and reason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(Men, Socrates, Belfast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8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(all, some)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 mortal, is a man, it rains)</a:t>
            </a:r>
          </a:p>
        </p:txBody>
      </p:sp>
    </p:spTree>
    <p:extLst>
      <p:ext uri="{BB962C8B-B14F-4D97-AF65-F5344CB8AC3E}">
        <p14:creationId xmlns:p14="http://schemas.microsoft.com/office/powerpoint/2010/main" val="492829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Variables and Predicates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First order logic allows us to formulate generic statement.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Instead of saying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Grace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Boris is not a Computer Scientist but is a politician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can define predicates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C(x) and P(x)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person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n-US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{Boris}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i="1" dirty="0" err="1">
                    <a:solidFill>
                      <a:schemeClr val="tx2"/>
                    </a:solidFill>
                  </a:rPr>
                  <a:t>x,y,z</a:t>
                </a:r>
                <a:r>
                  <a:rPr lang="en-US" sz="2400" dirty="0">
                    <a:solidFill>
                      <a:schemeClr val="tx2"/>
                    </a:solidFill>
                  </a:rPr>
                  <a:t> are 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Each variable is defined on a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domain.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15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may wish to make statements about part or all of a variable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73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3F1A-3E82-7170-DC37-793C73F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6F5A-A9F4-700D-268A-B27B9094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Duality of 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E2B07-A124-5DA8-EA21-AB4FBE4937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9FF69-FDAC-6211-4DAE-EF2C8EFF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372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use connectives with both predicates and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52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5605-0A71-655F-BF74-3730439C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Knowledge Base with First Order Logic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A8331-EFD8-28D3-BF65-1351DFDF83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22231"/>
            <a:ext cx="10515600" cy="40241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 familiar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Professors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Courses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Assessments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C9D31-4E4D-57FD-AE43-339711B12B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232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B1C3-10D8-F0D9-0A7E-7066AF80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73B34-873A-154B-01B4-81CEFA3FB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10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8AF7-906F-DF32-0CD9-ED6C4CE6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with Predicates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FB10-6AF4-6A0F-81F0-EA337BB48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9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BEB0-D1F5-A580-D88D-97CD8DCF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Rules to Derive New Facts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5C8D2-9EEB-D4A4-D4C1-4C63AE473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180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9D9E-EAC3-BB4B-B479-513655E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443484" cy="632219"/>
          </a:xfrm>
        </p:spPr>
        <p:txBody>
          <a:bodyPr/>
          <a:lstStyle/>
          <a:p>
            <a:r>
              <a:rPr lang="en-US" dirty="0"/>
              <a:t>Correctness of Arguments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More subtle than propositional logic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have to worry about the variables, quantifiers, and domains.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The same notions of validity and soundness apply, but: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Validity requires that the conclusion is True in every possible domain for every possible interpretation in which the Premises are True.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Soundness also requires the premises to be true in the specific interpretation in which we are making the argument.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∋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0BAF-9FC7-3959-6F6C-5F6799A0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5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194C-7DCD-8E69-3C9A-C8BF55FE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2060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8596-8D99-5F23-0151-FC364A256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 is much more subtle that for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All of the same rules apply but need to be applied with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Are the following arguments valid or invalid? Where is the error in reasoning?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5C54-FA57-4066-3090-E2FB28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37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52EC-C454-FA01-2477-B4A49298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new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8247-623A-9B5E-0F31-B3070E16B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D27A8-8FF3-2792-F0F4-B5EAC9CD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444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E383-E88E-EE0E-A542-CBC9EDB1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49746" cy="632219"/>
          </a:xfrm>
        </p:spPr>
        <p:txBody>
          <a:bodyPr/>
          <a:lstStyle/>
          <a:p>
            <a:r>
              <a:rPr lang="en-US" dirty="0"/>
              <a:t>Proofs in First Order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Process is somewhat different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Applying proof rules under a quantifier can be fraught with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Typically proceed by eliminating the quantifiers, apply the rules, and then reintroduce the quantifiers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4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  <a:p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1CE2A-CD52-DC9B-AB11-ED4D0BE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7520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7CBA-E378-CC07-E6F9-1AE06A2B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  <a:p>
                <a:b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endParaRPr lang="en-GB" sz="24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1615-6FA2-E574-67CB-518BD37C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07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DAB-0104-C4F9-F68B-B99D2181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6E9E-7F65-EA2E-03EA-19EB8B04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17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/>
              <a:t>1.13 Exercise</a:t>
            </a:r>
            <a:r>
              <a:rPr lang="en-US" sz="4800" dirty="0"/>
              <a:t>s</a:t>
            </a:r>
            <a:r>
              <a:rPr lang="en-US" sz="4800"/>
              <a:t> </a:t>
            </a:r>
            <a:r>
              <a:rPr lang="en-US" sz="4800" dirty="0"/>
              <a:t>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E8A-915A-3E51-42B8-77D69C8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98F8-B0F8-A713-499E-C9BAE6C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2F98-9F4B-10ED-CC9E-A35B89AC7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Forward and Backward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3F90-0DC7-7DAB-FE48-4406DB5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2221</TotalTime>
  <Words>2894</Words>
  <Application>Microsoft Macintosh PowerPoint</Application>
  <PresentationFormat>Widescreen</PresentationFormat>
  <Paragraphs>341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 New</vt:lpstr>
      <vt:lpstr>Helvetica</vt:lpstr>
      <vt:lpstr>Office Theme</vt:lpstr>
      <vt:lpstr>MSc Artificial Intelligence</vt:lpstr>
      <vt:lpstr>Recap</vt:lpstr>
      <vt:lpstr>Propositions</vt:lpstr>
      <vt:lpstr>Symbolic Logic</vt:lpstr>
      <vt:lpstr>Example of a Formal Proof</vt:lpstr>
      <vt:lpstr>Logic Programming</vt:lpstr>
      <vt:lpstr>This week:</vt:lpstr>
      <vt:lpstr>Logic Programming</vt:lpstr>
      <vt:lpstr>PowerPoint Presentation</vt:lpstr>
      <vt:lpstr>Automating Reasoning</vt:lpstr>
      <vt:lpstr>How Automated Reasoning works</vt:lpstr>
      <vt:lpstr>Logical Equivalencies</vt:lpstr>
      <vt:lpstr>Rule Based Systems </vt:lpstr>
      <vt:lpstr>An Example</vt:lpstr>
      <vt:lpstr>Forward Chaining</vt:lpstr>
      <vt:lpstr>Backward Chaining</vt:lpstr>
      <vt:lpstr>Forward vs Backward Chaining</vt:lpstr>
      <vt:lpstr>Search and Proof</vt:lpstr>
      <vt:lpstr>Search and Proof</vt:lpstr>
      <vt:lpstr>Breadth-First Search (Forward Chaining)</vt:lpstr>
      <vt:lpstr>Breadth-First Search (Backward Chaining)</vt:lpstr>
      <vt:lpstr>Depth-First Search (Forward Chaining)</vt:lpstr>
      <vt:lpstr>Depth-First Search (Backward Chaining)</vt:lpstr>
      <vt:lpstr>Breadth vs Depth-First Search</vt:lpstr>
      <vt:lpstr>PowerPoint Presentation</vt:lpstr>
      <vt:lpstr>First Order Logic</vt:lpstr>
      <vt:lpstr>A Problem with Propositions</vt:lpstr>
      <vt:lpstr>First Order Logic</vt:lpstr>
      <vt:lpstr>First Order Logic</vt:lpstr>
      <vt:lpstr>Variables and Predicates</vt:lpstr>
      <vt:lpstr>Quantifiers</vt:lpstr>
      <vt:lpstr>Duality of Quantifiers</vt:lpstr>
      <vt:lpstr>Logical Connectives</vt:lpstr>
      <vt:lpstr>Building a Knowledge Base with First Order Logic</vt:lpstr>
      <vt:lpstr>The Scenario</vt:lpstr>
      <vt:lpstr>Modelling with Predicates</vt:lpstr>
      <vt:lpstr>Adding Rules to Derive New Facts</vt:lpstr>
      <vt:lpstr>Correctness of Arguments</vt:lpstr>
      <vt:lpstr>Natural Deduction</vt:lpstr>
      <vt:lpstr>Some new rules</vt:lpstr>
      <vt:lpstr>Proofs in First Order Logic</vt:lpstr>
      <vt:lpstr>Another Proof</vt:lpstr>
      <vt:lpstr>Third example</vt:lpstr>
      <vt:lpstr>PowerPoint Presentation</vt:lpstr>
      <vt:lpstr>Day 2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2026-09-27T17:44:18Z</dcterms:modified>
</cp:coreProperties>
</file>